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theme/themeOverride2.xml" ContentType="application/vnd.openxmlformats-officedocument.themeOverr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0"/>
  </p:notesMasterIdLst>
  <p:sldIdLst>
    <p:sldId id="352" r:id="rId2"/>
    <p:sldId id="256" r:id="rId3"/>
    <p:sldId id="257" r:id="rId4"/>
    <p:sldId id="258" r:id="rId5"/>
    <p:sldId id="261" r:id="rId6"/>
    <p:sldId id="259" r:id="rId7"/>
    <p:sldId id="260" r:id="rId8"/>
    <p:sldId id="342" r:id="rId9"/>
    <p:sldId id="267" r:id="rId10"/>
    <p:sldId id="268" r:id="rId11"/>
    <p:sldId id="312" r:id="rId12"/>
    <p:sldId id="338" r:id="rId13"/>
    <p:sldId id="337" r:id="rId14"/>
    <p:sldId id="313" r:id="rId15"/>
    <p:sldId id="339" r:id="rId16"/>
    <p:sldId id="340" r:id="rId17"/>
    <p:sldId id="314" r:id="rId18"/>
    <p:sldId id="315" r:id="rId19"/>
    <p:sldId id="270" r:id="rId20"/>
    <p:sldId id="271" r:id="rId21"/>
    <p:sldId id="273" r:id="rId22"/>
    <p:sldId id="319" r:id="rId23"/>
    <p:sldId id="318" r:id="rId24"/>
    <p:sldId id="274" r:id="rId25"/>
    <p:sldId id="275" r:id="rId26"/>
    <p:sldId id="335" r:id="rId27"/>
    <p:sldId id="276" r:id="rId28"/>
    <p:sldId id="277" r:id="rId29"/>
    <p:sldId id="320" r:id="rId30"/>
    <p:sldId id="321" r:id="rId31"/>
    <p:sldId id="322" r:id="rId32"/>
    <p:sldId id="323" r:id="rId33"/>
    <p:sldId id="282" r:id="rId34"/>
    <p:sldId id="283" r:id="rId35"/>
    <p:sldId id="284" r:id="rId36"/>
    <p:sldId id="285" r:id="rId37"/>
    <p:sldId id="287" r:id="rId38"/>
    <p:sldId id="343" r:id="rId39"/>
    <p:sldId id="325" r:id="rId40"/>
    <p:sldId id="344" r:id="rId41"/>
    <p:sldId id="288" r:id="rId42"/>
    <p:sldId id="289" r:id="rId43"/>
    <p:sldId id="290" r:id="rId44"/>
    <p:sldId id="291" r:id="rId45"/>
    <p:sldId id="327" r:id="rId46"/>
    <p:sldId id="326" r:id="rId47"/>
    <p:sldId id="330" r:id="rId48"/>
    <p:sldId id="292" r:id="rId49"/>
    <p:sldId id="295" r:id="rId50"/>
    <p:sldId id="346" r:id="rId51"/>
    <p:sldId id="294" r:id="rId52"/>
    <p:sldId id="334" r:id="rId53"/>
    <p:sldId id="296" r:id="rId54"/>
    <p:sldId id="328" r:id="rId55"/>
    <p:sldId id="348" r:id="rId56"/>
    <p:sldId id="299" r:id="rId57"/>
    <p:sldId id="302" r:id="rId58"/>
    <p:sldId id="350" r:id="rId59"/>
    <p:sldId id="349" r:id="rId60"/>
    <p:sldId id="351" r:id="rId61"/>
    <p:sldId id="345" r:id="rId62"/>
    <p:sldId id="303" r:id="rId63"/>
    <p:sldId id="304" r:id="rId64"/>
    <p:sldId id="306" r:id="rId65"/>
    <p:sldId id="307" r:id="rId66"/>
    <p:sldId id="308" r:id="rId67"/>
    <p:sldId id="309" r:id="rId68"/>
    <p:sldId id="336" r:id="rId69"/>
    <p:sldId id="310" r:id="rId70"/>
    <p:sldId id="262" r:id="rId71"/>
    <p:sldId id="311" r:id="rId72"/>
    <p:sldId id="263" r:id="rId73"/>
    <p:sldId id="264" r:id="rId74"/>
    <p:sldId id="265" r:id="rId75"/>
    <p:sldId id="266" r:id="rId76"/>
    <p:sldId id="269" r:id="rId77"/>
    <p:sldId id="316" r:id="rId78"/>
    <p:sldId id="341" r:id="rId79"/>
    <p:sldId id="272" r:id="rId80"/>
    <p:sldId id="286" r:id="rId81"/>
    <p:sldId id="324" r:id="rId82"/>
    <p:sldId id="329" r:id="rId83"/>
    <p:sldId id="293" r:id="rId84"/>
    <p:sldId id="331" r:id="rId85"/>
    <p:sldId id="332" r:id="rId86"/>
    <p:sldId id="347" r:id="rId87"/>
    <p:sldId id="333" r:id="rId88"/>
    <p:sldId id="305" r:id="rId8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70D9DCD-F190-3144-14C1-CFEB3E2DB30D}" name="Dasandhi, Moumita" initials="MD" userId="S::DASANM@pfizer.com::9df2b294-5712-4986-9743-bef54d7b8802"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D36085-FB11-9642-B483-FCB4D45CAABD}" v="535" dt="2026-07-26T10:41:00.9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17"/>
    <p:restoredTop sz="93929" autoAdjust="0"/>
  </p:normalViewPr>
  <p:slideViewPr>
    <p:cSldViewPr snapToGrid="0" snapToObjects="1">
      <p:cViewPr varScale="1">
        <p:scale>
          <a:sx n="92" d="100"/>
          <a:sy n="92" d="100"/>
        </p:scale>
        <p:origin x="3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microsoft.com/office/2016/11/relationships/changesInfo" Target="changesInfos/changesInfo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9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microsoft.com/office/2018/10/relationships/authors" Targe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sandhi, Moumita" userId="9df2b294-5712-4986-9743-bef54d7b8802" providerId="ADAL" clId="{5EA009D7-65DD-508A-9C7C-F7CEAC557066}"/>
    <pc:docChg chg="undo custSel addSld delSld modSld sldOrd">
      <pc:chgData name="Dasandhi, Moumita" userId="9df2b294-5712-4986-9743-bef54d7b8802" providerId="ADAL" clId="{5EA009D7-65DD-508A-9C7C-F7CEAC557066}" dt="2026-07-26T10:45:18.789" v="7502" actId="20577"/>
      <pc:docMkLst>
        <pc:docMk/>
      </pc:docMkLst>
      <pc:sldChg chg="modSp mod">
        <pc:chgData name="Dasandhi, Moumita" userId="9df2b294-5712-4986-9743-bef54d7b8802" providerId="ADAL" clId="{5EA009D7-65DD-508A-9C7C-F7CEAC557066}" dt="2026-07-25T19:12:57.962" v="5703" actId="20577"/>
        <pc:sldMkLst>
          <pc:docMk/>
          <pc:sldMk cId="0" sldId="256"/>
        </pc:sldMkLst>
        <pc:spChg chg="mod">
          <ac:chgData name="Dasandhi, Moumita" userId="9df2b294-5712-4986-9743-bef54d7b8802" providerId="ADAL" clId="{5EA009D7-65DD-508A-9C7C-F7CEAC557066}" dt="2026-07-25T19:12:57.962" v="5703" actId="20577"/>
          <ac:spMkLst>
            <pc:docMk/>
            <pc:sldMk cId="0" sldId="256"/>
            <ac:spMk id="11" creationId="{00000000-0000-0000-0000-000000000000}"/>
          </ac:spMkLst>
        </pc:spChg>
      </pc:sldChg>
      <pc:sldChg chg="addSp delSp modSp mod">
        <pc:chgData name="Dasandhi, Moumita" userId="9df2b294-5712-4986-9743-bef54d7b8802" providerId="ADAL" clId="{5EA009D7-65DD-508A-9C7C-F7CEAC557066}" dt="2026-07-26T10:39:28.503" v="7434" actId="20577"/>
        <pc:sldMkLst>
          <pc:docMk/>
          <pc:sldMk cId="0" sldId="257"/>
        </pc:sldMkLst>
        <pc:spChg chg="add del mod">
          <ac:chgData name="Dasandhi, Moumita" userId="9df2b294-5712-4986-9743-bef54d7b8802" providerId="ADAL" clId="{5EA009D7-65DD-508A-9C7C-F7CEAC557066}" dt="2026-07-26T10:38:47.999" v="7429" actId="5793"/>
          <ac:spMkLst>
            <pc:docMk/>
            <pc:sldMk cId="0" sldId="257"/>
            <ac:spMk id="5" creationId="{00000000-0000-0000-0000-000000000000}"/>
          </ac:spMkLst>
        </pc:spChg>
        <pc:spChg chg="mod">
          <ac:chgData name="Dasandhi, Moumita" userId="9df2b294-5712-4986-9743-bef54d7b8802" providerId="ADAL" clId="{5EA009D7-65DD-508A-9C7C-F7CEAC557066}" dt="2026-07-25T09:41:41.664" v="94" actId="20577"/>
          <ac:spMkLst>
            <pc:docMk/>
            <pc:sldMk cId="0" sldId="257"/>
            <ac:spMk id="8" creationId="{00000000-0000-0000-0000-000000000000}"/>
          </ac:spMkLst>
        </pc:spChg>
        <pc:spChg chg="mod">
          <ac:chgData name="Dasandhi, Moumita" userId="9df2b294-5712-4986-9743-bef54d7b8802" providerId="ADAL" clId="{5EA009D7-65DD-508A-9C7C-F7CEAC557066}" dt="2026-07-26T10:38:03.577" v="7420" actId="20577"/>
          <ac:spMkLst>
            <pc:docMk/>
            <pc:sldMk cId="0" sldId="257"/>
            <ac:spMk id="12" creationId="{00000000-0000-0000-0000-000000000000}"/>
          </ac:spMkLst>
        </pc:spChg>
        <pc:spChg chg="mod">
          <ac:chgData name="Dasandhi, Moumita" userId="9df2b294-5712-4986-9743-bef54d7b8802" providerId="ADAL" clId="{5EA009D7-65DD-508A-9C7C-F7CEAC557066}" dt="2026-07-26T10:39:28.503" v="7434" actId="20577"/>
          <ac:spMkLst>
            <pc:docMk/>
            <pc:sldMk cId="0" sldId="257"/>
            <ac:spMk id="14" creationId="{00000000-0000-0000-0000-000000000000}"/>
          </ac:spMkLst>
        </pc:spChg>
        <pc:spChg chg="mod">
          <ac:chgData name="Dasandhi, Moumita" userId="9df2b294-5712-4986-9743-bef54d7b8802" providerId="ADAL" clId="{5EA009D7-65DD-508A-9C7C-F7CEAC557066}" dt="2026-07-25T09:44:06.829" v="157" actId="20577"/>
          <ac:spMkLst>
            <pc:docMk/>
            <pc:sldMk cId="0" sldId="257"/>
            <ac:spMk id="15" creationId="{00000000-0000-0000-0000-000000000000}"/>
          </ac:spMkLst>
        </pc:spChg>
        <pc:spChg chg="mod">
          <ac:chgData name="Dasandhi, Moumita" userId="9df2b294-5712-4986-9743-bef54d7b8802" providerId="ADAL" clId="{5EA009D7-65DD-508A-9C7C-F7CEAC557066}" dt="2026-07-26T10:38:06.541" v="7421" actId="20577"/>
          <ac:spMkLst>
            <pc:docMk/>
            <pc:sldMk cId="0" sldId="257"/>
            <ac:spMk id="19" creationId="{00000000-0000-0000-0000-000000000000}"/>
          </ac:spMkLst>
        </pc:spChg>
        <pc:spChg chg="mod">
          <ac:chgData name="Dasandhi, Moumita" userId="9df2b294-5712-4986-9743-bef54d7b8802" providerId="ADAL" clId="{5EA009D7-65DD-508A-9C7C-F7CEAC557066}" dt="2026-07-26T10:38:51.169" v="7430" actId="20577"/>
          <ac:spMkLst>
            <pc:docMk/>
            <pc:sldMk cId="0" sldId="257"/>
            <ac:spMk id="26" creationId="{00000000-0000-0000-0000-000000000000}"/>
          </ac:spMkLst>
        </pc:spChg>
        <pc:spChg chg="mod">
          <ac:chgData name="Dasandhi, Moumita" userId="9df2b294-5712-4986-9743-bef54d7b8802" providerId="ADAL" clId="{5EA009D7-65DD-508A-9C7C-F7CEAC557066}" dt="2026-07-25T09:44:34.630" v="159" actId="20577"/>
          <ac:spMkLst>
            <pc:docMk/>
            <pc:sldMk cId="0" sldId="257"/>
            <ac:spMk id="29" creationId="{00000000-0000-0000-0000-000000000000}"/>
          </ac:spMkLst>
        </pc:spChg>
        <pc:spChg chg="mod">
          <ac:chgData name="Dasandhi, Moumita" userId="9df2b294-5712-4986-9743-bef54d7b8802" providerId="ADAL" clId="{5EA009D7-65DD-508A-9C7C-F7CEAC557066}" dt="2026-07-26T10:38:53.497" v="7431" actId="20577"/>
          <ac:spMkLst>
            <pc:docMk/>
            <pc:sldMk cId="0" sldId="257"/>
            <ac:spMk id="33" creationId="{00000000-0000-0000-0000-000000000000}"/>
          </ac:spMkLst>
        </pc:spChg>
        <pc:spChg chg="mod">
          <ac:chgData name="Dasandhi, Moumita" userId="9df2b294-5712-4986-9743-bef54d7b8802" providerId="ADAL" clId="{5EA009D7-65DD-508A-9C7C-F7CEAC557066}" dt="2026-07-26T10:38:55.319" v="7432" actId="20577"/>
          <ac:spMkLst>
            <pc:docMk/>
            <pc:sldMk cId="0" sldId="257"/>
            <ac:spMk id="40" creationId="{00000000-0000-0000-0000-000000000000}"/>
          </ac:spMkLst>
        </pc:spChg>
        <pc:spChg chg="mod">
          <ac:chgData name="Dasandhi, Moumita" userId="9df2b294-5712-4986-9743-bef54d7b8802" providerId="ADAL" clId="{5EA009D7-65DD-508A-9C7C-F7CEAC557066}" dt="2026-07-25T09:41:55.644" v="121" actId="20577"/>
          <ac:spMkLst>
            <pc:docMk/>
            <pc:sldMk cId="0" sldId="257"/>
            <ac:spMk id="42" creationId="{00000000-0000-0000-0000-000000000000}"/>
          </ac:spMkLst>
        </pc:spChg>
        <pc:spChg chg="mod">
          <ac:chgData name="Dasandhi, Moumita" userId="9df2b294-5712-4986-9743-bef54d7b8802" providerId="ADAL" clId="{5EA009D7-65DD-508A-9C7C-F7CEAC557066}" dt="2026-07-25T09:43:53.415" v="155" actId="20577"/>
          <ac:spMkLst>
            <pc:docMk/>
            <pc:sldMk cId="0" sldId="257"/>
            <ac:spMk id="43" creationId="{00000000-0000-0000-0000-000000000000}"/>
          </ac:spMkLst>
        </pc:spChg>
      </pc:sldChg>
      <pc:sldChg chg="modSp mod">
        <pc:chgData name="Dasandhi, Moumita" userId="9df2b294-5712-4986-9743-bef54d7b8802" providerId="ADAL" clId="{5EA009D7-65DD-508A-9C7C-F7CEAC557066}" dt="2026-07-26T09:04:08.556" v="6157" actId="20577"/>
        <pc:sldMkLst>
          <pc:docMk/>
          <pc:sldMk cId="0" sldId="258"/>
        </pc:sldMkLst>
        <pc:spChg chg="mod">
          <ac:chgData name="Dasandhi, Moumita" userId="9df2b294-5712-4986-9743-bef54d7b8802" providerId="ADAL" clId="{5EA009D7-65DD-508A-9C7C-F7CEAC557066}" dt="2026-07-26T09:04:08.556" v="6157" actId="20577"/>
          <ac:spMkLst>
            <pc:docMk/>
            <pc:sldMk cId="0" sldId="258"/>
            <ac:spMk id="6" creationId="{00000000-0000-0000-0000-000000000000}"/>
          </ac:spMkLst>
        </pc:spChg>
      </pc:sldChg>
      <pc:sldChg chg="modSp mod">
        <pc:chgData name="Dasandhi, Moumita" userId="9df2b294-5712-4986-9743-bef54d7b8802" providerId="ADAL" clId="{5EA009D7-65DD-508A-9C7C-F7CEAC557066}" dt="2026-07-26T09:29:23.177" v="6472" actId="255"/>
        <pc:sldMkLst>
          <pc:docMk/>
          <pc:sldMk cId="0" sldId="259"/>
        </pc:sldMkLst>
        <pc:spChg chg="mod">
          <ac:chgData name="Dasandhi, Moumita" userId="9df2b294-5712-4986-9743-bef54d7b8802" providerId="ADAL" clId="{5EA009D7-65DD-508A-9C7C-F7CEAC557066}" dt="2026-07-26T09:28:05.340" v="6457" actId="255"/>
          <ac:spMkLst>
            <pc:docMk/>
            <pc:sldMk cId="0" sldId="259"/>
            <ac:spMk id="7" creationId="{00000000-0000-0000-0000-000000000000}"/>
          </ac:spMkLst>
        </pc:spChg>
        <pc:spChg chg="mod">
          <ac:chgData name="Dasandhi, Moumita" userId="9df2b294-5712-4986-9743-bef54d7b8802" providerId="ADAL" clId="{5EA009D7-65DD-508A-9C7C-F7CEAC557066}" dt="2026-07-26T09:20:26.179" v="6391" actId="2711"/>
          <ac:spMkLst>
            <pc:docMk/>
            <pc:sldMk cId="0" sldId="259"/>
            <ac:spMk id="8" creationId="{00000000-0000-0000-0000-000000000000}"/>
          </ac:spMkLst>
        </pc:spChg>
        <pc:spChg chg="mod">
          <ac:chgData name="Dasandhi, Moumita" userId="9df2b294-5712-4986-9743-bef54d7b8802" providerId="ADAL" clId="{5EA009D7-65DD-508A-9C7C-F7CEAC557066}" dt="2026-07-26T09:28:23.456" v="6461" actId="255"/>
          <ac:spMkLst>
            <pc:docMk/>
            <pc:sldMk cId="0" sldId="259"/>
            <ac:spMk id="11" creationId="{00000000-0000-0000-0000-000000000000}"/>
          </ac:spMkLst>
        </pc:spChg>
        <pc:spChg chg="mod">
          <ac:chgData name="Dasandhi, Moumita" userId="9df2b294-5712-4986-9743-bef54d7b8802" providerId="ADAL" clId="{5EA009D7-65DD-508A-9C7C-F7CEAC557066}" dt="2026-07-26T09:28:12.719" v="6459" actId="2711"/>
          <ac:spMkLst>
            <pc:docMk/>
            <pc:sldMk cId="0" sldId="259"/>
            <ac:spMk id="12" creationId="{00000000-0000-0000-0000-000000000000}"/>
          </ac:spMkLst>
        </pc:spChg>
        <pc:spChg chg="mod">
          <ac:chgData name="Dasandhi, Moumita" userId="9df2b294-5712-4986-9743-bef54d7b8802" providerId="ADAL" clId="{5EA009D7-65DD-508A-9C7C-F7CEAC557066}" dt="2026-07-26T09:28:33.827" v="6463" actId="255"/>
          <ac:spMkLst>
            <pc:docMk/>
            <pc:sldMk cId="0" sldId="259"/>
            <ac:spMk id="15" creationId="{00000000-0000-0000-0000-000000000000}"/>
          </ac:spMkLst>
        </pc:spChg>
        <pc:spChg chg="mod">
          <ac:chgData name="Dasandhi, Moumita" userId="9df2b294-5712-4986-9743-bef54d7b8802" providerId="ADAL" clId="{5EA009D7-65DD-508A-9C7C-F7CEAC557066}" dt="2026-07-26T09:08:52.367" v="6215" actId="20577"/>
          <ac:spMkLst>
            <pc:docMk/>
            <pc:sldMk cId="0" sldId="259"/>
            <ac:spMk id="16" creationId="{00000000-0000-0000-0000-000000000000}"/>
          </ac:spMkLst>
        </pc:spChg>
        <pc:spChg chg="mod">
          <ac:chgData name="Dasandhi, Moumita" userId="9df2b294-5712-4986-9743-bef54d7b8802" providerId="ADAL" clId="{5EA009D7-65DD-508A-9C7C-F7CEAC557066}" dt="2026-07-26T09:07:43.593" v="6196" actId="14100"/>
          <ac:spMkLst>
            <pc:docMk/>
            <pc:sldMk cId="0" sldId="259"/>
            <ac:spMk id="17" creationId="{00000000-0000-0000-0000-000000000000}"/>
          </ac:spMkLst>
        </pc:spChg>
        <pc:spChg chg="mod">
          <ac:chgData name="Dasandhi, Moumita" userId="9df2b294-5712-4986-9743-bef54d7b8802" providerId="ADAL" clId="{5EA009D7-65DD-508A-9C7C-F7CEAC557066}" dt="2026-07-26T09:07:42.272" v="6193" actId="1076"/>
          <ac:spMkLst>
            <pc:docMk/>
            <pc:sldMk cId="0" sldId="259"/>
            <ac:spMk id="18" creationId="{00000000-0000-0000-0000-000000000000}"/>
          </ac:spMkLst>
        </pc:spChg>
        <pc:spChg chg="mod">
          <ac:chgData name="Dasandhi, Moumita" userId="9df2b294-5712-4986-9743-bef54d7b8802" providerId="ADAL" clId="{5EA009D7-65DD-508A-9C7C-F7CEAC557066}" dt="2026-07-26T09:29:14.415" v="6471" actId="1076"/>
          <ac:spMkLst>
            <pc:docMk/>
            <pc:sldMk cId="0" sldId="259"/>
            <ac:spMk id="19" creationId="{00000000-0000-0000-0000-000000000000}"/>
          </ac:spMkLst>
        </pc:spChg>
        <pc:spChg chg="mod">
          <ac:chgData name="Dasandhi, Moumita" userId="9df2b294-5712-4986-9743-bef54d7b8802" providerId="ADAL" clId="{5EA009D7-65DD-508A-9C7C-F7CEAC557066}" dt="2026-07-26T09:29:23.177" v="6472" actId="255"/>
          <ac:spMkLst>
            <pc:docMk/>
            <pc:sldMk cId="0" sldId="259"/>
            <ac:spMk id="20" creationId="{00000000-0000-0000-0000-000000000000}"/>
          </ac:spMkLst>
        </pc:spChg>
      </pc:sldChg>
      <pc:sldChg chg="modSp mod">
        <pc:chgData name="Dasandhi, Moumita" userId="9df2b294-5712-4986-9743-bef54d7b8802" providerId="ADAL" clId="{5EA009D7-65DD-508A-9C7C-F7CEAC557066}" dt="2026-07-26T09:22:06.092" v="6399" actId="255"/>
        <pc:sldMkLst>
          <pc:docMk/>
          <pc:sldMk cId="1297570660" sldId="260"/>
        </pc:sldMkLst>
        <pc:spChg chg="mod">
          <ac:chgData name="Dasandhi, Moumita" userId="9df2b294-5712-4986-9743-bef54d7b8802" providerId="ADAL" clId="{5EA009D7-65DD-508A-9C7C-F7CEAC557066}" dt="2026-07-26T09:22:06.092" v="6399" actId="255"/>
          <ac:spMkLst>
            <pc:docMk/>
            <pc:sldMk cId="1297570660" sldId="260"/>
            <ac:spMk id="5" creationId="{00000000-0000-0000-0000-000000000000}"/>
          </ac:spMkLst>
        </pc:spChg>
      </pc:sldChg>
      <pc:sldChg chg="addSp delSp modSp mod">
        <pc:chgData name="Dasandhi, Moumita" userId="9df2b294-5712-4986-9743-bef54d7b8802" providerId="ADAL" clId="{5EA009D7-65DD-508A-9C7C-F7CEAC557066}" dt="2026-07-26T09:42:07.770" v="6570" actId="478"/>
        <pc:sldMkLst>
          <pc:docMk/>
          <pc:sldMk cId="0" sldId="268"/>
        </pc:sldMkLst>
        <pc:spChg chg="mod">
          <ac:chgData name="Dasandhi, Moumita" userId="9df2b294-5712-4986-9743-bef54d7b8802" providerId="ADAL" clId="{5EA009D7-65DD-508A-9C7C-F7CEAC557066}" dt="2026-07-26T09:29:47.214" v="6474" actId="108"/>
          <ac:spMkLst>
            <pc:docMk/>
            <pc:sldMk cId="0" sldId="268"/>
            <ac:spMk id="5" creationId="{00000000-0000-0000-0000-000000000000}"/>
          </ac:spMkLst>
        </pc:spChg>
        <pc:spChg chg="mod">
          <ac:chgData name="Dasandhi, Moumita" userId="9df2b294-5712-4986-9743-bef54d7b8802" providerId="ADAL" clId="{5EA009D7-65DD-508A-9C7C-F7CEAC557066}" dt="2026-07-26T09:29:48.812" v="6475" actId="108"/>
          <ac:spMkLst>
            <pc:docMk/>
            <pc:sldMk cId="0" sldId="268"/>
            <ac:spMk id="7" creationId="{00000000-0000-0000-0000-000000000000}"/>
          </ac:spMkLst>
        </pc:spChg>
        <pc:spChg chg="mod">
          <ac:chgData name="Dasandhi, Moumita" userId="9df2b294-5712-4986-9743-bef54d7b8802" providerId="ADAL" clId="{5EA009D7-65DD-508A-9C7C-F7CEAC557066}" dt="2026-07-26T09:14:09.090" v="6296" actId="20577"/>
          <ac:spMkLst>
            <pc:docMk/>
            <pc:sldMk cId="0" sldId="268"/>
            <ac:spMk id="8" creationId="{00000000-0000-0000-0000-000000000000}"/>
          </ac:spMkLst>
        </pc:spChg>
        <pc:spChg chg="mod">
          <ac:chgData name="Dasandhi, Moumita" userId="9df2b294-5712-4986-9743-bef54d7b8802" providerId="ADAL" clId="{5EA009D7-65DD-508A-9C7C-F7CEAC557066}" dt="2026-07-26T09:29:54.311" v="6479" actId="108"/>
          <ac:spMkLst>
            <pc:docMk/>
            <pc:sldMk cId="0" sldId="268"/>
            <ac:spMk id="9" creationId="{00000000-0000-0000-0000-000000000000}"/>
          </ac:spMkLst>
        </pc:spChg>
        <pc:spChg chg="mod">
          <ac:chgData name="Dasandhi, Moumita" userId="9df2b294-5712-4986-9743-bef54d7b8802" providerId="ADAL" clId="{5EA009D7-65DD-508A-9C7C-F7CEAC557066}" dt="2026-07-26T09:29:55.386" v="6480" actId="108"/>
          <ac:spMkLst>
            <pc:docMk/>
            <pc:sldMk cId="0" sldId="268"/>
            <ac:spMk id="11" creationId="{00000000-0000-0000-0000-000000000000}"/>
          </ac:spMkLst>
        </pc:spChg>
        <pc:spChg chg="mod">
          <ac:chgData name="Dasandhi, Moumita" userId="9df2b294-5712-4986-9743-bef54d7b8802" providerId="ADAL" clId="{5EA009D7-65DD-508A-9C7C-F7CEAC557066}" dt="2026-07-26T09:17:14.468" v="6372" actId="255"/>
          <ac:spMkLst>
            <pc:docMk/>
            <pc:sldMk cId="0" sldId="268"/>
            <ac:spMk id="12" creationId="{00000000-0000-0000-0000-000000000000}"/>
          </ac:spMkLst>
        </pc:spChg>
        <pc:spChg chg="mod">
          <ac:chgData name="Dasandhi, Moumita" userId="9df2b294-5712-4986-9743-bef54d7b8802" providerId="ADAL" clId="{5EA009D7-65DD-508A-9C7C-F7CEAC557066}" dt="2026-07-26T09:29:58.037" v="6482" actId="108"/>
          <ac:spMkLst>
            <pc:docMk/>
            <pc:sldMk cId="0" sldId="268"/>
            <ac:spMk id="13" creationId="{00000000-0000-0000-0000-000000000000}"/>
          </ac:spMkLst>
        </pc:spChg>
        <pc:spChg chg="mod">
          <ac:chgData name="Dasandhi, Moumita" userId="9df2b294-5712-4986-9743-bef54d7b8802" providerId="ADAL" clId="{5EA009D7-65DD-508A-9C7C-F7CEAC557066}" dt="2026-07-26T09:29:58.963" v="6483" actId="108"/>
          <ac:spMkLst>
            <pc:docMk/>
            <pc:sldMk cId="0" sldId="268"/>
            <ac:spMk id="15" creationId="{00000000-0000-0000-0000-000000000000}"/>
          </ac:spMkLst>
        </pc:spChg>
        <pc:spChg chg="mod">
          <ac:chgData name="Dasandhi, Moumita" userId="9df2b294-5712-4986-9743-bef54d7b8802" providerId="ADAL" clId="{5EA009D7-65DD-508A-9C7C-F7CEAC557066}" dt="2026-07-26T09:16:18.570" v="6368" actId="12"/>
          <ac:spMkLst>
            <pc:docMk/>
            <pc:sldMk cId="0" sldId="268"/>
            <ac:spMk id="16" creationId="{00000000-0000-0000-0000-000000000000}"/>
          </ac:spMkLst>
        </pc:spChg>
        <pc:spChg chg="add del mod">
          <ac:chgData name="Dasandhi, Moumita" userId="9df2b294-5712-4986-9743-bef54d7b8802" providerId="ADAL" clId="{5EA009D7-65DD-508A-9C7C-F7CEAC557066}" dt="2026-07-26T09:42:07.770" v="6570" actId="478"/>
          <ac:spMkLst>
            <pc:docMk/>
            <pc:sldMk cId="0" sldId="268"/>
            <ac:spMk id="17" creationId="{00000000-0000-0000-0000-000000000000}"/>
          </ac:spMkLst>
        </pc:spChg>
        <pc:spChg chg="mod">
          <ac:chgData name="Dasandhi, Moumita" userId="9df2b294-5712-4986-9743-bef54d7b8802" providerId="ADAL" clId="{5EA009D7-65DD-508A-9C7C-F7CEAC557066}" dt="2026-07-26T09:42:07.320" v="6569" actId="207"/>
          <ac:spMkLst>
            <pc:docMk/>
            <pc:sldMk cId="0" sldId="268"/>
            <ac:spMk id="18" creationId="{00000000-0000-0000-0000-000000000000}"/>
          </ac:spMkLst>
        </pc:spChg>
      </pc:sldChg>
      <pc:sldChg chg="modSp mod">
        <pc:chgData name="Dasandhi, Moumita" userId="9df2b294-5712-4986-9743-bef54d7b8802" providerId="ADAL" clId="{5EA009D7-65DD-508A-9C7C-F7CEAC557066}" dt="2026-07-26T09:44:19.843" v="6592" actId="108"/>
        <pc:sldMkLst>
          <pc:docMk/>
          <pc:sldMk cId="0" sldId="270"/>
        </pc:sldMkLst>
        <pc:spChg chg="mod">
          <ac:chgData name="Dasandhi, Moumita" userId="9df2b294-5712-4986-9743-bef54d7b8802" providerId="ADAL" clId="{5EA009D7-65DD-508A-9C7C-F7CEAC557066}" dt="2026-07-26T09:30:14.634" v="6484" actId="108"/>
          <ac:spMkLst>
            <pc:docMk/>
            <pc:sldMk cId="0" sldId="270"/>
            <ac:spMk id="7" creationId="{00000000-0000-0000-0000-000000000000}"/>
          </ac:spMkLst>
        </pc:spChg>
        <pc:spChg chg="mod">
          <ac:chgData name="Dasandhi, Moumita" userId="9df2b294-5712-4986-9743-bef54d7b8802" providerId="ADAL" clId="{5EA009D7-65DD-508A-9C7C-F7CEAC557066}" dt="2026-07-26T09:32:51.357" v="6521" actId="20577"/>
          <ac:spMkLst>
            <pc:docMk/>
            <pc:sldMk cId="0" sldId="270"/>
            <ac:spMk id="8" creationId="{00000000-0000-0000-0000-000000000000}"/>
          </ac:spMkLst>
        </pc:spChg>
        <pc:spChg chg="mod">
          <ac:chgData name="Dasandhi, Moumita" userId="9df2b294-5712-4986-9743-bef54d7b8802" providerId="ADAL" clId="{5EA009D7-65DD-508A-9C7C-F7CEAC557066}" dt="2026-07-26T09:30:20.939" v="6488" actId="108"/>
          <ac:spMkLst>
            <pc:docMk/>
            <pc:sldMk cId="0" sldId="270"/>
            <ac:spMk id="9" creationId="{00000000-0000-0000-0000-000000000000}"/>
          </ac:spMkLst>
        </pc:spChg>
        <pc:spChg chg="mod">
          <ac:chgData name="Dasandhi, Moumita" userId="9df2b294-5712-4986-9743-bef54d7b8802" providerId="ADAL" clId="{5EA009D7-65DD-508A-9C7C-F7CEAC557066}" dt="2026-07-26T09:30:21.823" v="6489" actId="108"/>
          <ac:spMkLst>
            <pc:docMk/>
            <pc:sldMk cId="0" sldId="270"/>
            <ac:spMk id="11" creationId="{00000000-0000-0000-0000-000000000000}"/>
          </ac:spMkLst>
        </pc:spChg>
        <pc:spChg chg="mod">
          <ac:chgData name="Dasandhi, Moumita" userId="9df2b294-5712-4986-9743-bef54d7b8802" providerId="ADAL" clId="{5EA009D7-65DD-508A-9C7C-F7CEAC557066}" dt="2026-07-26T09:33:18.051" v="6530" actId="20577"/>
          <ac:spMkLst>
            <pc:docMk/>
            <pc:sldMk cId="0" sldId="270"/>
            <ac:spMk id="12" creationId="{00000000-0000-0000-0000-000000000000}"/>
          </ac:spMkLst>
        </pc:spChg>
        <pc:spChg chg="mod">
          <ac:chgData name="Dasandhi, Moumita" userId="9df2b294-5712-4986-9743-bef54d7b8802" providerId="ADAL" clId="{5EA009D7-65DD-508A-9C7C-F7CEAC557066}" dt="2026-07-26T09:30:23.669" v="6490" actId="108"/>
          <ac:spMkLst>
            <pc:docMk/>
            <pc:sldMk cId="0" sldId="270"/>
            <ac:spMk id="15" creationId="{00000000-0000-0000-0000-000000000000}"/>
          </ac:spMkLst>
        </pc:spChg>
        <pc:spChg chg="mod">
          <ac:chgData name="Dasandhi, Moumita" userId="9df2b294-5712-4986-9743-bef54d7b8802" providerId="ADAL" clId="{5EA009D7-65DD-508A-9C7C-F7CEAC557066}" dt="2026-07-26T09:33:28.349" v="6536" actId="20577"/>
          <ac:spMkLst>
            <pc:docMk/>
            <pc:sldMk cId="0" sldId="270"/>
            <ac:spMk id="16" creationId="{00000000-0000-0000-0000-000000000000}"/>
          </ac:spMkLst>
        </pc:spChg>
        <pc:spChg chg="mod">
          <ac:chgData name="Dasandhi, Moumita" userId="9df2b294-5712-4986-9743-bef54d7b8802" providerId="ADAL" clId="{5EA009D7-65DD-508A-9C7C-F7CEAC557066}" dt="2026-07-26T09:42:53.098" v="6578" actId="108"/>
          <ac:spMkLst>
            <pc:docMk/>
            <pc:sldMk cId="0" sldId="270"/>
            <ac:spMk id="17" creationId="{00000000-0000-0000-0000-000000000000}"/>
          </ac:spMkLst>
        </pc:spChg>
        <pc:spChg chg="mod">
          <ac:chgData name="Dasandhi, Moumita" userId="9df2b294-5712-4986-9743-bef54d7b8802" providerId="ADAL" clId="{5EA009D7-65DD-508A-9C7C-F7CEAC557066}" dt="2026-07-26T09:44:19.843" v="6592" actId="108"/>
          <ac:spMkLst>
            <pc:docMk/>
            <pc:sldMk cId="0" sldId="270"/>
            <ac:spMk id="18" creationId="{00000000-0000-0000-0000-000000000000}"/>
          </ac:spMkLst>
        </pc:spChg>
      </pc:sldChg>
      <pc:sldChg chg="modSp mod">
        <pc:chgData name="Dasandhi, Moumita" userId="9df2b294-5712-4986-9743-bef54d7b8802" providerId="ADAL" clId="{5EA009D7-65DD-508A-9C7C-F7CEAC557066}" dt="2026-07-26T09:34:12.234" v="6555" actId="20577"/>
        <pc:sldMkLst>
          <pc:docMk/>
          <pc:sldMk cId="0" sldId="271"/>
        </pc:sldMkLst>
        <pc:spChg chg="mod">
          <ac:chgData name="Dasandhi, Moumita" userId="9df2b294-5712-4986-9743-bef54d7b8802" providerId="ADAL" clId="{5EA009D7-65DD-508A-9C7C-F7CEAC557066}" dt="2026-07-26T09:30:27.837" v="6491" actId="108"/>
          <ac:spMkLst>
            <pc:docMk/>
            <pc:sldMk cId="0" sldId="271"/>
            <ac:spMk id="7" creationId="{00000000-0000-0000-0000-000000000000}"/>
          </ac:spMkLst>
        </pc:spChg>
        <pc:spChg chg="mod">
          <ac:chgData name="Dasandhi, Moumita" userId="9df2b294-5712-4986-9743-bef54d7b8802" providerId="ADAL" clId="{5EA009D7-65DD-508A-9C7C-F7CEAC557066}" dt="2026-07-26T09:33:55.200" v="6543" actId="20577"/>
          <ac:spMkLst>
            <pc:docMk/>
            <pc:sldMk cId="0" sldId="271"/>
            <ac:spMk id="8" creationId="{00000000-0000-0000-0000-000000000000}"/>
          </ac:spMkLst>
        </pc:spChg>
        <pc:spChg chg="mod">
          <ac:chgData name="Dasandhi, Moumita" userId="9df2b294-5712-4986-9743-bef54d7b8802" providerId="ADAL" clId="{5EA009D7-65DD-508A-9C7C-F7CEAC557066}" dt="2026-07-26T09:30:30.400" v="6493" actId="108"/>
          <ac:spMkLst>
            <pc:docMk/>
            <pc:sldMk cId="0" sldId="271"/>
            <ac:spMk id="9" creationId="{00000000-0000-0000-0000-000000000000}"/>
          </ac:spMkLst>
        </pc:spChg>
        <pc:spChg chg="mod">
          <ac:chgData name="Dasandhi, Moumita" userId="9df2b294-5712-4986-9743-bef54d7b8802" providerId="ADAL" clId="{5EA009D7-65DD-508A-9C7C-F7CEAC557066}" dt="2026-07-26T09:30:31.352" v="6494" actId="108"/>
          <ac:spMkLst>
            <pc:docMk/>
            <pc:sldMk cId="0" sldId="271"/>
            <ac:spMk id="11" creationId="{00000000-0000-0000-0000-000000000000}"/>
          </ac:spMkLst>
        </pc:spChg>
        <pc:spChg chg="mod">
          <ac:chgData name="Dasandhi, Moumita" userId="9df2b294-5712-4986-9743-bef54d7b8802" providerId="ADAL" clId="{5EA009D7-65DD-508A-9C7C-F7CEAC557066}" dt="2026-07-26T09:33:59.544" v="6547" actId="20577"/>
          <ac:spMkLst>
            <pc:docMk/>
            <pc:sldMk cId="0" sldId="271"/>
            <ac:spMk id="12" creationId="{00000000-0000-0000-0000-000000000000}"/>
          </ac:spMkLst>
        </pc:spChg>
        <pc:spChg chg="mod">
          <ac:chgData name="Dasandhi, Moumita" userId="9df2b294-5712-4986-9743-bef54d7b8802" providerId="ADAL" clId="{5EA009D7-65DD-508A-9C7C-F7CEAC557066}" dt="2026-07-26T09:31:04.494" v="6498" actId="108"/>
          <ac:spMkLst>
            <pc:docMk/>
            <pc:sldMk cId="0" sldId="271"/>
            <ac:spMk id="15" creationId="{00000000-0000-0000-0000-000000000000}"/>
          </ac:spMkLst>
        </pc:spChg>
        <pc:spChg chg="mod">
          <ac:chgData name="Dasandhi, Moumita" userId="9df2b294-5712-4986-9743-bef54d7b8802" providerId="ADAL" clId="{5EA009D7-65DD-508A-9C7C-F7CEAC557066}" dt="2026-07-26T09:34:12.234" v="6555" actId="20577"/>
          <ac:spMkLst>
            <pc:docMk/>
            <pc:sldMk cId="0" sldId="271"/>
            <ac:spMk id="16" creationId="{00000000-0000-0000-0000-000000000000}"/>
          </ac:spMkLst>
        </pc:spChg>
      </pc:sldChg>
      <pc:sldChg chg="modSp mod">
        <pc:chgData name="Dasandhi, Moumita" userId="9df2b294-5712-4986-9743-bef54d7b8802" providerId="ADAL" clId="{5EA009D7-65DD-508A-9C7C-F7CEAC557066}" dt="2026-07-26T10:26:27.421" v="7205"/>
        <pc:sldMkLst>
          <pc:docMk/>
          <pc:sldMk cId="0" sldId="273"/>
        </pc:sldMkLst>
        <pc:spChg chg="mod">
          <ac:chgData name="Dasandhi, Moumita" userId="9df2b294-5712-4986-9743-bef54d7b8802" providerId="ADAL" clId="{5EA009D7-65DD-508A-9C7C-F7CEAC557066}" dt="2026-07-26T09:34:40.682" v="6559" actId="1076"/>
          <ac:spMkLst>
            <pc:docMk/>
            <pc:sldMk cId="0" sldId="273"/>
            <ac:spMk id="4" creationId="{00000000-0000-0000-0000-000000000000}"/>
          </ac:spMkLst>
        </pc:spChg>
        <pc:graphicFrameChg chg="mod modGraphic">
          <ac:chgData name="Dasandhi, Moumita" userId="9df2b294-5712-4986-9743-bef54d7b8802" providerId="ADAL" clId="{5EA009D7-65DD-508A-9C7C-F7CEAC557066}" dt="2026-07-26T10:26:27.421" v="7205"/>
          <ac:graphicFrameMkLst>
            <pc:docMk/>
            <pc:sldMk cId="0" sldId="273"/>
            <ac:graphicFrameMk id="19" creationId="{00000000-0000-0000-0000-000000000000}"/>
          </ac:graphicFrameMkLst>
        </pc:graphicFrameChg>
      </pc:sldChg>
      <pc:sldChg chg="modSp mod">
        <pc:chgData name="Dasandhi, Moumita" userId="9df2b294-5712-4986-9743-bef54d7b8802" providerId="ADAL" clId="{5EA009D7-65DD-508A-9C7C-F7CEAC557066}" dt="2026-07-26T09:48:06.522" v="6673" actId="122"/>
        <pc:sldMkLst>
          <pc:docMk/>
          <pc:sldMk cId="0" sldId="275"/>
        </pc:sldMkLst>
        <pc:spChg chg="mod">
          <ac:chgData name="Dasandhi, Moumita" userId="9df2b294-5712-4986-9743-bef54d7b8802" providerId="ADAL" clId="{5EA009D7-65DD-508A-9C7C-F7CEAC557066}" dt="2026-07-26T09:48:01.484" v="6672" actId="122"/>
          <ac:spMkLst>
            <pc:docMk/>
            <pc:sldMk cId="0" sldId="275"/>
            <ac:spMk id="7" creationId="{00000000-0000-0000-0000-000000000000}"/>
          </ac:spMkLst>
        </pc:spChg>
        <pc:spChg chg="mod">
          <ac:chgData name="Dasandhi, Moumita" userId="9df2b294-5712-4986-9743-bef54d7b8802" providerId="ADAL" clId="{5EA009D7-65DD-508A-9C7C-F7CEAC557066}" dt="2026-07-26T09:45:44.171" v="6618" actId="255"/>
          <ac:spMkLst>
            <pc:docMk/>
            <pc:sldMk cId="0" sldId="275"/>
            <ac:spMk id="8" creationId="{00000000-0000-0000-0000-000000000000}"/>
          </ac:spMkLst>
        </pc:spChg>
        <pc:spChg chg="mod">
          <ac:chgData name="Dasandhi, Moumita" userId="9df2b294-5712-4986-9743-bef54d7b8802" providerId="ADAL" clId="{5EA009D7-65DD-508A-9C7C-F7CEAC557066}" dt="2026-07-26T09:46:03.228" v="6623" actId="108"/>
          <ac:spMkLst>
            <pc:docMk/>
            <pc:sldMk cId="0" sldId="275"/>
            <ac:spMk id="9" creationId="{00000000-0000-0000-0000-000000000000}"/>
          </ac:spMkLst>
        </pc:spChg>
        <pc:spChg chg="mod">
          <ac:chgData name="Dasandhi, Moumita" userId="9df2b294-5712-4986-9743-bef54d7b8802" providerId="ADAL" clId="{5EA009D7-65DD-508A-9C7C-F7CEAC557066}" dt="2026-07-26T09:48:06.522" v="6673" actId="122"/>
          <ac:spMkLst>
            <pc:docMk/>
            <pc:sldMk cId="0" sldId="275"/>
            <ac:spMk id="11" creationId="{00000000-0000-0000-0000-000000000000}"/>
          </ac:spMkLst>
        </pc:spChg>
        <pc:spChg chg="mod">
          <ac:chgData name="Dasandhi, Moumita" userId="9df2b294-5712-4986-9743-bef54d7b8802" providerId="ADAL" clId="{5EA009D7-65DD-508A-9C7C-F7CEAC557066}" dt="2026-07-26T09:47:03.912" v="6648" actId="14100"/>
          <ac:spMkLst>
            <pc:docMk/>
            <pc:sldMk cId="0" sldId="275"/>
            <ac:spMk id="12" creationId="{00000000-0000-0000-0000-000000000000}"/>
          </ac:spMkLst>
        </pc:spChg>
      </pc:sldChg>
      <pc:sldChg chg="modSp mod">
        <pc:chgData name="Dasandhi, Moumita" userId="9df2b294-5712-4986-9743-bef54d7b8802" providerId="ADAL" clId="{5EA009D7-65DD-508A-9C7C-F7CEAC557066}" dt="2026-07-26T09:51:55.984" v="6769" actId="14100"/>
        <pc:sldMkLst>
          <pc:docMk/>
          <pc:sldMk cId="0" sldId="276"/>
        </pc:sldMkLst>
        <pc:spChg chg="mod">
          <ac:chgData name="Dasandhi, Moumita" userId="9df2b294-5712-4986-9743-bef54d7b8802" providerId="ADAL" clId="{5EA009D7-65DD-508A-9C7C-F7CEAC557066}" dt="2026-07-26T09:51:55.984" v="6769" actId="14100"/>
          <ac:spMkLst>
            <pc:docMk/>
            <pc:sldMk cId="0" sldId="276"/>
            <ac:spMk id="5" creationId="{00000000-0000-0000-0000-000000000000}"/>
          </ac:spMkLst>
        </pc:spChg>
        <pc:spChg chg="mod">
          <ac:chgData name="Dasandhi, Moumita" userId="9df2b294-5712-4986-9743-bef54d7b8802" providerId="ADAL" clId="{5EA009D7-65DD-508A-9C7C-F7CEAC557066}" dt="2026-07-26T09:46:13.597" v="6627" actId="108"/>
          <ac:spMkLst>
            <pc:docMk/>
            <pc:sldMk cId="0" sldId="276"/>
            <ac:spMk id="7" creationId="{00000000-0000-0000-0000-000000000000}"/>
          </ac:spMkLst>
        </pc:spChg>
        <pc:spChg chg="mod">
          <ac:chgData name="Dasandhi, Moumita" userId="9df2b294-5712-4986-9743-bef54d7b8802" providerId="ADAL" clId="{5EA009D7-65DD-508A-9C7C-F7CEAC557066}" dt="2026-07-26T09:50:48.287" v="6754" actId="255"/>
          <ac:spMkLst>
            <pc:docMk/>
            <pc:sldMk cId="0" sldId="276"/>
            <ac:spMk id="8" creationId="{00000000-0000-0000-0000-000000000000}"/>
          </ac:spMkLst>
        </pc:spChg>
        <pc:spChg chg="mod">
          <ac:chgData name="Dasandhi, Moumita" userId="9df2b294-5712-4986-9743-bef54d7b8802" providerId="ADAL" clId="{5EA009D7-65DD-508A-9C7C-F7CEAC557066}" dt="2026-07-26T09:51:52.565" v="6768" actId="14100"/>
          <ac:spMkLst>
            <pc:docMk/>
            <pc:sldMk cId="0" sldId="276"/>
            <ac:spMk id="9" creationId="{00000000-0000-0000-0000-000000000000}"/>
          </ac:spMkLst>
        </pc:spChg>
        <pc:spChg chg="mod">
          <ac:chgData name="Dasandhi, Moumita" userId="9df2b294-5712-4986-9743-bef54d7b8802" providerId="ADAL" clId="{5EA009D7-65DD-508A-9C7C-F7CEAC557066}" dt="2026-07-26T09:46:14.733" v="6628" actId="108"/>
          <ac:spMkLst>
            <pc:docMk/>
            <pc:sldMk cId="0" sldId="276"/>
            <ac:spMk id="11" creationId="{00000000-0000-0000-0000-000000000000}"/>
          </ac:spMkLst>
        </pc:spChg>
        <pc:spChg chg="mod">
          <ac:chgData name="Dasandhi, Moumita" userId="9df2b294-5712-4986-9743-bef54d7b8802" providerId="ADAL" clId="{5EA009D7-65DD-508A-9C7C-F7CEAC557066}" dt="2026-07-26T09:50:43.282" v="6753" actId="255"/>
          <ac:spMkLst>
            <pc:docMk/>
            <pc:sldMk cId="0" sldId="276"/>
            <ac:spMk id="12" creationId="{00000000-0000-0000-0000-000000000000}"/>
          </ac:spMkLst>
        </pc:spChg>
        <pc:spChg chg="mod">
          <ac:chgData name="Dasandhi, Moumita" userId="9df2b294-5712-4986-9743-bef54d7b8802" providerId="ADAL" clId="{5EA009D7-65DD-508A-9C7C-F7CEAC557066}" dt="2026-07-26T09:51:47.256" v="6767" actId="14100"/>
          <ac:spMkLst>
            <pc:docMk/>
            <pc:sldMk cId="0" sldId="276"/>
            <ac:spMk id="13" creationId="{00000000-0000-0000-0000-000000000000}"/>
          </ac:spMkLst>
        </pc:spChg>
        <pc:spChg chg="mod">
          <ac:chgData name="Dasandhi, Moumita" userId="9df2b294-5712-4986-9743-bef54d7b8802" providerId="ADAL" clId="{5EA009D7-65DD-508A-9C7C-F7CEAC557066}" dt="2026-07-26T09:46:18.165" v="6631" actId="108"/>
          <ac:spMkLst>
            <pc:docMk/>
            <pc:sldMk cId="0" sldId="276"/>
            <ac:spMk id="15" creationId="{00000000-0000-0000-0000-000000000000}"/>
          </ac:spMkLst>
        </pc:spChg>
        <pc:spChg chg="mod">
          <ac:chgData name="Dasandhi, Moumita" userId="9df2b294-5712-4986-9743-bef54d7b8802" providerId="ADAL" clId="{5EA009D7-65DD-508A-9C7C-F7CEAC557066}" dt="2026-07-26T09:51:27.812" v="6764" actId="20577"/>
          <ac:spMkLst>
            <pc:docMk/>
            <pc:sldMk cId="0" sldId="276"/>
            <ac:spMk id="16" creationId="{00000000-0000-0000-0000-000000000000}"/>
          </ac:spMkLst>
        </pc:spChg>
        <pc:spChg chg="mod">
          <ac:chgData name="Dasandhi, Moumita" userId="9df2b294-5712-4986-9743-bef54d7b8802" providerId="ADAL" clId="{5EA009D7-65DD-508A-9C7C-F7CEAC557066}" dt="2026-07-26T09:51:37.399" v="6766" actId="1076"/>
          <ac:spMkLst>
            <pc:docMk/>
            <pc:sldMk cId="0" sldId="276"/>
            <ac:spMk id="17" creationId="{00000000-0000-0000-0000-000000000000}"/>
          </ac:spMkLst>
        </pc:spChg>
        <pc:spChg chg="mod">
          <ac:chgData name="Dasandhi, Moumita" userId="9df2b294-5712-4986-9743-bef54d7b8802" providerId="ADAL" clId="{5EA009D7-65DD-508A-9C7C-F7CEAC557066}" dt="2026-07-26T09:51:33.381" v="6765" actId="1076"/>
          <ac:spMkLst>
            <pc:docMk/>
            <pc:sldMk cId="0" sldId="276"/>
            <ac:spMk id="18" creationId="{00000000-0000-0000-0000-000000000000}"/>
          </ac:spMkLst>
        </pc:spChg>
      </pc:sldChg>
      <pc:sldChg chg="delSp modSp mod">
        <pc:chgData name="Dasandhi, Moumita" userId="9df2b294-5712-4986-9743-bef54d7b8802" providerId="ADAL" clId="{5EA009D7-65DD-508A-9C7C-F7CEAC557066}" dt="2026-07-26T10:25:05.508" v="7202"/>
        <pc:sldMkLst>
          <pc:docMk/>
          <pc:sldMk cId="0" sldId="284"/>
        </pc:sldMkLst>
        <pc:spChg chg="del mod">
          <ac:chgData name="Dasandhi, Moumita" userId="9df2b294-5712-4986-9743-bef54d7b8802" providerId="ADAL" clId="{5EA009D7-65DD-508A-9C7C-F7CEAC557066}" dt="2026-07-25T09:56:09.481" v="204" actId="478"/>
          <ac:spMkLst>
            <pc:docMk/>
            <pc:sldMk cId="0" sldId="284"/>
            <ac:spMk id="6" creationId="{00000000-0000-0000-0000-000000000000}"/>
          </ac:spMkLst>
        </pc:spChg>
        <pc:spChg chg="del">
          <ac:chgData name="Dasandhi, Moumita" userId="9df2b294-5712-4986-9743-bef54d7b8802" providerId="ADAL" clId="{5EA009D7-65DD-508A-9C7C-F7CEAC557066}" dt="2026-07-25T09:56:11.882" v="205" actId="478"/>
          <ac:spMkLst>
            <pc:docMk/>
            <pc:sldMk cId="0" sldId="284"/>
            <ac:spMk id="7" creationId="{00000000-0000-0000-0000-000000000000}"/>
          </ac:spMkLst>
        </pc:spChg>
        <pc:graphicFrameChg chg="mod modGraphic">
          <ac:chgData name="Dasandhi, Moumita" userId="9df2b294-5712-4986-9743-bef54d7b8802" providerId="ADAL" clId="{5EA009D7-65DD-508A-9C7C-F7CEAC557066}" dt="2026-07-26T10:25:05.508" v="7202"/>
          <ac:graphicFrameMkLst>
            <pc:docMk/>
            <pc:sldMk cId="0" sldId="284"/>
            <ac:graphicFrameMk id="30" creationId="{00000000-0000-0000-0000-000000000000}"/>
          </ac:graphicFrameMkLst>
        </pc:graphicFrameChg>
      </pc:sldChg>
      <pc:sldChg chg="addSp delSp modSp mod">
        <pc:chgData name="Dasandhi, Moumita" userId="9df2b294-5712-4986-9743-bef54d7b8802" providerId="ADAL" clId="{5EA009D7-65DD-508A-9C7C-F7CEAC557066}" dt="2026-07-26T09:55:11.346" v="6795" actId="21"/>
        <pc:sldMkLst>
          <pc:docMk/>
          <pc:sldMk cId="0" sldId="287"/>
        </pc:sldMkLst>
        <pc:spChg chg="mod">
          <ac:chgData name="Dasandhi, Moumita" userId="9df2b294-5712-4986-9743-bef54d7b8802" providerId="ADAL" clId="{5EA009D7-65DD-508A-9C7C-F7CEAC557066}" dt="2026-07-25T09:40:13.590" v="45" actId="20577"/>
          <ac:spMkLst>
            <pc:docMk/>
            <pc:sldMk cId="0" sldId="287"/>
            <ac:spMk id="3" creationId="{00000000-0000-0000-0000-000000000000}"/>
          </ac:spMkLst>
        </pc:spChg>
        <pc:spChg chg="mod">
          <ac:chgData name="Dasandhi, Moumita" userId="9df2b294-5712-4986-9743-bef54d7b8802" providerId="ADAL" clId="{5EA009D7-65DD-508A-9C7C-F7CEAC557066}" dt="2026-07-25T09:38:23.795" v="34" actId="20577"/>
          <ac:spMkLst>
            <pc:docMk/>
            <pc:sldMk cId="0" sldId="287"/>
            <ac:spMk id="4" creationId="{00000000-0000-0000-0000-000000000000}"/>
          </ac:spMkLst>
        </pc:spChg>
        <pc:spChg chg="mod">
          <ac:chgData name="Dasandhi, Moumita" userId="9df2b294-5712-4986-9743-bef54d7b8802" providerId="ADAL" clId="{5EA009D7-65DD-508A-9C7C-F7CEAC557066}" dt="2026-07-26T09:53:01.010" v="6774" actId="255"/>
          <ac:spMkLst>
            <pc:docMk/>
            <pc:sldMk cId="0" sldId="287"/>
            <ac:spMk id="7" creationId="{00000000-0000-0000-0000-000000000000}"/>
          </ac:spMkLst>
        </pc:spChg>
        <pc:spChg chg="mod">
          <ac:chgData name="Dasandhi, Moumita" userId="9df2b294-5712-4986-9743-bef54d7b8802" providerId="ADAL" clId="{5EA009D7-65DD-508A-9C7C-F7CEAC557066}" dt="2026-07-26T09:53:54.282" v="6785" actId="113"/>
          <ac:spMkLst>
            <pc:docMk/>
            <pc:sldMk cId="0" sldId="287"/>
            <ac:spMk id="8" creationId="{00000000-0000-0000-0000-000000000000}"/>
          </ac:spMkLst>
        </pc:spChg>
        <pc:spChg chg="mod">
          <ac:chgData name="Dasandhi, Moumita" userId="9df2b294-5712-4986-9743-bef54d7b8802" providerId="ADAL" clId="{5EA009D7-65DD-508A-9C7C-F7CEAC557066}" dt="2026-07-26T09:54:23.862" v="6791" actId="113"/>
          <ac:spMkLst>
            <pc:docMk/>
            <pc:sldMk cId="0" sldId="287"/>
            <ac:spMk id="12" creationId="{00000000-0000-0000-0000-000000000000}"/>
          </ac:spMkLst>
        </pc:spChg>
        <pc:spChg chg="add del mod">
          <ac:chgData name="Dasandhi, Moumita" userId="9df2b294-5712-4986-9743-bef54d7b8802" providerId="ADAL" clId="{5EA009D7-65DD-508A-9C7C-F7CEAC557066}" dt="2026-07-26T09:55:04.440" v="6793" actId="21"/>
          <ac:spMkLst>
            <pc:docMk/>
            <pc:sldMk cId="0" sldId="287"/>
            <ac:spMk id="13" creationId="{03ADAB66-9F53-7083-9C10-51CFC3D62D77}"/>
          </ac:spMkLst>
        </pc:spChg>
        <pc:spChg chg="add del mod">
          <ac:chgData name="Dasandhi, Moumita" userId="9df2b294-5712-4986-9743-bef54d7b8802" providerId="ADAL" clId="{5EA009D7-65DD-508A-9C7C-F7CEAC557066}" dt="2026-07-26T09:55:11.346" v="6795" actId="21"/>
          <ac:spMkLst>
            <pc:docMk/>
            <pc:sldMk cId="0" sldId="287"/>
            <ac:spMk id="14" creationId="{FB01FE4C-4A03-B147-ACAB-A763792B0A18}"/>
          </ac:spMkLst>
        </pc:spChg>
        <pc:spChg chg="del">
          <ac:chgData name="Dasandhi, Moumita" userId="9df2b294-5712-4986-9743-bef54d7b8802" providerId="ADAL" clId="{5EA009D7-65DD-508A-9C7C-F7CEAC557066}" dt="2026-07-25T09:55:33.101" v="195" actId="478"/>
          <ac:spMkLst>
            <pc:docMk/>
            <pc:sldMk cId="0" sldId="287"/>
            <ac:spMk id="21" creationId="{00000000-0000-0000-0000-000000000000}"/>
          </ac:spMkLst>
        </pc:spChg>
        <pc:spChg chg="del">
          <ac:chgData name="Dasandhi, Moumita" userId="9df2b294-5712-4986-9743-bef54d7b8802" providerId="ADAL" clId="{5EA009D7-65DD-508A-9C7C-F7CEAC557066}" dt="2026-07-25T09:55:37.172" v="197" actId="478"/>
          <ac:spMkLst>
            <pc:docMk/>
            <pc:sldMk cId="0" sldId="287"/>
            <ac:spMk id="22" creationId="{00000000-0000-0000-0000-000000000000}"/>
          </ac:spMkLst>
        </pc:spChg>
        <pc:spChg chg="del">
          <ac:chgData name="Dasandhi, Moumita" userId="9df2b294-5712-4986-9743-bef54d7b8802" providerId="ADAL" clId="{5EA009D7-65DD-508A-9C7C-F7CEAC557066}" dt="2026-07-25T09:55:40.939" v="199" actId="478"/>
          <ac:spMkLst>
            <pc:docMk/>
            <pc:sldMk cId="0" sldId="287"/>
            <ac:spMk id="23" creationId="{00000000-0000-0000-0000-000000000000}"/>
          </ac:spMkLst>
        </pc:spChg>
      </pc:sldChg>
      <pc:sldChg chg="addSp modSp mod">
        <pc:chgData name="Dasandhi, Moumita" userId="9df2b294-5712-4986-9743-bef54d7b8802" providerId="ADAL" clId="{5EA009D7-65DD-508A-9C7C-F7CEAC557066}" dt="2026-07-25T19:14:42.161" v="5739" actId="1076"/>
        <pc:sldMkLst>
          <pc:docMk/>
          <pc:sldMk cId="0" sldId="288"/>
        </pc:sldMkLst>
        <pc:spChg chg="mod">
          <ac:chgData name="Dasandhi, Moumita" userId="9df2b294-5712-4986-9743-bef54d7b8802" providerId="ADAL" clId="{5EA009D7-65DD-508A-9C7C-F7CEAC557066}" dt="2026-07-25T10:08:58.432" v="240" actId="20577"/>
          <ac:spMkLst>
            <pc:docMk/>
            <pc:sldMk cId="0" sldId="288"/>
            <ac:spMk id="6" creationId="{00000000-0000-0000-0000-000000000000}"/>
          </ac:spMkLst>
        </pc:spChg>
        <pc:spChg chg="mod">
          <ac:chgData name="Dasandhi, Moumita" userId="9df2b294-5712-4986-9743-bef54d7b8802" providerId="ADAL" clId="{5EA009D7-65DD-508A-9C7C-F7CEAC557066}" dt="2026-07-25T10:09:13.610" v="248" actId="20577"/>
          <ac:spMkLst>
            <pc:docMk/>
            <pc:sldMk cId="0" sldId="288"/>
            <ac:spMk id="7" creationId="{00000000-0000-0000-0000-000000000000}"/>
          </ac:spMkLst>
        </pc:spChg>
        <pc:spChg chg="mod">
          <ac:chgData name="Dasandhi, Moumita" userId="9df2b294-5712-4986-9743-bef54d7b8802" providerId="ADAL" clId="{5EA009D7-65DD-508A-9C7C-F7CEAC557066}" dt="2026-07-25T10:09:20.084" v="254" actId="20577"/>
          <ac:spMkLst>
            <pc:docMk/>
            <pc:sldMk cId="0" sldId="288"/>
            <ac:spMk id="8" creationId="{00000000-0000-0000-0000-000000000000}"/>
          </ac:spMkLst>
        </pc:spChg>
        <pc:spChg chg="mod">
          <ac:chgData name="Dasandhi, Moumita" userId="9df2b294-5712-4986-9743-bef54d7b8802" providerId="ADAL" clId="{5EA009D7-65DD-508A-9C7C-F7CEAC557066}" dt="2026-07-25T19:14:34.903" v="5738" actId="1076"/>
          <ac:spMkLst>
            <pc:docMk/>
            <pc:sldMk cId="0" sldId="288"/>
            <ac:spMk id="9" creationId="{00000000-0000-0000-0000-000000000000}"/>
          </ac:spMkLst>
        </pc:spChg>
        <pc:spChg chg="mod">
          <ac:chgData name="Dasandhi, Moumita" userId="9df2b294-5712-4986-9743-bef54d7b8802" providerId="ADAL" clId="{5EA009D7-65DD-508A-9C7C-F7CEAC557066}" dt="2026-07-25T19:14:42.161" v="5739" actId="1076"/>
          <ac:spMkLst>
            <pc:docMk/>
            <pc:sldMk cId="0" sldId="288"/>
            <ac:spMk id="10" creationId="{00000000-0000-0000-0000-000000000000}"/>
          </ac:spMkLst>
        </pc:spChg>
        <pc:spChg chg="add mod">
          <ac:chgData name="Dasandhi, Moumita" userId="9df2b294-5712-4986-9743-bef54d7b8802" providerId="ADAL" clId="{5EA009D7-65DD-508A-9C7C-F7CEAC557066}" dt="2026-07-25T19:14:26.087" v="5737" actId="20577"/>
          <ac:spMkLst>
            <pc:docMk/>
            <pc:sldMk cId="0" sldId="288"/>
            <ac:spMk id="11" creationId="{D183CA41-D059-4098-D6D2-90F2EA3F67C3}"/>
          </ac:spMkLst>
        </pc:spChg>
      </pc:sldChg>
      <pc:sldChg chg="addSp modSp mod">
        <pc:chgData name="Dasandhi, Moumita" userId="9df2b294-5712-4986-9743-bef54d7b8802" providerId="ADAL" clId="{5EA009D7-65DD-508A-9C7C-F7CEAC557066}" dt="2026-07-26T10:41:27.224" v="7475" actId="1076"/>
        <pc:sldMkLst>
          <pc:docMk/>
          <pc:sldMk cId="0" sldId="289"/>
        </pc:sldMkLst>
        <pc:spChg chg="mod">
          <ac:chgData name="Dasandhi, Moumita" userId="9df2b294-5712-4986-9743-bef54d7b8802" providerId="ADAL" clId="{5EA009D7-65DD-508A-9C7C-F7CEAC557066}" dt="2026-07-25T10:10:00.511" v="258" actId="20577"/>
          <ac:spMkLst>
            <pc:docMk/>
            <pc:sldMk cId="0" sldId="289"/>
            <ac:spMk id="7" creationId="{00000000-0000-0000-0000-000000000000}"/>
          </ac:spMkLst>
        </pc:spChg>
        <pc:spChg chg="add mod">
          <ac:chgData name="Dasandhi, Moumita" userId="9df2b294-5712-4986-9743-bef54d7b8802" providerId="ADAL" clId="{5EA009D7-65DD-508A-9C7C-F7CEAC557066}" dt="2026-07-26T10:40:28.626" v="7442" actId="1076"/>
          <ac:spMkLst>
            <pc:docMk/>
            <pc:sldMk cId="0" sldId="289"/>
            <ac:spMk id="8" creationId="{960576B8-0C24-489A-C44A-1E0B2B0F9B97}"/>
          </ac:spMkLst>
        </pc:spChg>
        <pc:spChg chg="mod">
          <ac:chgData name="Dasandhi, Moumita" userId="9df2b294-5712-4986-9743-bef54d7b8802" providerId="ADAL" clId="{5EA009D7-65DD-508A-9C7C-F7CEAC557066}" dt="2026-07-25T10:10:17.958" v="286" actId="20577"/>
          <ac:spMkLst>
            <pc:docMk/>
            <pc:sldMk cId="0" sldId="289"/>
            <ac:spMk id="13" creationId="{00000000-0000-0000-0000-000000000000}"/>
          </ac:spMkLst>
        </pc:spChg>
        <pc:spChg chg="add mod">
          <ac:chgData name="Dasandhi, Moumita" userId="9df2b294-5712-4986-9743-bef54d7b8802" providerId="ADAL" clId="{5EA009D7-65DD-508A-9C7C-F7CEAC557066}" dt="2026-07-26T10:40:54.344" v="7448" actId="1076"/>
          <ac:spMkLst>
            <pc:docMk/>
            <pc:sldMk cId="0" sldId="289"/>
            <ac:spMk id="14" creationId="{673E900B-45A5-BB4D-2E78-327BA050B1E4}"/>
          </ac:spMkLst>
        </pc:spChg>
        <pc:spChg chg="mod">
          <ac:chgData name="Dasandhi, Moumita" userId="9df2b294-5712-4986-9743-bef54d7b8802" providerId="ADAL" clId="{5EA009D7-65DD-508A-9C7C-F7CEAC557066}" dt="2026-07-25T10:10:25.073" v="297" actId="20577"/>
          <ac:spMkLst>
            <pc:docMk/>
            <pc:sldMk cId="0" sldId="289"/>
            <ac:spMk id="19" creationId="{00000000-0000-0000-0000-000000000000}"/>
          </ac:spMkLst>
        </pc:spChg>
        <pc:spChg chg="add mod">
          <ac:chgData name="Dasandhi, Moumita" userId="9df2b294-5712-4986-9743-bef54d7b8802" providerId="ADAL" clId="{5EA009D7-65DD-508A-9C7C-F7CEAC557066}" dt="2026-07-26T10:41:06.938" v="7450" actId="1076"/>
          <ac:spMkLst>
            <pc:docMk/>
            <pc:sldMk cId="0" sldId="289"/>
            <ac:spMk id="20" creationId="{A6686D63-1B6C-82AF-0799-8150D2D37C0D}"/>
          </ac:spMkLst>
        </pc:spChg>
        <pc:spChg chg="mod">
          <ac:chgData name="Dasandhi, Moumita" userId="9df2b294-5712-4986-9743-bef54d7b8802" providerId="ADAL" clId="{5EA009D7-65DD-508A-9C7C-F7CEAC557066}" dt="2026-07-26T10:40:23.376" v="7441" actId="1076"/>
          <ac:spMkLst>
            <pc:docMk/>
            <pc:sldMk cId="0" sldId="289"/>
            <ac:spMk id="22" creationId="{00000000-0000-0000-0000-000000000000}"/>
          </ac:spMkLst>
        </pc:spChg>
        <pc:spChg chg="mod">
          <ac:chgData name="Dasandhi, Moumita" userId="9df2b294-5712-4986-9743-bef54d7b8802" providerId="ADAL" clId="{5EA009D7-65DD-508A-9C7C-F7CEAC557066}" dt="2026-07-26T10:41:18.525" v="7474" actId="20577"/>
          <ac:spMkLst>
            <pc:docMk/>
            <pc:sldMk cId="0" sldId="289"/>
            <ac:spMk id="25" creationId="{00000000-0000-0000-0000-000000000000}"/>
          </ac:spMkLst>
        </pc:spChg>
        <pc:spChg chg="mod">
          <ac:chgData name="Dasandhi, Moumita" userId="9df2b294-5712-4986-9743-bef54d7b8802" providerId="ADAL" clId="{5EA009D7-65DD-508A-9C7C-F7CEAC557066}" dt="2026-07-26T10:40:34.440" v="7443" actId="1076"/>
          <ac:spMkLst>
            <pc:docMk/>
            <pc:sldMk cId="0" sldId="289"/>
            <ac:spMk id="28" creationId="{00000000-0000-0000-0000-000000000000}"/>
          </ac:spMkLst>
        </pc:spChg>
        <pc:spChg chg="mod">
          <ac:chgData name="Dasandhi, Moumita" userId="9df2b294-5712-4986-9743-bef54d7b8802" providerId="ADAL" clId="{5EA009D7-65DD-508A-9C7C-F7CEAC557066}" dt="2026-07-26T10:40:42.261" v="7445" actId="1076"/>
          <ac:spMkLst>
            <pc:docMk/>
            <pc:sldMk cId="0" sldId="289"/>
            <ac:spMk id="29" creationId="{00000000-0000-0000-0000-000000000000}"/>
          </ac:spMkLst>
        </pc:spChg>
        <pc:spChg chg="mod">
          <ac:chgData name="Dasandhi, Moumita" userId="9df2b294-5712-4986-9743-bef54d7b8802" providerId="ADAL" clId="{5EA009D7-65DD-508A-9C7C-F7CEAC557066}" dt="2026-07-26T10:41:27.224" v="7475" actId="1076"/>
          <ac:spMkLst>
            <pc:docMk/>
            <pc:sldMk cId="0" sldId="289"/>
            <ac:spMk id="31" creationId="{00000000-0000-0000-0000-000000000000}"/>
          </ac:spMkLst>
        </pc:spChg>
        <pc:spChg chg="mod">
          <ac:chgData name="Dasandhi, Moumita" userId="9df2b294-5712-4986-9743-bef54d7b8802" providerId="ADAL" clId="{5EA009D7-65DD-508A-9C7C-F7CEAC557066}" dt="2026-07-26T10:00:08.769" v="6886" actId="255"/>
          <ac:spMkLst>
            <pc:docMk/>
            <pc:sldMk cId="0" sldId="289"/>
            <ac:spMk id="36" creationId="{00000000-0000-0000-0000-000000000000}"/>
          </ac:spMkLst>
        </pc:spChg>
        <pc:spChg chg="mod">
          <ac:chgData name="Dasandhi, Moumita" userId="9df2b294-5712-4986-9743-bef54d7b8802" providerId="ADAL" clId="{5EA009D7-65DD-508A-9C7C-F7CEAC557066}" dt="2026-07-26T09:59:56.604" v="6884" actId="255"/>
          <ac:spMkLst>
            <pc:docMk/>
            <pc:sldMk cId="0" sldId="289"/>
            <ac:spMk id="37" creationId="{00000000-0000-0000-0000-000000000000}"/>
          </ac:spMkLst>
        </pc:spChg>
      </pc:sldChg>
      <pc:sldChg chg="modSp mod">
        <pc:chgData name="Dasandhi, Moumita" userId="9df2b294-5712-4986-9743-bef54d7b8802" providerId="ADAL" clId="{5EA009D7-65DD-508A-9C7C-F7CEAC557066}" dt="2026-07-25T10:09:36.368" v="255" actId="20577"/>
        <pc:sldMkLst>
          <pc:docMk/>
          <pc:sldMk cId="0" sldId="290"/>
        </pc:sldMkLst>
        <pc:spChg chg="mod">
          <ac:chgData name="Dasandhi, Moumita" userId="9df2b294-5712-4986-9743-bef54d7b8802" providerId="ADAL" clId="{5EA009D7-65DD-508A-9C7C-F7CEAC557066}" dt="2026-07-25T10:09:36.368" v="255" actId="20577"/>
          <ac:spMkLst>
            <pc:docMk/>
            <pc:sldMk cId="0" sldId="290"/>
            <ac:spMk id="5" creationId="{00000000-0000-0000-0000-000000000000}"/>
          </ac:spMkLst>
        </pc:spChg>
      </pc:sldChg>
      <pc:sldChg chg="modSp mod">
        <pc:chgData name="Dasandhi, Moumita" userId="9df2b294-5712-4986-9743-bef54d7b8802" providerId="ADAL" clId="{5EA009D7-65DD-508A-9C7C-F7CEAC557066}" dt="2026-07-26T10:01:16.026" v="6894" actId="255"/>
        <pc:sldMkLst>
          <pc:docMk/>
          <pc:sldMk cId="0" sldId="291"/>
        </pc:sldMkLst>
        <pc:spChg chg="mod">
          <ac:chgData name="Dasandhi, Moumita" userId="9df2b294-5712-4986-9743-bef54d7b8802" providerId="ADAL" clId="{5EA009D7-65DD-508A-9C7C-F7CEAC557066}" dt="2026-07-25T10:10:41.802" v="302" actId="20577"/>
          <ac:spMkLst>
            <pc:docMk/>
            <pc:sldMk cId="0" sldId="291"/>
            <ac:spMk id="3" creationId="{00000000-0000-0000-0000-000000000000}"/>
          </ac:spMkLst>
        </pc:spChg>
        <pc:spChg chg="mod">
          <ac:chgData name="Dasandhi, Moumita" userId="9df2b294-5712-4986-9743-bef54d7b8802" providerId="ADAL" clId="{5EA009D7-65DD-508A-9C7C-F7CEAC557066}" dt="2026-07-26T10:00:46.941" v="6890" actId="255"/>
          <ac:spMkLst>
            <pc:docMk/>
            <pc:sldMk cId="0" sldId="291"/>
            <ac:spMk id="8" creationId="{00000000-0000-0000-0000-000000000000}"/>
          </ac:spMkLst>
        </pc:spChg>
        <pc:spChg chg="mod">
          <ac:chgData name="Dasandhi, Moumita" userId="9df2b294-5712-4986-9743-bef54d7b8802" providerId="ADAL" clId="{5EA009D7-65DD-508A-9C7C-F7CEAC557066}" dt="2026-07-26T10:01:16.026" v="6894" actId="255"/>
          <ac:spMkLst>
            <pc:docMk/>
            <pc:sldMk cId="0" sldId="291"/>
            <ac:spMk id="9" creationId="{00000000-0000-0000-0000-000000000000}"/>
          </ac:spMkLst>
        </pc:spChg>
      </pc:sldChg>
      <pc:sldChg chg="modSp mod">
        <pc:chgData name="Dasandhi, Moumita" userId="9df2b294-5712-4986-9743-bef54d7b8802" providerId="ADAL" clId="{5EA009D7-65DD-508A-9C7C-F7CEAC557066}" dt="2026-07-26T10:03:40.320" v="6943" actId="14100"/>
        <pc:sldMkLst>
          <pc:docMk/>
          <pc:sldMk cId="0" sldId="292"/>
        </pc:sldMkLst>
        <pc:spChg chg="mod">
          <ac:chgData name="Dasandhi, Moumita" userId="9df2b294-5712-4986-9743-bef54d7b8802" providerId="ADAL" clId="{5EA009D7-65DD-508A-9C7C-F7CEAC557066}" dt="2026-07-25T10:11:09.913" v="306" actId="20577"/>
          <ac:spMkLst>
            <pc:docMk/>
            <pc:sldMk cId="0" sldId="292"/>
            <ac:spMk id="3" creationId="{00000000-0000-0000-0000-000000000000}"/>
          </ac:spMkLst>
        </pc:spChg>
        <pc:spChg chg="mod">
          <ac:chgData name="Dasandhi, Moumita" userId="9df2b294-5712-4986-9743-bef54d7b8802" providerId="ADAL" clId="{5EA009D7-65DD-508A-9C7C-F7CEAC557066}" dt="2026-07-26T10:03:40.320" v="6943" actId="14100"/>
          <ac:spMkLst>
            <pc:docMk/>
            <pc:sldMk cId="0" sldId="292"/>
            <ac:spMk id="15" creationId="{00000000-0000-0000-0000-000000000000}"/>
          </ac:spMkLst>
        </pc:spChg>
        <pc:spChg chg="mod">
          <ac:chgData name="Dasandhi, Moumita" userId="9df2b294-5712-4986-9743-bef54d7b8802" providerId="ADAL" clId="{5EA009D7-65DD-508A-9C7C-F7CEAC557066}" dt="2026-07-26T10:03:37.510" v="6942" actId="14100"/>
          <ac:spMkLst>
            <pc:docMk/>
            <pc:sldMk cId="0" sldId="292"/>
            <ac:spMk id="16" creationId="{00000000-0000-0000-0000-000000000000}"/>
          </ac:spMkLst>
        </pc:spChg>
      </pc:sldChg>
      <pc:sldChg chg="del">
        <pc:chgData name="Dasandhi, Moumita" userId="9df2b294-5712-4986-9743-bef54d7b8802" providerId="ADAL" clId="{5EA009D7-65DD-508A-9C7C-F7CEAC557066}" dt="2026-07-25T10:01:19.399" v="227" actId="2696"/>
        <pc:sldMkLst>
          <pc:docMk/>
          <pc:sldMk cId="0" sldId="293"/>
        </pc:sldMkLst>
      </pc:sldChg>
      <pc:sldChg chg="add setBg">
        <pc:chgData name="Dasandhi, Moumita" userId="9df2b294-5712-4986-9743-bef54d7b8802" providerId="ADAL" clId="{5EA009D7-65DD-508A-9C7C-F7CEAC557066}" dt="2026-07-25T10:01:23.281" v="228"/>
        <pc:sldMkLst>
          <pc:docMk/>
          <pc:sldMk cId="900557465" sldId="293"/>
        </pc:sldMkLst>
      </pc:sldChg>
      <pc:sldChg chg="addSp delSp modSp mod modNotesTx">
        <pc:chgData name="Dasandhi, Moumita" userId="9df2b294-5712-4986-9743-bef54d7b8802" providerId="ADAL" clId="{5EA009D7-65DD-508A-9C7C-F7CEAC557066}" dt="2026-07-25T11:29:32.273" v="1573" actId="20577"/>
        <pc:sldMkLst>
          <pc:docMk/>
          <pc:sldMk cId="0" sldId="294"/>
        </pc:sldMkLst>
        <pc:spChg chg="mod">
          <ac:chgData name="Dasandhi, Moumita" userId="9df2b294-5712-4986-9743-bef54d7b8802" providerId="ADAL" clId="{5EA009D7-65DD-508A-9C7C-F7CEAC557066}" dt="2026-07-25T10:14:33.612" v="352" actId="20577"/>
          <ac:spMkLst>
            <pc:docMk/>
            <pc:sldMk cId="0" sldId="294"/>
            <ac:spMk id="3" creationId="{00000000-0000-0000-0000-000000000000}"/>
          </ac:spMkLst>
        </pc:spChg>
        <pc:spChg chg="mod">
          <ac:chgData name="Dasandhi, Moumita" userId="9df2b294-5712-4986-9743-bef54d7b8802" providerId="ADAL" clId="{5EA009D7-65DD-508A-9C7C-F7CEAC557066}" dt="2026-07-25T11:03:19.173" v="978"/>
          <ac:spMkLst>
            <pc:docMk/>
            <pc:sldMk cId="0" sldId="294"/>
            <ac:spMk id="4" creationId="{00000000-0000-0000-0000-000000000000}"/>
          </ac:spMkLst>
        </pc:spChg>
        <pc:spChg chg="del mod">
          <ac:chgData name="Dasandhi, Moumita" userId="9df2b294-5712-4986-9743-bef54d7b8802" providerId="ADAL" clId="{5EA009D7-65DD-508A-9C7C-F7CEAC557066}" dt="2026-07-25T10:24:38.564" v="505" actId="478"/>
          <ac:spMkLst>
            <pc:docMk/>
            <pc:sldMk cId="0" sldId="294"/>
            <ac:spMk id="5" creationId="{00000000-0000-0000-0000-000000000000}"/>
          </ac:spMkLst>
        </pc:spChg>
        <pc:spChg chg="del mod">
          <ac:chgData name="Dasandhi, Moumita" userId="9df2b294-5712-4986-9743-bef54d7b8802" providerId="ADAL" clId="{5EA009D7-65DD-508A-9C7C-F7CEAC557066}" dt="2026-07-25T10:24:34.716" v="504" actId="478"/>
          <ac:spMkLst>
            <pc:docMk/>
            <pc:sldMk cId="0" sldId="294"/>
            <ac:spMk id="6" creationId="{00000000-0000-0000-0000-000000000000}"/>
          </ac:spMkLst>
        </pc:spChg>
        <pc:spChg chg="del">
          <ac:chgData name="Dasandhi, Moumita" userId="9df2b294-5712-4986-9743-bef54d7b8802" providerId="ADAL" clId="{5EA009D7-65DD-508A-9C7C-F7CEAC557066}" dt="2026-07-25T10:24:18.915" v="501" actId="478"/>
          <ac:spMkLst>
            <pc:docMk/>
            <pc:sldMk cId="0" sldId="294"/>
            <ac:spMk id="7" creationId="{00000000-0000-0000-0000-000000000000}"/>
          </ac:spMkLst>
        </pc:spChg>
        <pc:spChg chg="del">
          <ac:chgData name="Dasandhi, Moumita" userId="9df2b294-5712-4986-9743-bef54d7b8802" providerId="ADAL" clId="{5EA009D7-65DD-508A-9C7C-F7CEAC557066}" dt="2026-07-25T10:23:54.008" v="497" actId="478"/>
          <ac:spMkLst>
            <pc:docMk/>
            <pc:sldMk cId="0" sldId="294"/>
            <ac:spMk id="8" creationId="{00000000-0000-0000-0000-000000000000}"/>
          </ac:spMkLst>
        </pc:spChg>
        <pc:spChg chg="add mod">
          <ac:chgData name="Dasandhi, Moumita" userId="9df2b294-5712-4986-9743-bef54d7b8802" providerId="ADAL" clId="{5EA009D7-65DD-508A-9C7C-F7CEAC557066}" dt="2026-07-25T11:03:44.941" v="981"/>
          <ac:spMkLst>
            <pc:docMk/>
            <pc:sldMk cId="0" sldId="294"/>
            <ac:spMk id="10" creationId="{537A07EC-CAF2-63B1-E3A7-35625AD18D4F}"/>
          </ac:spMkLst>
        </pc:spChg>
        <pc:spChg chg="add mod">
          <ac:chgData name="Dasandhi, Moumita" userId="9df2b294-5712-4986-9743-bef54d7b8802" providerId="ADAL" clId="{5EA009D7-65DD-508A-9C7C-F7CEAC557066}" dt="2026-07-25T11:05:11.347" v="989" actId="255"/>
          <ac:spMkLst>
            <pc:docMk/>
            <pc:sldMk cId="0" sldId="294"/>
            <ac:spMk id="11" creationId="{B0DBE626-5855-1644-89CA-E4BD424B57CC}"/>
          </ac:spMkLst>
        </pc:spChg>
        <pc:graphicFrameChg chg="add del modGraphic">
          <ac:chgData name="Dasandhi, Moumita" userId="9df2b294-5712-4986-9743-bef54d7b8802" providerId="ADAL" clId="{5EA009D7-65DD-508A-9C7C-F7CEAC557066}" dt="2026-07-25T11:05:09.095" v="988" actId="1032"/>
          <ac:graphicFrameMkLst>
            <pc:docMk/>
            <pc:sldMk cId="0" sldId="294"/>
            <ac:graphicFrameMk id="12" creationId="{8482A6BD-A461-DA41-7C8A-D9E40FCDDC45}"/>
          </ac:graphicFrameMkLst>
        </pc:graphicFrameChg>
        <pc:graphicFrameChg chg="add del modGraphic">
          <ac:chgData name="Dasandhi, Moumita" userId="9df2b294-5712-4986-9743-bef54d7b8802" providerId="ADAL" clId="{5EA009D7-65DD-508A-9C7C-F7CEAC557066}" dt="2026-07-25T11:06:54.557" v="991" actId="1032"/>
          <ac:graphicFrameMkLst>
            <pc:docMk/>
            <pc:sldMk cId="0" sldId="294"/>
            <ac:graphicFrameMk id="13" creationId="{FF8F9BAF-6CA4-29C3-9BE5-9556E442A11E}"/>
          </ac:graphicFrameMkLst>
        </pc:graphicFrameChg>
        <pc:graphicFrameChg chg="add mod modGraphic">
          <ac:chgData name="Dasandhi, Moumita" userId="9df2b294-5712-4986-9743-bef54d7b8802" providerId="ADAL" clId="{5EA009D7-65DD-508A-9C7C-F7CEAC557066}" dt="2026-07-25T11:15:05.490" v="1183" actId="255"/>
          <ac:graphicFrameMkLst>
            <pc:docMk/>
            <pc:sldMk cId="0" sldId="294"/>
            <ac:graphicFrameMk id="14" creationId="{BE40EA6A-3315-594A-0ED5-6DB18D9D24C4}"/>
          </ac:graphicFrameMkLst>
        </pc:graphicFrameChg>
        <pc:picChg chg="add mod">
          <ac:chgData name="Dasandhi, Moumita" userId="9df2b294-5712-4986-9743-bef54d7b8802" providerId="ADAL" clId="{5EA009D7-65DD-508A-9C7C-F7CEAC557066}" dt="2026-07-25T11:03:35.554" v="980" actId="1076"/>
          <ac:picMkLst>
            <pc:docMk/>
            <pc:sldMk cId="0" sldId="294"/>
            <ac:picMk id="9" creationId="{307D5EE6-9B95-BAAE-7E8F-47BE69A1EFB0}"/>
          </ac:picMkLst>
        </pc:picChg>
      </pc:sldChg>
      <pc:sldChg chg="modSp mod ord">
        <pc:chgData name="Dasandhi, Moumita" userId="9df2b294-5712-4986-9743-bef54d7b8802" providerId="ADAL" clId="{5EA009D7-65DD-508A-9C7C-F7CEAC557066}" dt="2026-07-25T12:13:06.626" v="2677" actId="20577"/>
        <pc:sldMkLst>
          <pc:docMk/>
          <pc:sldMk cId="0" sldId="295"/>
        </pc:sldMkLst>
        <pc:spChg chg="mod">
          <ac:chgData name="Dasandhi, Moumita" userId="9df2b294-5712-4986-9743-bef54d7b8802" providerId="ADAL" clId="{5EA009D7-65DD-508A-9C7C-F7CEAC557066}" dt="2026-07-25T12:12:48.610" v="2661" actId="20577"/>
          <ac:spMkLst>
            <pc:docMk/>
            <pc:sldMk cId="0" sldId="295"/>
            <ac:spMk id="5" creationId="{00000000-0000-0000-0000-000000000000}"/>
          </ac:spMkLst>
        </pc:spChg>
        <pc:spChg chg="mod">
          <ac:chgData name="Dasandhi, Moumita" userId="9df2b294-5712-4986-9743-bef54d7b8802" providerId="ADAL" clId="{5EA009D7-65DD-508A-9C7C-F7CEAC557066}" dt="2026-07-25T12:13:06.626" v="2677" actId="20577"/>
          <ac:spMkLst>
            <pc:docMk/>
            <pc:sldMk cId="0" sldId="295"/>
            <ac:spMk id="6" creationId="{00000000-0000-0000-0000-000000000000}"/>
          </ac:spMkLst>
        </pc:spChg>
      </pc:sldChg>
      <pc:sldChg chg="addSp modSp mod modNotesTx">
        <pc:chgData name="Dasandhi, Moumita" userId="9df2b294-5712-4986-9743-bef54d7b8802" providerId="ADAL" clId="{5EA009D7-65DD-508A-9C7C-F7CEAC557066}" dt="2026-07-26T10:13:31.540" v="7083" actId="14100"/>
        <pc:sldMkLst>
          <pc:docMk/>
          <pc:sldMk cId="0" sldId="296"/>
        </pc:sldMkLst>
        <pc:spChg chg="mod">
          <ac:chgData name="Dasandhi, Moumita" userId="9df2b294-5712-4986-9743-bef54d7b8802" providerId="ADAL" clId="{5EA009D7-65DD-508A-9C7C-F7CEAC557066}" dt="2026-07-25T10:15:06.871" v="356"/>
          <ac:spMkLst>
            <pc:docMk/>
            <pc:sldMk cId="0" sldId="296"/>
            <ac:spMk id="3" creationId="{00000000-0000-0000-0000-000000000000}"/>
          </ac:spMkLst>
        </pc:spChg>
        <pc:spChg chg="mod">
          <ac:chgData name="Dasandhi, Moumita" userId="9df2b294-5712-4986-9743-bef54d7b8802" providerId="ADAL" clId="{5EA009D7-65DD-508A-9C7C-F7CEAC557066}" dt="2026-07-25T11:36:08.125" v="1692" actId="20577"/>
          <ac:spMkLst>
            <pc:docMk/>
            <pc:sldMk cId="0" sldId="296"/>
            <ac:spMk id="4" creationId="{00000000-0000-0000-0000-000000000000}"/>
          </ac:spMkLst>
        </pc:spChg>
        <pc:spChg chg="mod">
          <ac:chgData name="Dasandhi, Moumita" userId="9df2b294-5712-4986-9743-bef54d7b8802" providerId="ADAL" clId="{5EA009D7-65DD-508A-9C7C-F7CEAC557066}" dt="2026-07-26T10:08:48.649" v="7003" actId="108"/>
          <ac:spMkLst>
            <pc:docMk/>
            <pc:sldMk cId="0" sldId="296"/>
            <ac:spMk id="7" creationId="{00000000-0000-0000-0000-000000000000}"/>
          </ac:spMkLst>
        </pc:spChg>
        <pc:spChg chg="mod">
          <ac:chgData name="Dasandhi, Moumita" userId="9df2b294-5712-4986-9743-bef54d7b8802" providerId="ADAL" clId="{5EA009D7-65DD-508A-9C7C-F7CEAC557066}" dt="2026-07-26T10:08:35.134" v="7002" actId="12"/>
          <ac:spMkLst>
            <pc:docMk/>
            <pc:sldMk cId="0" sldId="296"/>
            <ac:spMk id="8" creationId="{00000000-0000-0000-0000-000000000000}"/>
          </ac:spMkLst>
        </pc:spChg>
        <pc:spChg chg="mod">
          <ac:chgData name="Dasandhi, Moumita" userId="9df2b294-5712-4986-9743-bef54d7b8802" providerId="ADAL" clId="{5EA009D7-65DD-508A-9C7C-F7CEAC557066}" dt="2026-07-26T10:08:50.043" v="7004" actId="108"/>
          <ac:spMkLst>
            <pc:docMk/>
            <pc:sldMk cId="0" sldId="296"/>
            <ac:spMk id="11" creationId="{00000000-0000-0000-0000-000000000000}"/>
          </ac:spMkLst>
        </pc:spChg>
        <pc:spChg chg="mod">
          <ac:chgData name="Dasandhi, Moumita" userId="9df2b294-5712-4986-9743-bef54d7b8802" providerId="ADAL" clId="{5EA009D7-65DD-508A-9C7C-F7CEAC557066}" dt="2026-07-26T10:09:46.756" v="7040" actId="20577"/>
          <ac:spMkLst>
            <pc:docMk/>
            <pc:sldMk cId="0" sldId="296"/>
            <ac:spMk id="12" creationId="{00000000-0000-0000-0000-000000000000}"/>
          </ac:spMkLst>
        </pc:spChg>
        <pc:spChg chg="add mod">
          <ac:chgData name="Dasandhi, Moumita" userId="9df2b294-5712-4986-9743-bef54d7b8802" providerId="ADAL" clId="{5EA009D7-65DD-508A-9C7C-F7CEAC557066}" dt="2026-07-26T10:13:31.540" v="7083" actId="14100"/>
          <ac:spMkLst>
            <pc:docMk/>
            <pc:sldMk cId="0" sldId="296"/>
            <ac:spMk id="13" creationId="{9504EDA4-E258-8E63-D17F-955DD7D11F49}"/>
          </ac:spMkLst>
        </pc:spChg>
      </pc:sldChg>
      <pc:sldChg chg="modSp mod">
        <pc:chgData name="Dasandhi, Moumita" userId="9df2b294-5712-4986-9743-bef54d7b8802" providerId="ADAL" clId="{5EA009D7-65DD-508A-9C7C-F7CEAC557066}" dt="2026-07-25T10:17:02.856" v="399" actId="20577"/>
        <pc:sldMkLst>
          <pc:docMk/>
          <pc:sldMk cId="0" sldId="299"/>
        </pc:sldMkLst>
        <pc:spChg chg="mod">
          <ac:chgData name="Dasandhi, Moumita" userId="9df2b294-5712-4986-9743-bef54d7b8802" providerId="ADAL" clId="{5EA009D7-65DD-508A-9C7C-F7CEAC557066}" dt="2026-07-25T10:16:26.859" v="364" actId="20577"/>
          <ac:spMkLst>
            <pc:docMk/>
            <pc:sldMk cId="0" sldId="299"/>
            <ac:spMk id="5" creationId="{00000000-0000-0000-0000-000000000000}"/>
          </ac:spMkLst>
        </pc:spChg>
        <pc:spChg chg="mod">
          <ac:chgData name="Dasandhi, Moumita" userId="9df2b294-5712-4986-9743-bef54d7b8802" providerId="ADAL" clId="{5EA009D7-65DD-508A-9C7C-F7CEAC557066}" dt="2026-07-25T10:17:02.856" v="399" actId="20577"/>
          <ac:spMkLst>
            <pc:docMk/>
            <pc:sldMk cId="0" sldId="299"/>
            <ac:spMk id="6" creationId="{00000000-0000-0000-0000-000000000000}"/>
          </ac:spMkLst>
        </pc:spChg>
      </pc:sldChg>
      <pc:sldChg chg="modSp mod">
        <pc:chgData name="Dasandhi, Moumita" userId="9df2b294-5712-4986-9743-bef54d7b8802" providerId="ADAL" clId="{5EA009D7-65DD-508A-9C7C-F7CEAC557066}" dt="2026-07-25T19:15:12.261" v="5756" actId="20577"/>
        <pc:sldMkLst>
          <pc:docMk/>
          <pc:sldMk cId="0" sldId="302"/>
        </pc:sldMkLst>
        <pc:spChg chg="mod">
          <ac:chgData name="Dasandhi, Moumita" userId="9df2b294-5712-4986-9743-bef54d7b8802" providerId="ADAL" clId="{5EA009D7-65DD-508A-9C7C-F7CEAC557066}" dt="2026-07-25T19:15:12.261" v="5756" actId="20577"/>
          <ac:spMkLst>
            <pc:docMk/>
            <pc:sldMk cId="0" sldId="302"/>
            <ac:spMk id="5" creationId="{00000000-0000-0000-0000-000000000000}"/>
          </ac:spMkLst>
        </pc:spChg>
        <pc:spChg chg="mod">
          <ac:chgData name="Dasandhi, Moumita" userId="9df2b294-5712-4986-9743-bef54d7b8802" providerId="ADAL" clId="{5EA009D7-65DD-508A-9C7C-F7CEAC557066}" dt="2026-07-25T17:15:17.874" v="3010" actId="20577"/>
          <ac:spMkLst>
            <pc:docMk/>
            <pc:sldMk cId="0" sldId="302"/>
            <ac:spMk id="6" creationId="{00000000-0000-0000-0000-000000000000}"/>
          </ac:spMkLst>
        </pc:spChg>
      </pc:sldChg>
      <pc:sldChg chg="delSp modSp mod">
        <pc:chgData name="Dasandhi, Moumita" userId="9df2b294-5712-4986-9743-bef54d7b8802" providerId="ADAL" clId="{5EA009D7-65DD-508A-9C7C-F7CEAC557066}" dt="2026-07-26T10:24:36.054" v="7201"/>
        <pc:sldMkLst>
          <pc:docMk/>
          <pc:sldMk cId="0" sldId="303"/>
        </pc:sldMkLst>
        <pc:spChg chg="mod">
          <ac:chgData name="Dasandhi, Moumita" userId="9df2b294-5712-4986-9743-bef54d7b8802" providerId="ADAL" clId="{5EA009D7-65DD-508A-9C7C-F7CEAC557066}" dt="2026-07-25T10:20:01.611" v="404" actId="20577"/>
          <ac:spMkLst>
            <pc:docMk/>
            <pc:sldMk cId="0" sldId="303"/>
            <ac:spMk id="3" creationId="{00000000-0000-0000-0000-000000000000}"/>
          </ac:spMkLst>
        </pc:spChg>
        <pc:spChg chg="mod">
          <ac:chgData name="Dasandhi, Moumita" userId="9df2b294-5712-4986-9743-bef54d7b8802" providerId="ADAL" clId="{5EA009D7-65DD-508A-9C7C-F7CEAC557066}" dt="2026-07-26T10:22:05.254" v="7183" actId="14100"/>
          <ac:spMkLst>
            <pc:docMk/>
            <pc:sldMk cId="0" sldId="303"/>
            <ac:spMk id="4" creationId="{00000000-0000-0000-0000-000000000000}"/>
          </ac:spMkLst>
        </pc:spChg>
        <pc:spChg chg="del">
          <ac:chgData name="Dasandhi, Moumita" userId="9df2b294-5712-4986-9743-bef54d7b8802" providerId="ADAL" clId="{5EA009D7-65DD-508A-9C7C-F7CEAC557066}" dt="2026-07-26T10:21:40.112" v="7180" actId="478"/>
          <ac:spMkLst>
            <pc:docMk/>
            <pc:sldMk cId="0" sldId="303"/>
            <ac:spMk id="6" creationId="{00000000-0000-0000-0000-000000000000}"/>
          </ac:spMkLst>
        </pc:spChg>
        <pc:spChg chg="del">
          <ac:chgData name="Dasandhi, Moumita" userId="9df2b294-5712-4986-9743-bef54d7b8802" providerId="ADAL" clId="{5EA009D7-65DD-508A-9C7C-F7CEAC557066}" dt="2026-07-26T10:21:42.528" v="7181" actId="478"/>
          <ac:spMkLst>
            <pc:docMk/>
            <pc:sldMk cId="0" sldId="303"/>
            <ac:spMk id="7" creationId="{00000000-0000-0000-0000-000000000000}"/>
          </ac:spMkLst>
        </pc:spChg>
        <pc:graphicFrameChg chg="mod modGraphic">
          <ac:chgData name="Dasandhi, Moumita" userId="9df2b294-5712-4986-9743-bef54d7b8802" providerId="ADAL" clId="{5EA009D7-65DD-508A-9C7C-F7CEAC557066}" dt="2026-07-26T10:24:36.054" v="7201"/>
          <ac:graphicFrameMkLst>
            <pc:docMk/>
            <pc:sldMk cId="0" sldId="303"/>
            <ac:graphicFrameMk id="49" creationId="{00000000-0000-0000-0000-000000000000}"/>
          </ac:graphicFrameMkLst>
        </pc:graphicFrameChg>
      </pc:sldChg>
      <pc:sldChg chg="delSp modSp mod">
        <pc:chgData name="Dasandhi, Moumita" userId="9df2b294-5712-4986-9743-bef54d7b8802" providerId="ADAL" clId="{5EA009D7-65DD-508A-9C7C-F7CEAC557066}" dt="2026-07-26T10:24:15.411" v="7200"/>
        <pc:sldMkLst>
          <pc:docMk/>
          <pc:sldMk cId="0" sldId="304"/>
        </pc:sldMkLst>
        <pc:spChg chg="mod">
          <ac:chgData name="Dasandhi, Moumita" userId="9df2b294-5712-4986-9743-bef54d7b8802" providerId="ADAL" clId="{5EA009D7-65DD-508A-9C7C-F7CEAC557066}" dt="2026-07-25T10:20:06.831" v="406" actId="20577"/>
          <ac:spMkLst>
            <pc:docMk/>
            <pc:sldMk cId="0" sldId="304"/>
            <ac:spMk id="3" creationId="{00000000-0000-0000-0000-000000000000}"/>
          </ac:spMkLst>
        </pc:spChg>
        <pc:spChg chg="mod">
          <ac:chgData name="Dasandhi, Moumita" userId="9df2b294-5712-4986-9743-bef54d7b8802" providerId="ADAL" clId="{5EA009D7-65DD-508A-9C7C-F7CEAC557066}" dt="2026-07-26T10:23:15.236" v="7194" actId="14100"/>
          <ac:spMkLst>
            <pc:docMk/>
            <pc:sldMk cId="0" sldId="304"/>
            <ac:spMk id="4" creationId="{00000000-0000-0000-0000-000000000000}"/>
          </ac:spMkLst>
        </pc:spChg>
        <pc:spChg chg="del">
          <ac:chgData name="Dasandhi, Moumita" userId="9df2b294-5712-4986-9743-bef54d7b8802" providerId="ADAL" clId="{5EA009D7-65DD-508A-9C7C-F7CEAC557066}" dt="2026-07-26T10:23:05.190" v="7192" actId="478"/>
          <ac:spMkLst>
            <pc:docMk/>
            <pc:sldMk cId="0" sldId="304"/>
            <ac:spMk id="6" creationId="{00000000-0000-0000-0000-000000000000}"/>
          </ac:spMkLst>
        </pc:spChg>
        <pc:spChg chg="del">
          <ac:chgData name="Dasandhi, Moumita" userId="9df2b294-5712-4986-9743-bef54d7b8802" providerId="ADAL" clId="{5EA009D7-65DD-508A-9C7C-F7CEAC557066}" dt="2026-07-26T10:23:06.970" v="7193" actId="478"/>
          <ac:spMkLst>
            <pc:docMk/>
            <pc:sldMk cId="0" sldId="304"/>
            <ac:spMk id="7" creationId="{00000000-0000-0000-0000-000000000000}"/>
          </ac:spMkLst>
        </pc:spChg>
        <pc:graphicFrameChg chg="mod modGraphic">
          <ac:chgData name="Dasandhi, Moumita" userId="9df2b294-5712-4986-9743-bef54d7b8802" providerId="ADAL" clId="{5EA009D7-65DD-508A-9C7C-F7CEAC557066}" dt="2026-07-26T10:24:15.411" v="7200"/>
          <ac:graphicFrameMkLst>
            <pc:docMk/>
            <pc:sldMk cId="0" sldId="304"/>
            <ac:graphicFrameMk id="50" creationId="{00000000-0000-0000-0000-000000000000}"/>
          </ac:graphicFrameMkLst>
        </pc:graphicFrameChg>
      </pc:sldChg>
      <pc:sldChg chg="modSp del mod">
        <pc:chgData name="Dasandhi, Moumita" userId="9df2b294-5712-4986-9743-bef54d7b8802" providerId="ADAL" clId="{5EA009D7-65DD-508A-9C7C-F7CEAC557066}" dt="2026-07-26T10:30:30.679" v="7213" actId="2696"/>
        <pc:sldMkLst>
          <pc:docMk/>
          <pc:sldMk cId="0" sldId="305"/>
        </pc:sldMkLst>
        <pc:spChg chg="mod">
          <ac:chgData name="Dasandhi, Moumita" userId="9df2b294-5712-4986-9743-bef54d7b8802" providerId="ADAL" clId="{5EA009D7-65DD-508A-9C7C-F7CEAC557066}" dt="2026-07-25T10:20:11.297" v="408" actId="20577"/>
          <ac:spMkLst>
            <pc:docMk/>
            <pc:sldMk cId="0" sldId="305"/>
            <ac:spMk id="3" creationId="{00000000-0000-0000-0000-000000000000}"/>
          </ac:spMkLst>
        </pc:spChg>
        <pc:spChg chg="mod">
          <ac:chgData name="Dasandhi, Moumita" userId="9df2b294-5712-4986-9743-bef54d7b8802" providerId="ADAL" clId="{5EA009D7-65DD-508A-9C7C-F7CEAC557066}" dt="2026-07-26T10:29:23.173" v="7212" actId="2711"/>
          <ac:spMkLst>
            <pc:docMk/>
            <pc:sldMk cId="0" sldId="305"/>
            <ac:spMk id="8" creationId="{00000000-0000-0000-0000-000000000000}"/>
          </ac:spMkLst>
        </pc:spChg>
        <pc:spChg chg="mod">
          <ac:chgData name="Dasandhi, Moumita" userId="9df2b294-5712-4986-9743-bef54d7b8802" providerId="ADAL" clId="{5EA009D7-65DD-508A-9C7C-F7CEAC557066}" dt="2026-07-25T18:45:23.930" v="5078" actId="20577"/>
          <ac:spMkLst>
            <pc:docMk/>
            <pc:sldMk cId="0" sldId="305"/>
            <ac:spMk id="31" creationId="{00000000-0000-0000-0000-000000000000}"/>
          </ac:spMkLst>
        </pc:spChg>
        <pc:spChg chg="mod">
          <ac:chgData name="Dasandhi, Moumita" userId="9df2b294-5712-4986-9743-bef54d7b8802" providerId="ADAL" clId="{5EA009D7-65DD-508A-9C7C-F7CEAC557066}" dt="2026-07-25T18:45:36.293" v="5081" actId="20577"/>
          <ac:spMkLst>
            <pc:docMk/>
            <pc:sldMk cId="0" sldId="305"/>
            <ac:spMk id="33" creationId="{00000000-0000-0000-0000-000000000000}"/>
          </ac:spMkLst>
        </pc:spChg>
      </pc:sldChg>
      <pc:sldChg chg="add setBg">
        <pc:chgData name="Dasandhi, Moumita" userId="9df2b294-5712-4986-9743-bef54d7b8802" providerId="ADAL" clId="{5EA009D7-65DD-508A-9C7C-F7CEAC557066}" dt="2026-07-26T10:30:33.775" v="7214"/>
        <pc:sldMkLst>
          <pc:docMk/>
          <pc:sldMk cId="2159037340" sldId="305"/>
        </pc:sldMkLst>
      </pc:sldChg>
      <pc:sldChg chg="modSp mod">
        <pc:chgData name="Dasandhi, Moumita" userId="9df2b294-5712-4986-9743-bef54d7b8802" providerId="ADAL" clId="{5EA009D7-65DD-508A-9C7C-F7CEAC557066}" dt="2026-07-25T10:21:18.799" v="422" actId="20577"/>
        <pc:sldMkLst>
          <pc:docMk/>
          <pc:sldMk cId="0" sldId="306"/>
        </pc:sldMkLst>
        <pc:spChg chg="mod">
          <ac:chgData name="Dasandhi, Moumita" userId="9df2b294-5712-4986-9743-bef54d7b8802" providerId="ADAL" clId="{5EA009D7-65DD-508A-9C7C-F7CEAC557066}" dt="2026-07-25T10:21:18.799" v="422" actId="20577"/>
          <ac:spMkLst>
            <pc:docMk/>
            <pc:sldMk cId="0" sldId="306"/>
            <ac:spMk id="4" creationId="{00000000-0000-0000-0000-000000000000}"/>
          </ac:spMkLst>
        </pc:spChg>
        <pc:spChg chg="mod">
          <ac:chgData name="Dasandhi, Moumita" userId="9df2b294-5712-4986-9743-bef54d7b8802" providerId="ADAL" clId="{5EA009D7-65DD-508A-9C7C-F7CEAC557066}" dt="2026-07-25T10:20:16.376" v="410" actId="20577"/>
          <ac:spMkLst>
            <pc:docMk/>
            <pc:sldMk cId="0" sldId="306"/>
            <ac:spMk id="7" creationId="{00000000-0000-0000-0000-000000000000}"/>
          </ac:spMkLst>
        </pc:spChg>
      </pc:sldChg>
      <pc:sldChg chg="delSp modSp mod">
        <pc:chgData name="Dasandhi, Moumita" userId="9df2b294-5712-4986-9743-bef54d7b8802" providerId="ADAL" clId="{5EA009D7-65DD-508A-9C7C-F7CEAC557066}" dt="2026-07-26T10:31:25.126" v="7222" actId="255"/>
        <pc:sldMkLst>
          <pc:docMk/>
          <pc:sldMk cId="0" sldId="307"/>
        </pc:sldMkLst>
        <pc:spChg chg="mod">
          <ac:chgData name="Dasandhi, Moumita" userId="9df2b294-5712-4986-9743-bef54d7b8802" providerId="ADAL" clId="{5EA009D7-65DD-508A-9C7C-F7CEAC557066}" dt="2026-07-25T10:20:37.479" v="418" actId="20577"/>
          <ac:spMkLst>
            <pc:docMk/>
            <pc:sldMk cId="0" sldId="307"/>
            <ac:spMk id="3" creationId="{00000000-0000-0000-0000-000000000000}"/>
          </ac:spMkLst>
        </pc:spChg>
        <pc:spChg chg="del">
          <ac:chgData name="Dasandhi, Moumita" userId="9df2b294-5712-4986-9743-bef54d7b8802" providerId="ADAL" clId="{5EA009D7-65DD-508A-9C7C-F7CEAC557066}" dt="2026-07-26T10:31:02.164" v="7218" actId="478"/>
          <ac:spMkLst>
            <pc:docMk/>
            <pc:sldMk cId="0" sldId="307"/>
            <ac:spMk id="4" creationId="{00000000-0000-0000-0000-000000000000}"/>
          </ac:spMkLst>
        </pc:spChg>
        <pc:spChg chg="del">
          <ac:chgData name="Dasandhi, Moumita" userId="9df2b294-5712-4986-9743-bef54d7b8802" providerId="ADAL" clId="{5EA009D7-65DD-508A-9C7C-F7CEAC557066}" dt="2026-07-25T18:41:29.973" v="4873" actId="478"/>
          <ac:spMkLst>
            <pc:docMk/>
            <pc:sldMk cId="0" sldId="307"/>
            <ac:spMk id="6" creationId="{00000000-0000-0000-0000-000000000000}"/>
          </ac:spMkLst>
        </pc:spChg>
        <pc:spChg chg="del">
          <ac:chgData name="Dasandhi, Moumita" userId="9df2b294-5712-4986-9743-bef54d7b8802" providerId="ADAL" clId="{5EA009D7-65DD-508A-9C7C-F7CEAC557066}" dt="2026-07-25T18:41:32.867" v="4874" actId="478"/>
          <ac:spMkLst>
            <pc:docMk/>
            <pc:sldMk cId="0" sldId="307"/>
            <ac:spMk id="7" creationId="{00000000-0000-0000-0000-000000000000}"/>
          </ac:spMkLst>
        </pc:spChg>
        <pc:spChg chg="mod">
          <ac:chgData name="Dasandhi, Moumita" userId="9df2b294-5712-4986-9743-bef54d7b8802" providerId="ADAL" clId="{5EA009D7-65DD-508A-9C7C-F7CEAC557066}" dt="2026-07-25T18:46:43.834" v="5082" actId="14100"/>
          <ac:spMkLst>
            <pc:docMk/>
            <pc:sldMk cId="0" sldId="307"/>
            <ac:spMk id="8" creationId="{00000000-0000-0000-0000-000000000000}"/>
          </ac:spMkLst>
        </pc:spChg>
        <pc:graphicFrameChg chg="mod modGraphic">
          <ac:chgData name="Dasandhi, Moumita" userId="9df2b294-5712-4986-9743-bef54d7b8802" providerId="ADAL" clId="{5EA009D7-65DD-508A-9C7C-F7CEAC557066}" dt="2026-07-26T10:31:25.126" v="7222" actId="255"/>
          <ac:graphicFrameMkLst>
            <pc:docMk/>
            <pc:sldMk cId="0" sldId="307"/>
            <ac:graphicFrameMk id="53" creationId="{00000000-0000-0000-0000-000000000000}"/>
          </ac:graphicFrameMkLst>
        </pc:graphicFrameChg>
      </pc:sldChg>
      <pc:sldChg chg="delSp modSp mod">
        <pc:chgData name="Dasandhi, Moumita" userId="9df2b294-5712-4986-9743-bef54d7b8802" providerId="ADAL" clId="{5EA009D7-65DD-508A-9C7C-F7CEAC557066}" dt="2026-07-26T10:36:51.726" v="7406" actId="20577"/>
        <pc:sldMkLst>
          <pc:docMk/>
          <pc:sldMk cId="0" sldId="308"/>
        </pc:sldMkLst>
        <pc:spChg chg="mod">
          <ac:chgData name="Dasandhi, Moumita" userId="9df2b294-5712-4986-9743-bef54d7b8802" providerId="ADAL" clId="{5EA009D7-65DD-508A-9C7C-F7CEAC557066}" dt="2026-07-25T10:20:33.589" v="416" actId="20577"/>
          <ac:spMkLst>
            <pc:docMk/>
            <pc:sldMk cId="0" sldId="308"/>
            <ac:spMk id="3" creationId="{00000000-0000-0000-0000-000000000000}"/>
          </ac:spMkLst>
        </pc:spChg>
        <pc:spChg chg="mod">
          <ac:chgData name="Dasandhi, Moumita" userId="9df2b294-5712-4986-9743-bef54d7b8802" providerId="ADAL" clId="{5EA009D7-65DD-508A-9C7C-F7CEAC557066}" dt="2026-07-26T10:32:21.183" v="7227" actId="255"/>
          <ac:spMkLst>
            <pc:docMk/>
            <pc:sldMk cId="0" sldId="308"/>
            <ac:spMk id="7" creationId="{00000000-0000-0000-0000-000000000000}"/>
          </ac:spMkLst>
        </pc:spChg>
        <pc:spChg chg="mod">
          <ac:chgData name="Dasandhi, Moumita" userId="9df2b294-5712-4986-9743-bef54d7b8802" providerId="ADAL" clId="{5EA009D7-65DD-508A-9C7C-F7CEAC557066}" dt="2026-07-26T10:33:27.945" v="7257" actId="255"/>
          <ac:spMkLst>
            <pc:docMk/>
            <pc:sldMk cId="0" sldId="308"/>
            <ac:spMk id="8" creationId="{00000000-0000-0000-0000-000000000000}"/>
          </ac:spMkLst>
        </pc:spChg>
        <pc:spChg chg="mod">
          <ac:chgData name="Dasandhi, Moumita" userId="9df2b294-5712-4986-9743-bef54d7b8802" providerId="ADAL" clId="{5EA009D7-65DD-508A-9C7C-F7CEAC557066}" dt="2026-07-26T10:33:55.197" v="7263" actId="108"/>
          <ac:spMkLst>
            <pc:docMk/>
            <pc:sldMk cId="0" sldId="308"/>
            <ac:spMk id="9" creationId="{00000000-0000-0000-0000-000000000000}"/>
          </ac:spMkLst>
        </pc:spChg>
        <pc:spChg chg="mod">
          <ac:chgData name="Dasandhi, Moumita" userId="9df2b294-5712-4986-9743-bef54d7b8802" providerId="ADAL" clId="{5EA009D7-65DD-508A-9C7C-F7CEAC557066}" dt="2026-07-26T10:33:55.842" v="7264" actId="108"/>
          <ac:spMkLst>
            <pc:docMk/>
            <pc:sldMk cId="0" sldId="308"/>
            <ac:spMk id="11" creationId="{00000000-0000-0000-0000-000000000000}"/>
          </ac:spMkLst>
        </pc:spChg>
        <pc:spChg chg="mod">
          <ac:chgData name="Dasandhi, Moumita" userId="9df2b294-5712-4986-9743-bef54d7b8802" providerId="ADAL" clId="{5EA009D7-65DD-508A-9C7C-F7CEAC557066}" dt="2026-07-26T10:34:27.509" v="7279" actId="20577"/>
          <ac:spMkLst>
            <pc:docMk/>
            <pc:sldMk cId="0" sldId="308"/>
            <ac:spMk id="12" creationId="{00000000-0000-0000-0000-000000000000}"/>
          </ac:spMkLst>
        </pc:spChg>
        <pc:spChg chg="mod">
          <ac:chgData name="Dasandhi, Moumita" userId="9df2b294-5712-4986-9743-bef54d7b8802" providerId="ADAL" clId="{5EA009D7-65DD-508A-9C7C-F7CEAC557066}" dt="2026-07-26T10:33:58.088" v="7265" actId="108"/>
          <ac:spMkLst>
            <pc:docMk/>
            <pc:sldMk cId="0" sldId="308"/>
            <ac:spMk id="15" creationId="{00000000-0000-0000-0000-000000000000}"/>
          </ac:spMkLst>
        </pc:spChg>
        <pc:spChg chg="mod">
          <ac:chgData name="Dasandhi, Moumita" userId="9df2b294-5712-4986-9743-bef54d7b8802" providerId="ADAL" clId="{5EA009D7-65DD-508A-9C7C-F7CEAC557066}" dt="2026-07-26T10:34:44.336" v="7291" actId="20577"/>
          <ac:spMkLst>
            <pc:docMk/>
            <pc:sldMk cId="0" sldId="308"/>
            <ac:spMk id="16" creationId="{00000000-0000-0000-0000-000000000000}"/>
          </ac:spMkLst>
        </pc:spChg>
        <pc:spChg chg="mod">
          <ac:chgData name="Dasandhi, Moumita" userId="9df2b294-5712-4986-9743-bef54d7b8802" providerId="ADAL" clId="{5EA009D7-65DD-508A-9C7C-F7CEAC557066}" dt="2026-07-26T10:35:47.962" v="7327" actId="20577"/>
          <ac:spMkLst>
            <pc:docMk/>
            <pc:sldMk cId="0" sldId="308"/>
            <ac:spMk id="19" creationId="{00000000-0000-0000-0000-000000000000}"/>
          </ac:spMkLst>
        </pc:spChg>
        <pc:spChg chg="mod">
          <ac:chgData name="Dasandhi, Moumita" userId="9df2b294-5712-4986-9743-bef54d7b8802" providerId="ADAL" clId="{5EA009D7-65DD-508A-9C7C-F7CEAC557066}" dt="2026-07-26T10:36:51.726" v="7406" actId="20577"/>
          <ac:spMkLst>
            <pc:docMk/>
            <pc:sldMk cId="0" sldId="308"/>
            <ac:spMk id="20" creationId="{00000000-0000-0000-0000-000000000000}"/>
          </ac:spMkLst>
        </pc:spChg>
        <pc:spChg chg="del">
          <ac:chgData name="Dasandhi, Moumita" userId="9df2b294-5712-4986-9743-bef54d7b8802" providerId="ADAL" clId="{5EA009D7-65DD-508A-9C7C-F7CEAC557066}" dt="2026-07-26T10:34:03.999" v="7267" actId="478"/>
          <ac:spMkLst>
            <pc:docMk/>
            <pc:sldMk cId="0" sldId="308"/>
            <ac:spMk id="21" creationId="{00000000-0000-0000-0000-000000000000}"/>
          </ac:spMkLst>
        </pc:spChg>
        <pc:spChg chg="del">
          <ac:chgData name="Dasandhi, Moumita" userId="9df2b294-5712-4986-9743-bef54d7b8802" providerId="ADAL" clId="{5EA009D7-65DD-508A-9C7C-F7CEAC557066}" dt="2026-07-26T10:34:06.171" v="7268" actId="478"/>
          <ac:spMkLst>
            <pc:docMk/>
            <pc:sldMk cId="0" sldId="308"/>
            <ac:spMk id="22" creationId="{00000000-0000-0000-0000-000000000000}"/>
          </ac:spMkLst>
        </pc:spChg>
        <pc:spChg chg="del">
          <ac:chgData name="Dasandhi, Moumita" userId="9df2b294-5712-4986-9743-bef54d7b8802" providerId="ADAL" clId="{5EA009D7-65DD-508A-9C7C-F7CEAC557066}" dt="2026-07-26T10:34:08.129" v="7269" actId="478"/>
          <ac:spMkLst>
            <pc:docMk/>
            <pc:sldMk cId="0" sldId="308"/>
            <ac:spMk id="23" creationId="{00000000-0000-0000-0000-000000000000}"/>
          </ac:spMkLst>
        </pc:spChg>
      </pc:sldChg>
      <pc:sldChg chg="addSp delSp modSp mod">
        <pc:chgData name="Dasandhi, Moumita" userId="9df2b294-5712-4986-9743-bef54d7b8802" providerId="ADAL" clId="{5EA009D7-65DD-508A-9C7C-F7CEAC557066}" dt="2026-07-26T10:37:27.509" v="7416" actId="20577"/>
        <pc:sldMkLst>
          <pc:docMk/>
          <pc:sldMk cId="0" sldId="309"/>
        </pc:sldMkLst>
        <pc:spChg chg="mod">
          <ac:chgData name="Dasandhi, Moumita" userId="9df2b294-5712-4986-9743-bef54d7b8802" providerId="ADAL" clId="{5EA009D7-65DD-508A-9C7C-F7CEAC557066}" dt="2026-07-26T10:37:27.509" v="7416" actId="20577"/>
          <ac:spMkLst>
            <pc:docMk/>
            <pc:sldMk cId="0" sldId="309"/>
            <ac:spMk id="5" creationId="{00000000-0000-0000-0000-000000000000}"/>
          </ac:spMkLst>
        </pc:spChg>
        <pc:spChg chg="add mod">
          <ac:chgData name="Dasandhi, Moumita" userId="9df2b294-5712-4986-9743-bef54d7b8802" providerId="ADAL" clId="{5EA009D7-65DD-508A-9C7C-F7CEAC557066}" dt="2026-07-25T19:15:39.811" v="5759" actId="1076"/>
          <ac:spMkLst>
            <pc:docMk/>
            <pc:sldMk cId="0" sldId="309"/>
            <ac:spMk id="8" creationId="{FFECAD42-82BF-DC14-F4CD-7E3431815A44}"/>
          </ac:spMkLst>
        </pc:spChg>
        <pc:spChg chg="add del mod">
          <ac:chgData name="Dasandhi, Moumita" userId="9df2b294-5712-4986-9743-bef54d7b8802" providerId="ADAL" clId="{5EA009D7-65DD-508A-9C7C-F7CEAC557066}" dt="2026-07-25T19:16:39.273" v="5794" actId="478"/>
          <ac:spMkLst>
            <pc:docMk/>
            <pc:sldMk cId="0" sldId="309"/>
            <ac:spMk id="9" creationId="{80C958F7-A3D5-0602-8709-C5FA13F5B748}"/>
          </ac:spMkLst>
        </pc:spChg>
      </pc:sldChg>
      <pc:sldChg chg="modSp mod">
        <pc:chgData name="Dasandhi, Moumita" userId="9df2b294-5712-4986-9743-bef54d7b8802" providerId="ADAL" clId="{5EA009D7-65DD-508A-9C7C-F7CEAC557066}" dt="2026-07-26T09:23:36.775" v="6420" actId="20577"/>
        <pc:sldMkLst>
          <pc:docMk/>
          <pc:sldMk cId="0" sldId="313"/>
        </pc:sldMkLst>
        <pc:spChg chg="mod">
          <ac:chgData name="Dasandhi, Moumita" userId="9df2b294-5712-4986-9743-bef54d7b8802" providerId="ADAL" clId="{5EA009D7-65DD-508A-9C7C-F7CEAC557066}" dt="2026-07-26T09:23:36.775" v="6420" actId="20577"/>
          <ac:spMkLst>
            <pc:docMk/>
            <pc:sldMk cId="0" sldId="313"/>
            <ac:spMk id="4" creationId="{00000000-0000-0000-0000-000000000000}"/>
          </ac:spMkLst>
        </pc:spChg>
      </pc:sldChg>
      <pc:sldChg chg="modSp mod">
        <pc:chgData name="Dasandhi, Moumita" userId="9df2b294-5712-4986-9743-bef54d7b8802" providerId="ADAL" clId="{5EA009D7-65DD-508A-9C7C-F7CEAC557066}" dt="2026-07-26T09:44:14.708" v="6591" actId="108"/>
        <pc:sldMkLst>
          <pc:docMk/>
          <pc:sldMk cId="0" sldId="314"/>
        </pc:sldMkLst>
        <pc:spChg chg="mod">
          <ac:chgData name="Dasandhi, Moumita" userId="9df2b294-5712-4986-9743-bef54d7b8802" providerId="ADAL" clId="{5EA009D7-65DD-508A-9C7C-F7CEAC557066}" dt="2026-07-26T09:26:51.298" v="6449" actId="2711"/>
          <ac:spMkLst>
            <pc:docMk/>
            <pc:sldMk cId="0" sldId="314"/>
            <ac:spMk id="13" creationId="{51D88549-094B-93FC-8A93-C1B97807A3CB}"/>
          </ac:spMkLst>
        </pc:spChg>
        <pc:spChg chg="mod">
          <ac:chgData name="Dasandhi, Moumita" userId="9df2b294-5712-4986-9743-bef54d7b8802" providerId="ADAL" clId="{5EA009D7-65DD-508A-9C7C-F7CEAC557066}" dt="2026-07-26T09:44:13.855" v="6590" actId="108"/>
          <ac:spMkLst>
            <pc:docMk/>
            <pc:sldMk cId="0" sldId="314"/>
            <ac:spMk id="14" creationId="{5619EF0D-38A7-F390-71D5-2BDB2FC0455B}"/>
          </ac:spMkLst>
        </pc:spChg>
        <pc:spChg chg="mod">
          <ac:chgData name="Dasandhi, Moumita" userId="9df2b294-5712-4986-9743-bef54d7b8802" providerId="ADAL" clId="{5EA009D7-65DD-508A-9C7C-F7CEAC557066}" dt="2026-07-26T09:44:14.708" v="6591" actId="108"/>
          <ac:spMkLst>
            <pc:docMk/>
            <pc:sldMk cId="0" sldId="314"/>
            <ac:spMk id="15" creationId="{9FA257D1-6090-243D-FB9C-128E80101855}"/>
          </ac:spMkLst>
        </pc:spChg>
      </pc:sldChg>
      <pc:sldChg chg="modSp mod">
        <pc:chgData name="Dasandhi, Moumita" userId="9df2b294-5712-4986-9743-bef54d7b8802" providerId="ADAL" clId="{5EA009D7-65DD-508A-9C7C-F7CEAC557066}" dt="2026-07-26T09:27:28.891" v="6453" actId="255"/>
        <pc:sldMkLst>
          <pc:docMk/>
          <pc:sldMk cId="0" sldId="315"/>
        </pc:sldMkLst>
        <pc:spChg chg="mod">
          <ac:chgData name="Dasandhi, Moumita" userId="9df2b294-5712-4986-9743-bef54d7b8802" providerId="ADAL" clId="{5EA009D7-65DD-508A-9C7C-F7CEAC557066}" dt="2026-07-26T09:27:28.891" v="6453" actId="255"/>
          <ac:spMkLst>
            <pc:docMk/>
            <pc:sldMk cId="0" sldId="315"/>
            <ac:spMk id="5" creationId="{00000000-0000-0000-0000-000000000000}"/>
          </ac:spMkLst>
        </pc:spChg>
      </pc:sldChg>
      <pc:sldChg chg="modSp mod">
        <pc:chgData name="Dasandhi, Moumita" userId="9df2b294-5712-4986-9743-bef54d7b8802" providerId="ADAL" clId="{5EA009D7-65DD-508A-9C7C-F7CEAC557066}" dt="2026-07-26T10:27:30.938" v="7211" actId="12385"/>
        <pc:sldMkLst>
          <pc:docMk/>
          <pc:sldMk cId="0" sldId="318"/>
        </pc:sldMkLst>
        <pc:spChg chg="mod">
          <ac:chgData name="Dasandhi, Moumita" userId="9df2b294-5712-4986-9743-bef54d7b8802" providerId="ADAL" clId="{5EA009D7-65DD-508A-9C7C-F7CEAC557066}" dt="2026-07-26T09:35:44.733" v="6564" actId="1076"/>
          <ac:spMkLst>
            <pc:docMk/>
            <pc:sldMk cId="0" sldId="318"/>
            <ac:spMk id="4" creationId="{00000000-0000-0000-0000-000000000000}"/>
          </ac:spMkLst>
        </pc:spChg>
        <pc:graphicFrameChg chg="mod modGraphic">
          <ac:chgData name="Dasandhi, Moumita" userId="9df2b294-5712-4986-9743-bef54d7b8802" providerId="ADAL" clId="{5EA009D7-65DD-508A-9C7C-F7CEAC557066}" dt="2026-07-26T10:27:30.938" v="7211" actId="12385"/>
          <ac:graphicFrameMkLst>
            <pc:docMk/>
            <pc:sldMk cId="0" sldId="318"/>
            <ac:graphicFrameMk id="30" creationId="{00000000-0000-0000-0000-000000000000}"/>
          </ac:graphicFrameMkLst>
        </pc:graphicFrameChg>
      </pc:sldChg>
      <pc:sldChg chg="modSp mod">
        <pc:chgData name="Dasandhi, Moumita" userId="9df2b294-5712-4986-9743-bef54d7b8802" providerId="ADAL" clId="{5EA009D7-65DD-508A-9C7C-F7CEAC557066}" dt="2026-07-26T09:56:46.672" v="6817" actId="113"/>
        <pc:sldMkLst>
          <pc:docMk/>
          <pc:sldMk cId="1199297793" sldId="325"/>
        </pc:sldMkLst>
        <pc:spChg chg="mod">
          <ac:chgData name="Dasandhi, Moumita" userId="9df2b294-5712-4986-9743-bef54d7b8802" providerId="ADAL" clId="{5EA009D7-65DD-508A-9C7C-F7CEAC557066}" dt="2026-07-25T09:40:30.501" v="56" actId="20577"/>
          <ac:spMkLst>
            <pc:docMk/>
            <pc:sldMk cId="1199297793" sldId="325"/>
            <ac:spMk id="3" creationId="{402A2D6F-8723-C795-93DD-5E5E592DD689}"/>
          </ac:spMkLst>
        </pc:spChg>
        <pc:spChg chg="mod">
          <ac:chgData name="Dasandhi, Moumita" userId="9df2b294-5712-4986-9743-bef54d7b8802" providerId="ADAL" clId="{5EA009D7-65DD-508A-9C7C-F7CEAC557066}" dt="2026-07-25T09:38:28.729" v="37" actId="20577"/>
          <ac:spMkLst>
            <pc:docMk/>
            <pc:sldMk cId="1199297793" sldId="325"/>
            <ac:spMk id="4" creationId="{D129BE2C-BC7C-5D66-B3FD-8846F9AAA0FF}"/>
          </ac:spMkLst>
        </pc:spChg>
        <pc:spChg chg="mod">
          <ac:chgData name="Dasandhi, Moumita" userId="9df2b294-5712-4986-9743-bef54d7b8802" providerId="ADAL" clId="{5EA009D7-65DD-508A-9C7C-F7CEAC557066}" dt="2026-07-26T09:55:54.223" v="6806" actId="108"/>
          <ac:spMkLst>
            <pc:docMk/>
            <pc:sldMk cId="1199297793" sldId="325"/>
            <ac:spMk id="13" creationId="{1D100034-5B6E-47B6-696C-A47ED913F8AB}"/>
          </ac:spMkLst>
        </pc:spChg>
        <pc:spChg chg="mod">
          <ac:chgData name="Dasandhi, Moumita" userId="9df2b294-5712-4986-9743-bef54d7b8802" providerId="ADAL" clId="{5EA009D7-65DD-508A-9C7C-F7CEAC557066}" dt="2026-07-26T09:56:15.214" v="6809" actId="108"/>
          <ac:spMkLst>
            <pc:docMk/>
            <pc:sldMk cId="1199297793" sldId="325"/>
            <ac:spMk id="15" creationId="{1E53FE53-2EFB-5B59-3C85-EFF57F8F1FF5}"/>
          </ac:spMkLst>
        </pc:spChg>
        <pc:spChg chg="mod">
          <ac:chgData name="Dasandhi, Moumita" userId="9df2b294-5712-4986-9743-bef54d7b8802" providerId="ADAL" clId="{5EA009D7-65DD-508A-9C7C-F7CEAC557066}" dt="2026-07-26T09:56:29.480" v="6813" actId="113"/>
          <ac:spMkLst>
            <pc:docMk/>
            <pc:sldMk cId="1199297793" sldId="325"/>
            <ac:spMk id="16" creationId="{4AE47099-E8E8-DCAE-B4F4-36677FF6E8AA}"/>
          </ac:spMkLst>
        </pc:spChg>
        <pc:spChg chg="mod">
          <ac:chgData name="Dasandhi, Moumita" userId="9df2b294-5712-4986-9743-bef54d7b8802" providerId="ADAL" clId="{5EA009D7-65DD-508A-9C7C-F7CEAC557066}" dt="2026-07-26T09:55:48.078" v="6802" actId="108"/>
          <ac:spMkLst>
            <pc:docMk/>
            <pc:sldMk cId="1199297793" sldId="325"/>
            <ac:spMk id="17" creationId="{E6021496-D0FC-6C12-CEF7-F4C59B3B6621}"/>
          </ac:spMkLst>
        </pc:spChg>
        <pc:spChg chg="mod">
          <ac:chgData name="Dasandhi, Moumita" userId="9df2b294-5712-4986-9743-bef54d7b8802" providerId="ADAL" clId="{5EA009D7-65DD-508A-9C7C-F7CEAC557066}" dt="2026-07-26T09:56:16.522" v="6810" actId="108"/>
          <ac:spMkLst>
            <pc:docMk/>
            <pc:sldMk cId="1199297793" sldId="325"/>
            <ac:spMk id="19" creationId="{371B2F64-B67E-594E-F53D-EB1A52BCE83D}"/>
          </ac:spMkLst>
        </pc:spChg>
        <pc:spChg chg="mod">
          <ac:chgData name="Dasandhi, Moumita" userId="9df2b294-5712-4986-9743-bef54d7b8802" providerId="ADAL" clId="{5EA009D7-65DD-508A-9C7C-F7CEAC557066}" dt="2026-07-26T09:56:46.672" v="6817" actId="113"/>
          <ac:spMkLst>
            <pc:docMk/>
            <pc:sldMk cId="1199297793" sldId="325"/>
            <ac:spMk id="20" creationId="{EF09CBA4-F313-836B-C381-139359211EED}"/>
          </ac:spMkLst>
        </pc:spChg>
      </pc:sldChg>
      <pc:sldChg chg="modSp mod">
        <pc:chgData name="Dasandhi, Moumita" userId="9df2b294-5712-4986-9743-bef54d7b8802" providerId="ADAL" clId="{5EA009D7-65DD-508A-9C7C-F7CEAC557066}" dt="2026-07-26T10:02:43.186" v="6912" actId="14100"/>
        <pc:sldMkLst>
          <pc:docMk/>
          <pc:sldMk cId="1930999488" sldId="326"/>
        </pc:sldMkLst>
        <pc:spChg chg="mod">
          <ac:chgData name="Dasandhi, Moumita" userId="9df2b294-5712-4986-9743-bef54d7b8802" providerId="ADAL" clId="{5EA009D7-65DD-508A-9C7C-F7CEAC557066}" dt="2026-07-25T10:10:57.262" v="304" actId="20577"/>
          <ac:spMkLst>
            <pc:docMk/>
            <pc:sldMk cId="1930999488" sldId="326"/>
            <ac:spMk id="3" creationId="{8A96EA93-5260-4E1D-A5B9-678C66E85D3A}"/>
          </ac:spMkLst>
        </pc:spChg>
        <pc:spChg chg="mod">
          <ac:chgData name="Dasandhi, Moumita" userId="9df2b294-5712-4986-9743-bef54d7b8802" providerId="ADAL" clId="{5EA009D7-65DD-508A-9C7C-F7CEAC557066}" dt="2026-07-26T10:02:43.186" v="6912" actId="14100"/>
          <ac:spMkLst>
            <pc:docMk/>
            <pc:sldMk cId="1930999488" sldId="326"/>
            <ac:spMk id="14" creationId="{560FBD50-75CC-719F-95EC-F62D257403C0}"/>
          </ac:spMkLst>
        </pc:spChg>
        <pc:spChg chg="mod">
          <ac:chgData name="Dasandhi, Moumita" userId="9df2b294-5712-4986-9743-bef54d7b8802" providerId="ADAL" clId="{5EA009D7-65DD-508A-9C7C-F7CEAC557066}" dt="2026-07-26T10:02:34.218" v="6910" actId="1076"/>
          <ac:spMkLst>
            <pc:docMk/>
            <pc:sldMk cId="1930999488" sldId="326"/>
            <ac:spMk id="16" creationId="{696A042B-CAF7-8C7A-65DA-6B76E64171B1}"/>
          </ac:spMkLst>
        </pc:spChg>
        <pc:spChg chg="mod">
          <ac:chgData name="Dasandhi, Moumita" userId="9df2b294-5712-4986-9743-bef54d7b8802" providerId="ADAL" clId="{5EA009D7-65DD-508A-9C7C-F7CEAC557066}" dt="2026-07-26T10:02:37.923" v="6911" actId="14100"/>
          <ac:spMkLst>
            <pc:docMk/>
            <pc:sldMk cId="1930999488" sldId="326"/>
            <ac:spMk id="17" creationId="{524A8F10-F4E0-B40A-9E9E-CF97BF06538A}"/>
          </ac:spMkLst>
        </pc:spChg>
      </pc:sldChg>
      <pc:sldChg chg="addSp delSp modSp mod">
        <pc:chgData name="Dasandhi, Moumita" userId="9df2b294-5712-4986-9743-bef54d7b8802" providerId="ADAL" clId="{5EA009D7-65DD-508A-9C7C-F7CEAC557066}" dt="2026-07-26T10:02:12.275" v="6906" actId="108"/>
        <pc:sldMkLst>
          <pc:docMk/>
          <pc:sldMk cId="1600181417" sldId="327"/>
        </pc:sldMkLst>
        <pc:spChg chg="mod">
          <ac:chgData name="Dasandhi, Moumita" userId="9df2b294-5712-4986-9743-bef54d7b8802" providerId="ADAL" clId="{5EA009D7-65DD-508A-9C7C-F7CEAC557066}" dt="2026-07-25T10:10:51.818" v="303" actId="20577"/>
          <ac:spMkLst>
            <pc:docMk/>
            <pc:sldMk cId="1600181417" sldId="327"/>
            <ac:spMk id="3" creationId="{593B9334-5B88-42F2-57F1-7F8D99FEA69F}"/>
          </ac:spMkLst>
        </pc:spChg>
        <pc:spChg chg="add del mod">
          <ac:chgData name="Dasandhi, Moumita" userId="9df2b294-5712-4986-9743-bef54d7b8802" providerId="ADAL" clId="{5EA009D7-65DD-508A-9C7C-F7CEAC557066}" dt="2026-07-25T10:01:57.781" v="229" actId="21"/>
          <ac:spMkLst>
            <pc:docMk/>
            <pc:sldMk cId="1600181417" sldId="327"/>
            <ac:spMk id="6" creationId="{71AD939D-9257-FE03-AE04-F1F1BA9EBCCC}"/>
          </ac:spMkLst>
        </pc:spChg>
        <pc:spChg chg="add mod">
          <ac:chgData name="Dasandhi, Moumita" userId="9df2b294-5712-4986-9743-bef54d7b8802" providerId="ADAL" clId="{5EA009D7-65DD-508A-9C7C-F7CEAC557066}" dt="2026-07-25T09:59:00.535" v="221"/>
          <ac:spMkLst>
            <pc:docMk/>
            <pc:sldMk cId="1600181417" sldId="327"/>
            <ac:spMk id="7" creationId="{7AB32F6A-BC25-9BE9-1495-78510831D5DE}"/>
          </ac:spMkLst>
        </pc:spChg>
        <pc:spChg chg="add mod">
          <ac:chgData name="Dasandhi, Moumita" userId="9df2b294-5712-4986-9743-bef54d7b8802" providerId="ADAL" clId="{5EA009D7-65DD-508A-9C7C-F7CEAC557066}" dt="2026-07-25T09:59:10.812" v="223" actId="167"/>
          <ac:spMkLst>
            <pc:docMk/>
            <pc:sldMk cId="1600181417" sldId="327"/>
            <ac:spMk id="8" creationId="{E5D9271B-387D-80AE-B42C-FED548A4C96A}"/>
          </ac:spMkLst>
        </pc:spChg>
        <pc:spChg chg="mod">
          <ac:chgData name="Dasandhi, Moumita" userId="9df2b294-5712-4986-9743-bef54d7b8802" providerId="ADAL" clId="{5EA009D7-65DD-508A-9C7C-F7CEAC557066}" dt="2026-07-26T10:01:52.711" v="6902" actId="1076"/>
          <ac:spMkLst>
            <pc:docMk/>
            <pc:sldMk cId="1600181417" sldId="327"/>
            <ac:spMk id="10" creationId="{1E13D84B-0627-E99D-29D2-01457037E33B}"/>
          </ac:spMkLst>
        </pc:spChg>
        <pc:spChg chg="mod">
          <ac:chgData name="Dasandhi, Moumita" userId="9df2b294-5712-4986-9743-bef54d7b8802" providerId="ADAL" clId="{5EA009D7-65DD-508A-9C7C-F7CEAC557066}" dt="2026-07-26T10:02:01.183" v="6904" actId="1076"/>
          <ac:spMkLst>
            <pc:docMk/>
            <pc:sldMk cId="1600181417" sldId="327"/>
            <ac:spMk id="12" creationId="{A543FE28-045B-2AF3-B00C-CDFCF38957DB}"/>
          </ac:spMkLst>
        </pc:spChg>
        <pc:spChg chg="mod">
          <ac:chgData name="Dasandhi, Moumita" userId="9df2b294-5712-4986-9743-bef54d7b8802" providerId="ADAL" clId="{5EA009D7-65DD-508A-9C7C-F7CEAC557066}" dt="2026-07-26T10:02:12.275" v="6906" actId="108"/>
          <ac:spMkLst>
            <pc:docMk/>
            <pc:sldMk cId="1600181417" sldId="327"/>
            <ac:spMk id="13" creationId="{52E95261-0716-652D-CB6D-1CF202F32CCF}"/>
          </ac:spMkLst>
        </pc:spChg>
        <pc:spChg chg="del">
          <ac:chgData name="Dasandhi, Moumita" userId="9df2b294-5712-4986-9743-bef54d7b8802" providerId="ADAL" clId="{5EA009D7-65DD-508A-9C7C-F7CEAC557066}" dt="2026-07-25T09:57:33.305" v="206" actId="478"/>
          <ac:spMkLst>
            <pc:docMk/>
            <pc:sldMk cId="1600181417" sldId="327"/>
            <ac:spMk id="18" creationId="{ED65F4AF-F655-1A2A-39C2-F780CF7EB192}"/>
          </ac:spMkLst>
        </pc:spChg>
      </pc:sldChg>
      <pc:sldChg chg="addSp delSp modSp mod">
        <pc:chgData name="Dasandhi, Moumita" userId="9df2b294-5712-4986-9743-bef54d7b8802" providerId="ADAL" clId="{5EA009D7-65DD-508A-9C7C-F7CEAC557066}" dt="2026-07-26T10:12:45.541" v="7077" actId="114"/>
        <pc:sldMkLst>
          <pc:docMk/>
          <pc:sldMk cId="3200607113" sldId="328"/>
        </pc:sldMkLst>
        <pc:spChg chg="mod">
          <ac:chgData name="Dasandhi, Moumita" userId="9df2b294-5712-4986-9743-bef54d7b8802" providerId="ADAL" clId="{5EA009D7-65DD-508A-9C7C-F7CEAC557066}" dt="2026-07-25T10:15:15.753" v="357"/>
          <ac:spMkLst>
            <pc:docMk/>
            <pc:sldMk cId="3200607113" sldId="328"/>
            <ac:spMk id="3" creationId="{92DF3749-0016-C27D-C354-5EC45A479ABA}"/>
          </ac:spMkLst>
        </pc:spChg>
        <pc:spChg chg="mod">
          <ac:chgData name="Dasandhi, Moumita" userId="9df2b294-5712-4986-9743-bef54d7b8802" providerId="ADAL" clId="{5EA009D7-65DD-508A-9C7C-F7CEAC557066}" dt="2026-07-25T11:44:32.159" v="1858" actId="20577"/>
          <ac:spMkLst>
            <pc:docMk/>
            <pc:sldMk cId="3200607113" sldId="328"/>
            <ac:spMk id="4" creationId="{27DE56F1-88EF-BD93-D14B-F0E414A046D3}"/>
          </ac:spMkLst>
        </pc:spChg>
        <pc:spChg chg="mod">
          <ac:chgData name="Dasandhi, Moumita" userId="9df2b294-5712-4986-9743-bef54d7b8802" providerId="ADAL" clId="{5EA009D7-65DD-508A-9C7C-F7CEAC557066}" dt="2026-07-25T12:11:03.668" v="2642" actId="14100"/>
          <ac:spMkLst>
            <pc:docMk/>
            <pc:sldMk cId="3200607113" sldId="328"/>
            <ac:spMk id="13" creationId="{0AD67479-8FE7-147B-601B-24017384C564}"/>
          </ac:spMkLst>
        </pc:spChg>
        <pc:spChg chg="mod">
          <ac:chgData name="Dasandhi, Moumita" userId="9df2b294-5712-4986-9743-bef54d7b8802" providerId="ADAL" clId="{5EA009D7-65DD-508A-9C7C-F7CEAC557066}" dt="2026-07-25T12:11:09.608" v="2643" actId="14100"/>
          <ac:spMkLst>
            <pc:docMk/>
            <pc:sldMk cId="3200607113" sldId="328"/>
            <ac:spMk id="14" creationId="{9B0F06A5-9D9A-C591-A91B-DD956612B258}"/>
          </ac:spMkLst>
        </pc:spChg>
        <pc:spChg chg="del mod">
          <ac:chgData name="Dasandhi, Moumita" userId="9df2b294-5712-4986-9743-bef54d7b8802" providerId="ADAL" clId="{5EA009D7-65DD-508A-9C7C-F7CEAC557066}" dt="2026-07-25T11:44:20.279" v="1842" actId="478"/>
          <ac:spMkLst>
            <pc:docMk/>
            <pc:sldMk cId="3200607113" sldId="328"/>
            <ac:spMk id="15" creationId="{831C5786-0CAE-1D67-5E38-034BC587C18C}"/>
          </ac:spMkLst>
        </pc:spChg>
        <pc:spChg chg="mod">
          <ac:chgData name="Dasandhi, Moumita" userId="9df2b294-5712-4986-9743-bef54d7b8802" providerId="ADAL" clId="{5EA009D7-65DD-508A-9C7C-F7CEAC557066}" dt="2026-07-26T10:12:45.541" v="7077" actId="114"/>
          <ac:spMkLst>
            <pc:docMk/>
            <pc:sldMk cId="3200607113" sldId="328"/>
            <ac:spMk id="16" creationId="{8DF6B67D-3463-E408-E771-A1D4D6FFBF17}"/>
          </ac:spMkLst>
        </pc:spChg>
        <pc:graphicFrameChg chg="add mod modGraphic">
          <ac:chgData name="Dasandhi, Moumita" userId="9df2b294-5712-4986-9743-bef54d7b8802" providerId="ADAL" clId="{5EA009D7-65DD-508A-9C7C-F7CEAC557066}" dt="2026-07-26T10:12:06.150" v="7072" actId="255"/>
          <ac:graphicFrameMkLst>
            <pc:docMk/>
            <pc:sldMk cId="3200607113" sldId="328"/>
            <ac:graphicFrameMk id="5" creationId="{B7C23DEF-23DA-13C3-68B8-74778E6075F7}"/>
          </ac:graphicFrameMkLst>
        </pc:graphicFrameChg>
      </pc:sldChg>
      <pc:sldChg chg="add setBg">
        <pc:chgData name="Dasandhi, Moumita" userId="9df2b294-5712-4986-9743-bef54d7b8802" providerId="ADAL" clId="{5EA009D7-65DD-508A-9C7C-F7CEAC557066}" dt="2026-07-25T09:59:55.620" v="226"/>
        <pc:sldMkLst>
          <pc:docMk/>
          <pc:sldMk cId="2392220921" sldId="329"/>
        </pc:sldMkLst>
      </pc:sldChg>
      <pc:sldChg chg="del">
        <pc:chgData name="Dasandhi, Moumita" userId="9df2b294-5712-4986-9743-bef54d7b8802" providerId="ADAL" clId="{5EA009D7-65DD-508A-9C7C-F7CEAC557066}" dt="2026-07-25T09:59:48.085" v="225" actId="2696"/>
        <pc:sldMkLst>
          <pc:docMk/>
          <pc:sldMk cId="3432303238" sldId="329"/>
        </pc:sldMkLst>
      </pc:sldChg>
      <pc:sldChg chg="addSp modSp mod">
        <pc:chgData name="Dasandhi, Moumita" userId="9df2b294-5712-4986-9743-bef54d7b8802" providerId="ADAL" clId="{5EA009D7-65DD-508A-9C7C-F7CEAC557066}" dt="2026-07-26T10:13:09.822" v="7080" actId="14100"/>
        <pc:sldMkLst>
          <pc:docMk/>
          <pc:sldMk cId="3736738415" sldId="330"/>
        </pc:sldMkLst>
        <pc:spChg chg="mod">
          <ac:chgData name="Dasandhi, Moumita" userId="9df2b294-5712-4986-9743-bef54d7b8802" providerId="ADAL" clId="{5EA009D7-65DD-508A-9C7C-F7CEAC557066}" dt="2026-07-25T10:11:02.818" v="305" actId="20577"/>
          <ac:spMkLst>
            <pc:docMk/>
            <pc:sldMk cId="3736738415" sldId="330"/>
            <ac:spMk id="3" creationId="{C4A17686-B11F-30CD-2374-C5D8FBE15A5A}"/>
          </ac:spMkLst>
        </pc:spChg>
        <pc:spChg chg="add mod">
          <ac:chgData name="Dasandhi, Moumita" userId="9df2b294-5712-4986-9743-bef54d7b8802" providerId="ADAL" clId="{5EA009D7-65DD-508A-9C7C-F7CEAC557066}" dt="2026-07-26T10:13:09.822" v="7080" actId="14100"/>
          <ac:spMkLst>
            <pc:docMk/>
            <pc:sldMk cId="3736738415" sldId="330"/>
            <ac:spMk id="5" creationId="{688271D8-7CFC-8E8D-4FEF-6D7897285F50}"/>
          </ac:spMkLst>
        </pc:spChg>
        <pc:spChg chg="mod">
          <ac:chgData name="Dasandhi, Moumita" userId="9df2b294-5712-4986-9743-bef54d7b8802" providerId="ADAL" clId="{5EA009D7-65DD-508A-9C7C-F7CEAC557066}" dt="2026-07-25T12:12:00.281" v="2649" actId="207"/>
          <ac:spMkLst>
            <pc:docMk/>
            <pc:sldMk cId="3736738415" sldId="330"/>
            <ac:spMk id="9" creationId="{BDFEB71B-6939-EB4C-C097-72054F381190}"/>
          </ac:spMkLst>
        </pc:spChg>
        <pc:spChg chg="mod">
          <ac:chgData name="Dasandhi, Moumita" userId="9df2b294-5712-4986-9743-bef54d7b8802" providerId="ADAL" clId="{5EA009D7-65DD-508A-9C7C-F7CEAC557066}" dt="2026-07-26T10:03:49.697" v="6945" actId="14100"/>
          <ac:spMkLst>
            <pc:docMk/>
            <pc:sldMk cId="3736738415" sldId="330"/>
            <ac:spMk id="11" creationId="{2122E86F-A794-FC67-2452-38C89C0A24AB}"/>
          </ac:spMkLst>
        </pc:spChg>
        <pc:spChg chg="mod">
          <ac:chgData name="Dasandhi, Moumita" userId="9df2b294-5712-4986-9743-bef54d7b8802" providerId="ADAL" clId="{5EA009D7-65DD-508A-9C7C-F7CEAC557066}" dt="2026-07-26T10:03:46.976" v="6944" actId="14100"/>
          <ac:spMkLst>
            <pc:docMk/>
            <pc:sldMk cId="3736738415" sldId="330"/>
            <ac:spMk id="12" creationId="{52A79A3B-69DB-0252-0126-B41D3F2296B6}"/>
          </ac:spMkLst>
        </pc:spChg>
      </pc:sldChg>
      <pc:sldChg chg="del">
        <pc:chgData name="Dasandhi, Moumita" userId="9df2b294-5712-4986-9743-bef54d7b8802" providerId="ADAL" clId="{5EA009D7-65DD-508A-9C7C-F7CEAC557066}" dt="2026-07-25T10:01:19.399" v="227" actId="2696"/>
        <pc:sldMkLst>
          <pc:docMk/>
          <pc:sldMk cId="2053141081" sldId="331"/>
        </pc:sldMkLst>
      </pc:sldChg>
      <pc:sldChg chg="add setBg">
        <pc:chgData name="Dasandhi, Moumita" userId="9df2b294-5712-4986-9743-bef54d7b8802" providerId="ADAL" clId="{5EA009D7-65DD-508A-9C7C-F7CEAC557066}" dt="2026-07-25T10:01:23.281" v="228"/>
        <pc:sldMkLst>
          <pc:docMk/>
          <pc:sldMk cId="3542693445" sldId="331"/>
        </pc:sldMkLst>
      </pc:sldChg>
      <pc:sldChg chg="add setBg">
        <pc:chgData name="Dasandhi, Moumita" userId="9df2b294-5712-4986-9743-bef54d7b8802" providerId="ADAL" clId="{5EA009D7-65DD-508A-9C7C-F7CEAC557066}" dt="2026-07-25T10:01:23.281" v="228"/>
        <pc:sldMkLst>
          <pc:docMk/>
          <pc:sldMk cId="1972494542" sldId="332"/>
        </pc:sldMkLst>
      </pc:sldChg>
      <pc:sldChg chg="del">
        <pc:chgData name="Dasandhi, Moumita" userId="9df2b294-5712-4986-9743-bef54d7b8802" providerId="ADAL" clId="{5EA009D7-65DD-508A-9C7C-F7CEAC557066}" dt="2026-07-25T10:01:19.399" v="227" actId="2696"/>
        <pc:sldMkLst>
          <pc:docMk/>
          <pc:sldMk cId="2926151090" sldId="332"/>
        </pc:sldMkLst>
      </pc:sldChg>
      <pc:sldChg chg="modSp del mod">
        <pc:chgData name="Dasandhi, Moumita" userId="9df2b294-5712-4986-9743-bef54d7b8802" providerId="ADAL" clId="{5EA009D7-65DD-508A-9C7C-F7CEAC557066}" dt="2026-07-25T11:17:43.655" v="1186" actId="2696"/>
        <pc:sldMkLst>
          <pc:docMk/>
          <pc:sldMk cId="147150728" sldId="333"/>
        </pc:sldMkLst>
        <pc:spChg chg="mod">
          <ac:chgData name="Dasandhi, Moumita" userId="9df2b294-5712-4986-9743-bef54d7b8802" providerId="ADAL" clId="{5EA009D7-65DD-508A-9C7C-F7CEAC557066}" dt="2026-07-25T10:14:40.232" v="353" actId="1076"/>
          <ac:spMkLst>
            <pc:docMk/>
            <pc:sldMk cId="147150728" sldId="333"/>
            <ac:spMk id="2" creationId="{74271A71-6E8B-4617-0749-95AFE524C5C4}"/>
          </ac:spMkLst>
        </pc:spChg>
        <pc:spChg chg="mod">
          <ac:chgData name="Dasandhi, Moumita" userId="9df2b294-5712-4986-9743-bef54d7b8802" providerId="ADAL" clId="{5EA009D7-65DD-508A-9C7C-F7CEAC557066}" dt="2026-07-25T10:14:44.429" v="354"/>
          <ac:spMkLst>
            <pc:docMk/>
            <pc:sldMk cId="147150728" sldId="333"/>
            <ac:spMk id="3" creationId="{7D08640E-9334-818E-0EBA-ABF1D62213D3}"/>
          </ac:spMkLst>
        </pc:spChg>
      </pc:sldChg>
      <pc:sldChg chg="add setBg">
        <pc:chgData name="Dasandhi, Moumita" userId="9df2b294-5712-4986-9743-bef54d7b8802" providerId="ADAL" clId="{5EA009D7-65DD-508A-9C7C-F7CEAC557066}" dt="2026-07-25T11:17:47.137" v="1187"/>
        <pc:sldMkLst>
          <pc:docMk/>
          <pc:sldMk cId="2476103139" sldId="333"/>
        </pc:sldMkLst>
      </pc:sldChg>
      <pc:sldChg chg="addSp delSp modSp mod">
        <pc:chgData name="Dasandhi, Moumita" userId="9df2b294-5712-4986-9743-bef54d7b8802" providerId="ADAL" clId="{5EA009D7-65DD-508A-9C7C-F7CEAC557066}" dt="2026-07-26T10:07:27.549" v="6982" actId="14100"/>
        <pc:sldMkLst>
          <pc:docMk/>
          <pc:sldMk cId="1917037988" sldId="334"/>
        </pc:sldMkLst>
        <pc:spChg chg="mod">
          <ac:chgData name="Dasandhi, Moumita" userId="9df2b294-5712-4986-9743-bef54d7b8802" providerId="ADAL" clId="{5EA009D7-65DD-508A-9C7C-F7CEAC557066}" dt="2026-07-25T10:14:50.354" v="355"/>
          <ac:spMkLst>
            <pc:docMk/>
            <pc:sldMk cId="1917037988" sldId="334"/>
            <ac:spMk id="3" creationId="{52BEADFF-763F-C9C5-07E4-D0CC7F8BC220}"/>
          </ac:spMkLst>
        </pc:spChg>
        <pc:spChg chg="add del mod">
          <ac:chgData name="Dasandhi, Moumita" userId="9df2b294-5712-4986-9743-bef54d7b8802" providerId="ADAL" clId="{5EA009D7-65DD-508A-9C7C-F7CEAC557066}" dt="2026-07-25T11:24:04.198" v="1353" actId="21"/>
          <ac:spMkLst>
            <pc:docMk/>
            <pc:sldMk cId="1917037988" sldId="334"/>
            <ac:spMk id="5" creationId="{5E4649DD-6A9B-7BFB-F3AF-636301E63D13}"/>
          </ac:spMkLst>
        </pc:spChg>
        <pc:spChg chg="mod">
          <ac:chgData name="Dasandhi, Moumita" userId="9df2b294-5712-4986-9743-bef54d7b8802" providerId="ADAL" clId="{5EA009D7-65DD-508A-9C7C-F7CEAC557066}" dt="2026-07-26T10:05:54.103" v="6962" actId="14100"/>
          <ac:spMkLst>
            <pc:docMk/>
            <pc:sldMk cId="1917037988" sldId="334"/>
            <ac:spMk id="15" creationId="{B2D58A36-E757-08D3-A35B-8622CCA16A84}"/>
          </ac:spMkLst>
        </pc:spChg>
        <pc:spChg chg="mod">
          <ac:chgData name="Dasandhi, Moumita" userId="9df2b294-5712-4986-9743-bef54d7b8802" providerId="ADAL" clId="{5EA009D7-65DD-508A-9C7C-F7CEAC557066}" dt="2026-07-26T10:07:27.549" v="6982" actId="14100"/>
          <ac:spMkLst>
            <pc:docMk/>
            <pc:sldMk cId="1917037988" sldId="334"/>
            <ac:spMk id="16" creationId="{B1F477A4-F704-0B22-61AF-44000D3B1369}"/>
          </ac:spMkLst>
        </pc:spChg>
      </pc:sldChg>
      <pc:sldChg chg="modSp mod">
        <pc:chgData name="Dasandhi, Moumita" userId="9df2b294-5712-4986-9743-bef54d7b8802" providerId="ADAL" clId="{5EA009D7-65DD-508A-9C7C-F7CEAC557066}" dt="2026-07-26T09:48:25.802" v="6676" actId="1076"/>
        <pc:sldMkLst>
          <pc:docMk/>
          <pc:sldMk cId="2276434981" sldId="335"/>
        </pc:sldMkLst>
        <pc:spChg chg="mod">
          <ac:chgData name="Dasandhi, Moumita" userId="9df2b294-5712-4986-9743-bef54d7b8802" providerId="ADAL" clId="{5EA009D7-65DD-508A-9C7C-F7CEAC557066}" dt="2026-07-26T09:48:11.009" v="6674" actId="122"/>
          <ac:spMkLst>
            <pc:docMk/>
            <pc:sldMk cId="2276434981" sldId="335"/>
            <ac:spMk id="15" creationId="{B415289D-263C-0989-497D-9941B1027CEE}"/>
          </ac:spMkLst>
        </pc:spChg>
        <pc:spChg chg="mod">
          <ac:chgData name="Dasandhi, Moumita" userId="9df2b294-5712-4986-9743-bef54d7b8802" providerId="ADAL" clId="{5EA009D7-65DD-508A-9C7C-F7CEAC557066}" dt="2026-07-26T09:47:46.661" v="6670" actId="14100"/>
          <ac:spMkLst>
            <pc:docMk/>
            <pc:sldMk cId="2276434981" sldId="335"/>
            <ac:spMk id="16" creationId="{372B45AE-6F72-1AA0-2529-A70883400AD6}"/>
          </ac:spMkLst>
        </pc:spChg>
        <pc:spChg chg="mod">
          <ac:chgData name="Dasandhi, Moumita" userId="9df2b294-5712-4986-9743-bef54d7b8802" providerId="ADAL" clId="{5EA009D7-65DD-508A-9C7C-F7CEAC557066}" dt="2026-07-26T09:48:25.802" v="6676" actId="1076"/>
          <ac:spMkLst>
            <pc:docMk/>
            <pc:sldMk cId="2276434981" sldId="335"/>
            <ac:spMk id="19" creationId="{D48F53D9-1CD7-1385-5BA8-E5667E8D0030}"/>
          </ac:spMkLst>
        </pc:spChg>
        <pc:spChg chg="mod">
          <ac:chgData name="Dasandhi, Moumita" userId="9df2b294-5712-4986-9743-bef54d7b8802" providerId="ADAL" clId="{5EA009D7-65DD-508A-9C7C-F7CEAC557066}" dt="2026-07-26T09:47:50.163" v="6671" actId="14100"/>
          <ac:spMkLst>
            <pc:docMk/>
            <pc:sldMk cId="2276434981" sldId="335"/>
            <ac:spMk id="20" creationId="{BE51620D-3D21-3F82-3B45-E9C56C59DA73}"/>
          </ac:spMkLst>
        </pc:spChg>
      </pc:sldChg>
      <pc:sldChg chg="modSp mod setBg">
        <pc:chgData name="Dasandhi, Moumita" userId="9df2b294-5712-4986-9743-bef54d7b8802" providerId="ADAL" clId="{5EA009D7-65DD-508A-9C7C-F7CEAC557066}" dt="2026-07-25T10:21:10.140" v="420" actId="20577"/>
        <pc:sldMkLst>
          <pc:docMk/>
          <pc:sldMk cId="2928901539" sldId="336"/>
        </pc:sldMkLst>
        <pc:spChg chg="mod">
          <ac:chgData name="Dasandhi, Moumita" userId="9df2b294-5712-4986-9743-bef54d7b8802" providerId="ADAL" clId="{5EA009D7-65DD-508A-9C7C-F7CEAC557066}" dt="2026-07-25T10:21:10.140" v="420" actId="20577"/>
          <ac:spMkLst>
            <pc:docMk/>
            <pc:sldMk cId="2928901539" sldId="336"/>
            <ac:spMk id="7" creationId="{B927DCE5-6EC6-7BB2-35BC-36DBE80264AA}"/>
          </ac:spMkLst>
        </pc:spChg>
      </pc:sldChg>
      <pc:sldChg chg="modSp mod">
        <pc:chgData name="Dasandhi, Moumita" userId="9df2b294-5712-4986-9743-bef54d7b8802" providerId="ADAL" clId="{5EA009D7-65DD-508A-9C7C-F7CEAC557066}" dt="2026-07-26T09:17:39.359" v="6376" actId="255"/>
        <pc:sldMkLst>
          <pc:docMk/>
          <pc:sldMk cId="3568269374" sldId="337"/>
        </pc:sldMkLst>
        <pc:graphicFrameChg chg="modGraphic">
          <ac:chgData name="Dasandhi, Moumita" userId="9df2b294-5712-4986-9743-bef54d7b8802" providerId="ADAL" clId="{5EA009D7-65DD-508A-9C7C-F7CEAC557066}" dt="2026-07-26T09:17:39.359" v="6376" actId="255"/>
          <ac:graphicFrameMkLst>
            <pc:docMk/>
            <pc:sldMk cId="3568269374" sldId="337"/>
            <ac:graphicFrameMk id="11" creationId="{E924293C-0253-8236-2FCE-933548E85241}"/>
          </ac:graphicFrameMkLst>
        </pc:graphicFrameChg>
      </pc:sldChg>
      <pc:sldChg chg="addSp modSp mod">
        <pc:chgData name="Dasandhi, Moumita" userId="9df2b294-5712-4986-9743-bef54d7b8802" providerId="ADAL" clId="{5EA009D7-65DD-508A-9C7C-F7CEAC557066}" dt="2026-07-26T09:43:43.933" v="6585" actId="108"/>
        <pc:sldMkLst>
          <pc:docMk/>
          <pc:sldMk cId="463752526" sldId="338"/>
        </pc:sldMkLst>
        <pc:spChg chg="mod">
          <ac:chgData name="Dasandhi, Moumita" userId="9df2b294-5712-4986-9743-bef54d7b8802" providerId="ADAL" clId="{5EA009D7-65DD-508A-9C7C-F7CEAC557066}" dt="2026-07-26T09:22:14.669" v="6400" actId="255"/>
          <ac:spMkLst>
            <pc:docMk/>
            <pc:sldMk cId="463752526" sldId="338"/>
            <ac:spMk id="5" creationId="{FC60EA74-1B66-2B8B-5A33-E2EB39FDB362}"/>
          </ac:spMkLst>
        </pc:spChg>
        <pc:spChg chg="mod">
          <ac:chgData name="Dasandhi, Moumita" userId="9df2b294-5712-4986-9743-bef54d7b8802" providerId="ADAL" clId="{5EA009D7-65DD-508A-9C7C-F7CEAC557066}" dt="2026-07-26T09:42:25.094" v="6571" actId="108"/>
          <ac:spMkLst>
            <pc:docMk/>
            <pc:sldMk cId="463752526" sldId="338"/>
            <ac:spMk id="6" creationId="{2DFCB9EA-793E-9186-645B-E2C04B86B7D2}"/>
          </ac:spMkLst>
        </pc:spChg>
        <pc:spChg chg="mod">
          <ac:chgData name="Dasandhi, Moumita" userId="9df2b294-5712-4986-9743-bef54d7b8802" providerId="ADAL" clId="{5EA009D7-65DD-508A-9C7C-F7CEAC557066}" dt="2026-07-26T09:43:43.933" v="6585" actId="108"/>
          <ac:spMkLst>
            <pc:docMk/>
            <pc:sldMk cId="463752526" sldId="338"/>
            <ac:spMk id="7" creationId="{2AF741E5-8D0D-618D-80CE-40C5486DA611}"/>
          </ac:spMkLst>
        </pc:spChg>
        <pc:spChg chg="add mod">
          <ac:chgData name="Dasandhi, Moumita" userId="9df2b294-5712-4986-9743-bef54d7b8802" providerId="ADAL" clId="{5EA009D7-65DD-508A-9C7C-F7CEAC557066}" dt="2026-07-26T09:22:52.744" v="6404"/>
          <ac:spMkLst>
            <pc:docMk/>
            <pc:sldMk cId="463752526" sldId="338"/>
            <ac:spMk id="9" creationId="{B80442F7-C54A-0AEA-702A-A900E8B45A7B}"/>
          </ac:spMkLst>
        </pc:spChg>
        <pc:spChg chg="add mod">
          <ac:chgData name="Dasandhi, Moumita" userId="9df2b294-5712-4986-9743-bef54d7b8802" providerId="ADAL" clId="{5EA009D7-65DD-508A-9C7C-F7CEAC557066}" dt="2026-07-26T09:22:52.744" v="6404"/>
          <ac:spMkLst>
            <pc:docMk/>
            <pc:sldMk cId="463752526" sldId="338"/>
            <ac:spMk id="10" creationId="{020D06A0-E633-6D1D-A20B-04B80A258088}"/>
          </ac:spMkLst>
        </pc:spChg>
        <pc:spChg chg="add mod">
          <ac:chgData name="Dasandhi, Moumita" userId="9df2b294-5712-4986-9743-bef54d7b8802" providerId="ADAL" clId="{5EA009D7-65DD-508A-9C7C-F7CEAC557066}" dt="2026-07-26T09:23:04.921" v="6405"/>
          <ac:spMkLst>
            <pc:docMk/>
            <pc:sldMk cId="463752526" sldId="338"/>
            <ac:spMk id="11" creationId="{5CEE197A-FE39-F4F9-8829-D992361F465F}"/>
          </ac:spMkLst>
        </pc:spChg>
      </pc:sldChg>
      <pc:sldChg chg="modSp mod">
        <pc:chgData name="Dasandhi, Moumita" userId="9df2b294-5712-4986-9743-bef54d7b8802" providerId="ADAL" clId="{5EA009D7-65DD-508A-9C7C-F7CEAC557066}" dt="2026-07-26T09:44:09.061" v="6588" actId="108"/>
        <pc:sldMkLst>
          <pc:docMk/>
          <pc:sldMk cId="306578249" sldId="339"/>
        </pc:sldMkLst>
        <pc:spChg chg="mod">
          <ac:chgData name="Dasandhi, Moumita" userId="9df2b294-5712-4986-9743-bef54d7b8802" providerId="ADAL" clId="{5EA009D7-65DD-508A-9C7C-F7CEAC557066}" dt="2026-07-26T09:24:40.044" v="6431" actId="403"/>
          <ac:spMkLst>
            <pc:docMk/>
            <pc:sldMk cId="306578249" sldId="339"/>
            <ac:spMk id="6" creationId="{D08A4F58-52E7-3F36-EA77-49283FAFBC83}"/>
          </ac:spMkLst>
        </pc:spChg>
        <pc:spChg chg="mod">
          <ac:chgData name="Dasandhi, Moumita" userId="9df2b294-5712-4986-9743-bef54d7b8802" providerId="ADAL" clId="{5EA009D7-65DD-508A-9C7C-F7CEAC557066}" dt="2026-07-26T09:42:40.772" v="6575" actId="108"/>
          <ac:spMkLst>
            <pc:docMk/>
            <pc:sldMk cId="306578249" sldId="339"/>
            <ac:spMk id="8" creationId="{34353870-C0F1-32E9-E9DA-DA840D659E1F}"/>
          </ac:spMkLst>
        </pc:spChg>
        <pc:spChg chg="mod">
          <ac:chgData name="Dasandhi, Moumita" userId="9df2b294-5712-4986-9743-bef54d7b8802" providerId="ADAL" clId="{5EA009D7-65DD-508A-9C7C-F7CEAC557066}" dt="2026-07-26T09:26:38.041" v="6448" actId="207"/>
          <ac:spMkLst>
            <pc:docMk/>
            <pc:sldMk cId="306578249" sldId="339"/>
            <ac:spMk id="9" creationId="{E87D4546-7985-2DDA-348F-62D598693EDE}"/>
          </ac:spMkLst>
        </pc:spChg>
        <pc:spChg chg="mod">
          <ac:chgData name="Dasandhi, Moumita" userId="9df2b294-5712-4986-9743-bef54d7b8802" providerId="ADAL" clId="{5EA009D7-65DD-508A-9C7C-F7CEAC557066}" dt="2026-07-26T09:24:47.693" v="6432" actId="108"/>
          <ac:spMkLst>
            <pc:docMk/>
            <pc:sldMk cId="306578249" sldId="339"/>
            <ac:spMk id="11" creationId="{7C0486FF-E650-D4E5-1975-15AD5A52B01D}"/>
          </ac:spMkLst>
        </pc:spChg>
        <pc:spChg chg="mod">
          <ac:chgData name="Dasandhi, Moumita" userId="9df2b294-5712-4986-9743-bef54d7b8802" providerId="ADAL" clId="{5EA009D7-65DD-508A-9C7C-F7CEAC557066}" dt="2026-07-26T09:24:15.992" v="6423" actId="108"/>
          <ac:spMkLst>
            <pc:docMk/>
            <pc:sldMk cId="306578249" sldId="339"/>
            <ac:spMk id="14" creationId="{37BC2A89-CE7A-771C-8D77-E24EEE03B0F5}"/>
          </ac:spMkLst>
        </pc:spChg>
        <pc:spChg chg="mod">
          <ac:chgData name="Dasandhi, Moumita" userId="9df2b294-5712-4986-9743-bef54d7b8802" providerId="ADAL" clId="{5EA009D7-65DD-508A-9C7C-F7CEAC557066}" dt="2026-07-26T09:24:48.658" v="6433" actId="108"/>
          <ac:spMkLst>
            <pc:docMk/>
            <pc:sldMk cId="306578249" sldId="339"/>
            <ac:spMk id="16" creationId="{E890107A-100F-B453-CC75-89C2CE8B4D1B}"/>
          </ac:spMkLst>
        </pc:spChg>
        <pc:spChg chg="mod">
          <ac:chgData name="Dasandhi, Moumita" userId="9df2b294-5712-4986-9743-bef54d7b8802" providerId="ADAL" clId="{5EA009D7-65DD-508A-9C7C-F7CEAC557066}" dt="2026-07-26T09:24:17.163" v="6424" actId="108"/>
          <ac:spMkLst>
            <pc:docMk/>
            <pc:sldMk cId="306578249" sldId="339"/>
            <ac:spMk id="19" creationId="{C3906A3A-2D55-2C51-F997-FA44E18E70AC}"/>
          </ac:spMkLst>
        </pc:spChg>
        <pc:spChg chg="mod">
          <ac:chgData name="Dasandhi, Moumita" userId="9df2b294-5712-4986-9743-bef54d7b8802" providerId="ADAL" clId="{5EA009D7-65DD-508A-9C7C-F7CEAC557066}" dt="2026-07-26T09:24:49.292" v="6434" actId="108"/>
          <ac:spMkLst>
            <pc:docMk/>
            <pc:sldMk cId="306578249" sldId="339"/>
            <ac:spMk id="21" creationId="{E54E2590-2946-A02D-A8AB-BDE92EDD5318}"/>
          </ac:spMkLst>
        </pc:spChg>
        <pc:spChg chg="mod">
          <ac:chgData name="Dasandhi, Moumita" userId="9df2b294-5712-4986-9743-bef54d7b8802" providerId="ADAL" clId="{5EA009D7-65DD-508A-9C7C-F7CEAC557066}" dt="2026-07-26T09:24:18.030" v="6425" actId="108"/>
          <ac:spMkLst>
            <pc:docMk/>
            <pc:sldMk cId="306578249" sldId="339"/>
            <ac:spMk id="24" creationId="{51108DBE-6475-34B3-88AD-63367E4E0344}"/>
          </ac:spMkLst>
        </pc:spChg>
        <pc:spChg chg="mod">
          <ac:chgData name="Dasandhi, Moumita" userId="9df2b294-5712-4986-9743-bef54d7b8802" providerId="ADAL" clId="{5EA009D7-65DD-508A-9C7C-F7CEAC557066}" dt="2026-07-26T09:24:49.908" v="6435" actId="108"/>
          <ac:spMkLst>
            <pc:docMk/>
            <pc:sldMk cId="306578249" sldId="339"/>
            <ac:spMk id="26" creationId="{C4976D1D-573A-4D01-807E-C682BAE6D0F0}"/>
          </ac:spMkLst>
        </pc:spChg>
        <pc:spChg chg="mod">
          <ac:chgData name="Dasandhi, Moumita" userId="9df2b294-5712-4986-9743-bef54d7b8802" providerId="ADAL" clId="{5EA009D7-65DD-508A-9C7C-F7CEAC557066}" dt="2026-07-26T09:24:18.622" v="6426" actId="108"/>
          <ac:spMkLst>
            <pc:docMk/>
            <pc:sldMk cId="306578249" sldId="339"/>
            <ac:spMk id="28" creationId="{64DDCD2D-D2A9-6309-4504-A5373CF3A797}"/>
          </ac:spMkLst>
        </pc:spChg>
        <pc:spChg chg="mod">
          <ac:chgData name="Dasandhi, Moumita" userId="9df2b294-5712-4986-9743-bef54d7b8802" providerId="ADAL" clId="{5EA009D7-65DD-508A-9C7C-F7CEAC557066}" dt="2026-07-26T09:44:07.830" v="6587" actId="108"/>
          <ac:spMkLst>
            <pc:docMk/>
            <pc:sldMk cId="306578249" sldId="339"/>
            <ac:spMk id="29" creationId="{D01E3F91-37AE-44BA-1576-1E9D480C7C1F}"/>
          </ac:spMkLst>
        </pc:spChg>
        <pc:spChg chg="mod">
          <ac:chgData name="Dasandhi, Moumita" userId="9df2b294-5712-4986-9743-bef54d7b8802" providerId="ADAL" clId="{5EA009D7-65DD-508A-9C7C-F7CEAC557066}" dt="2026-07-26T09:44:09.061" v="6588" actId="108"/>
          <ac:spMkLst>
            <pc:docMk/>
            <pc:sldMk cId="306578249" sldId="339"/>
            <ac:spMk id="30" creationId="{DB71E535-A30F-C969-3732-1E41C0692754}"/>
          </ac:spMkLst>
        </pc:spChg>
      </pc:sldChg>
      <pc:sldChg chg="modSp mod">
        <pc:chgData name="Dasandhi, Moumita" userId="9df2b294-5712-4986-9743-bef54d7b8802" providerId="ADAL" clId="{5EA009D7-65DD-508A-9C7C-F7CEAC557066}" dt="2026-07-26T10:27:01.691" v="7207"/>
        <pc:sldMkLst>
          <pc:docMk/>
          <pc:sldMk cId="1518160141" sldId="340"/>
        </pc:sldMkLst>
        <pc:graphicFrameChg chg="mod modGraphic">
          <ac:chgData name="Dasandhi, Moumita" userId="9df2b294-5712-4986-9743-bef54d7b8802" providerId="ADAL" clId="{5EA009D7-65DD-508A-9C7C-F7CEAC557066}" dt="2026-07-26T10:27:01.691" v="7207"/>
          <ac:graphicFrameMkLst>
            <pc:docMk/>
            <pc:sldMk cId="1518160141" sldId="340"/>
            <ac:graphicFrameMk id="5" creationId="{E3E5EB5C-F5E6-AB36-7761-C9F1AFCB619D}"/>
          </ac:graphicFrameMkLst>
        </pc:graphicFrameChg>
      </pc:sldChg>
      <pc:sldChg chg="add del">
        <pc:chgData name="Dasandhi, Moumita" userId="9df2b294-5712-4986-9743-bef54d7b8802" providerId="ADAL" clId="{5EA009D7-65DD-508A-9C7C-F7CEAC557066}" dt="2026-07-25T09:37:54.767" v="1" actId="2696"/>
        <pc:sldMkLst>
          <pc:docMk/>
          <pc:sldMk cId="217042650" sldId="343"/>
        </pc:sldMkLst>
      </pc:sldChg>
      <pc:sldChg chg="addSp modSp add mod">
        <pc:chgData name="Dasandhi, Moumita" userId="9df2b294-5712-4986-9743-bef54d7b8802" providerId="ADAL" clId="{5EA009D7-65DD-508A-9C7C-F7CEAC557066}" dt="2026-07-26T09:55:26.268" v="6797" actId="1076"/>
        <pc:sldMkLst>
          <pc:docMk/>
          <pc:sldMk cId="3397345982" sldId="343"/>
        </pc:sldMkLst>
        <pc:spChg chg="mod">
          <ac:chgData name="Dasandhi, Moumita" userId="9df2b294-5712-4986-9743-bef54d7b8802" providerId="ADAL" clId="{5EA009D7-65DD-508A-9C7C-F7CEAC557066}" dt="2026-07-25T09:40:44.261" v="62" actId="20577"/>
          <ac:spMkLst>
            <pc:docMk/>
            <pc:sldMk cId="3397345982" sldId="343"/>
            <ac:spMk id="3" creationId="{B4AE72F8-71C8-33BC-E8A3-FEBA04702ECA}"/>
          </ac:spMkLst>
        </pc:spChg>
        <pc:spChg chg="mod">
          <ac:chgData name="Dasandhi, Moumita" userId="9df2b294-5712-4986-9743-bef54d7b8802" providerId="ADAL" clId="{5EA009D7-65DD-508A-9C7C-F7CEAC557066}" dt="2026-07-25T18:55:33.043" v="5083" actId="1076"/>
          <ac:spMkLst>
            <pc:docMk/>
            <pc:sldMk cId="3397345982" sldId="343"/>
            <ac:spMk id="4" creationId="{7BCDCAA3-1197-556A-6942-C5254F4E069B}"/>
          </ac:spMkLst>
        </pc:spChg>
        <pc:spChg chg="mod">
          <ac:chgData name="Dasandhi, Moumita" userId="9df2b294-5712-4986-9743-bef54d7b8802" providerId="ADAL" clId="{5EA009D7-65DD-508A-9C7C-F7CEAC557066}" dt="2026-07-26T09:54:54.163" v="6792" actId="2711"/>
          <ac:spMkLst>
            <pc:docMk/>
            <pc:sldMk cId="3397345982" sldId="343"/>
            <ac:spMk id="5" creationId="{5AA7D6B8-0C8F-7B15-CDCC-CD0BC09E7A09}"/>
          </ac:spMkLst>
        </pc:spChg>
        <pc:spChg chg="add mod">
          <ac:chgData name="Dasandhi, Moumita" userId="9df2b294-5712-4986-9743-bef54d7b8802" providerId="ADAL" clId="{5EA009D7-65DD-508A-9C7C-F7CEAC557066}" dt="2026-07-26T09:55:06.919" v="6794"/>
          <ac:spMkLst>
            <pc:docMk/>
            <pc:sldMk cId="3397345982" sldId="343"/>
            <ac:spMk id="6" creationId="{F1098BE3-BBFC-F66F-950D-19A86E72A2BC}"/>
          </ac:spMkLst>
        </pc:spChg>
        <pc:spChg chg="add mod">
          <ac:chgData name="Dasandhi, Moumita" userId="9df2b294-5712-4986-9743-bef54d7b8802" providerId="ADAL" clId="{5EA009D7-65DD-508A-9C7C-F7CEAC557066}" dt="2026-07-26T09:55:26.268" v="6797" actId="1076"/>
          <ac:spMkLst>
            <pc:docMk/>
            <pc:sldMk cId="3397345982" sldId="343"/>
            <ac:spMk id="7" creationId="{E90324A3-73A1-6CF7-2A61-A0EAD75CB4FA}"/>
          </ac:spMkLst>
        </pc:spChg>
      </pc:sldChg>
      <pc:sldChg chg="addSp delSp modSp add mod ord">
        <pc:chgData name="Dasandhi, Moumita" userId="9df2b294-5712-4986-9743-bef54d7b8802" providerId="ADAL" clId="{5EA009D7-65DD-508A-9C7C-F7CEAC557066}" dt="2026-07-26T09:59:27.882" v="6882" actId="1076"/>
        <pc:sldMkLst>
          <pc:docMk/>
          <pc:sldMk cId="2614649371" sldId="344"/>
        </pc:sldMkLst>
        <pc:spChg chg="del">
          <ac:chgData name="Dasandhi, Moumita" userId="9df2b294-5712-4986-9743-bef54d7b8802" providerId="ADAL" clId="{5EA009D7-65DD-508A-9C7C-F7CEAC557066}" dt="2026-07-25T09:47:59.193" v="176" actId="478"/>
          <ac:spMkLst>
            <pc:docMk/>
            <pc:sldMk cId="2614649371" sldId="344"/>
            <ac:spMk id="4" creationId="{19BCE13A-411B-B1AD-BCE8-DC2A408F23C4}"/>
          </ac:spMkLst>
        </pc:spChg>
        <pc:spChg chg="mod">
          <ac:chgData name="Dasandhi, Moumita" userId="9df2b294-5712-4986-9743-bef54d7b8802" providerId="ADAL" clId="{5EA009D7-65DD-508A-9C7C-F7CEAC557066}" dt="2026-07-26T09:59:27.882" v="6882" actId="1076"/>
          <ac:spMkLst>
            <pc:docMk/>
            <pc:sldMk cId="2614649371" sldId="344"/>
            <ac:spMk id="5" creationId="{4371BC82-AB8F-C3CF-F773-D4096C0A913F}"/>
          </ac:spMkLst>
        </pc:spChg>
        <pc:spChg chg="del">
          <ac:chgData name="Dasandhi, Moumita" userId="9df2b294-5712-4986-9743-bef54d7b8802" providerId="ADAL" clId="{5EA009D7-65DD-508A-9C7C-F7CEAC557066}" dt="2026-07-25T09:48:27.694" v="181" actId="478"/>
          <ac:spMkLst>
            <pc:docMk/>
            <pc:sldMk cId="2614649371" sldId="344"/>
            <ac:spMk id="6" creationId="{9670B82E-4D1F-316B-7E12-0FE2D9AB5741}"/>
          </ac:spMkLst>
        </pc:spChg>
        <pc:spChg chg="del mod">
          <ac:chgData name="Dasandhi, Moumita" userId="9df2b294-5712-4986-9743-bef54d7b8802" providerId="ADAL" clId="{5EA009D7-65DD-508A-9C7C-F7CEAC557066}" dt="2026-07-25T09:48:39.152" v="183" actId="478"/>
          <ac:spMkLst>
            <pc:docMk/>
            <pc:sldMk cId="2614649371" sldId="344"/>
            <ac:spMk id="7" creationId="{3A997A99-984B-4C1E-39BF-8D645A5F6248}"/>
          </ac:spMkLst>
        </pc:spChg>
        <pc:spChg chg="add mod">
          <ac:chgData name="Dasandhi, Moumita" userId="9df2b294-5712-4986-9743-bef54d7b8802" providerId="ADAL" clId="{5EA009D7-65DD-508A-9C7C-F7CEAC557066}" dt="2026-07-26T09:59:14.221" v="6881" actId="14100"/>
          <ac:spMkLst>
            <pc:docMk/>
            <pc:sldMk cId="2614649371" sldId="344"/>
            <ac:spMk id="8" creationId="{E868DB2F-E71F-F0B4-3F7C-C71F21526B2E}"/>
          </ac:spMkLst>
        </pc:spChg>
        <pc:spChg chg="add mod">
          <ac:chgData name="Dasandhi, Moumita" userId="9df2b294-5712-4986-9743-bef54d7b8802" providerId="ADAL" clId="{5EA009D7-65DD-508A-9C7C-F7CEAC557066}" dt="2026-07-26T09:58:57.447" v="6880" actId="20577"/>
          <ac:spMkLst>
            <pc:docMk/>
            <pc:sldMk cId="2614649371" sldId="344"/>
            <ac:spMk id="9" creationId="{60F5F5B8-FDFE-674D-E06D-BA3A639644AB}"/>
          </ac:spMkLst>
        </pc:spChg>
      </pc:sldChg>
      <pc:sldChg chg="add del setBg">
        <pc:chgData name="Dasandhi, Moumita" userId="9df2b294-5712-4986-9743-bef54d7b8802" providerId="ADAL" clId="{5EA009D7-65DD-508A-9C7C-F7CEAC557066}" dt="2026-07-25T09:47:06.325" v="163"/>
        <pc:sldMkLst>
          <pc:docMk/>
          <pc:sldMk cId="4114676081" sldId="344"/>
        </pc:sldMkLst>
      </pc:sldChg>
      <pc:sldChg chg="modSp add mod">
        <pc:chgData name="Dasandhi, Moumita" userId="9df2b294-5712-4986-9743-bef54d7b8802" providerId="ADAL" clId="{5EA009D7-65DD-508A-9C7C-F7CEAC557066}" dt="2026-07-25T10:21:24.801" v="424" actId="20577"/>
        <pc:sldMkLst>
          <pc:docMk/>
          <pc:sldMk cId="1126744842" sldId="345"/>
        </pc:sldMkLst>
        <pc:spChg chg="mod">
          <ac:chgData name="Dasandhi, Moumita" userId="9df2b294-5712-4986-9743-bef54d7b8802" providerId="ADAL" clId="{5EA009D7-65DD-508A-9C7C-F7CEAC557066}" dt="2026-07-25T10:21:24.801" v="424" actId="20577"/>
          <ac:spMkLst>
            <pc:docMk/>
            <pc:sldMk cId="1126744842" sldId="345"/>
            <ac:spMk id="4" creationId="{8AC1CB5B-3178-616D-6546-3BB91BC48199}"/>
          </ac:spMkLst>
        </pc:spChg>
        <pc:spChg chg="mod">
          <ac:chgData name="Dasandhi, Moumita" userId="9df2b294-5712-4986-9743-bef54d7b8802" providerId="ADAL" clId="{5EA009D7-65DD-508A-9C7C-F7CEAC557066}" dt="2026-07-25T10:19:54.793" v="402" actId="20577"/>
          <ac:spMkLst>
            <pc:docMk/>
            <pc:sldMk cId="1126744842" sldId="345"/>
            <ac:spMk id="7" creationId="{90F127D0-EC65-AFDD-1A54-993743122D32}"/>
          </ac:spMkLst>
        </pc:spChg>
      </pc:sldChg>
      <pc:sldChg chg="new del">
        <pc:chgData name="Dasandhi, Moumita" userId="9df2b294-5712-4986-9743-bef54d7b8802" providerId="ADAL" clId="{5EA009D7-65DD-508A-9C7C-F7CEAC557066}" dt="2026-07-25T10:13:26.498" v="309" actId="2696"/>
        <pc:sldMkLst>
          <pc:docMk/>
          <pc:sldMk cId="3203779730" sldId="345"/>
        </pc:sldMkLst>
      </pc:sldChg>
      <pc:sldChg chg="addSp modSp add mod ord">
        <pc:chgData name="Dasandhi, Moumita" userId="9df2b294-5712-4986-9743-bef54d7b8802" providerId="ADAL" clId="{5EA009D7-65DD-508A-9C7C-F7CEAC557066}" dt="2026-07-26T10:06:05.646" v="6964" actId="14100"/>
        <pc:sldMkLst>
          <pc:docMk/>
          <pc:sldMk cId="3599304358" sldId="346"/>
        </pc:sldMkLst>
        <pc:spChg chg="mod">
          <ac:chgData name="Dasandhi, Moumita" userId="9df2b294-5712-4986-9743-bef54d7b8802" providerId="ADAL" clId="{5EA009D7-65DD-508A-9C7C-F7CEAC557066}" dt="2026-07-25T10:57:22.862" v="838" actId="20577"/>
          <ac:spMkLst>
            <pc:docMk/>
            <pc:sldMk cId="3599304358" sldId="346"/>
            <ac:spMk id="4" creationId="{0AB981E4-034A-9FB4-3DD7-6710685228D6}"/>
          </ac:spMkLst>
        </pc:spChg>
        <pc:spChg chg="mod">
          <ac:chgData name="Dasandhi, Moumita" userId="9df2b294-5712-4986-9743-bef54d7b8802" providerId="ADAL" clId="{5EA009D7-65DD-508A-9C7C-F7CEAC557066}" dt="2026-07-25T11:18:38.555" v="1190" actId="14100"/>
          <ac:spMkLst>
            <pc:docMk/>
            <pc:sldMk cId="3599304358" sldId="346"/>
            <ac:spMk id="5" creationId="{3657F4EA-0722-BCA8-CAD4-290AB2B8530C}"/>
          </ac:spMkLst>
        </pc:spChg>
        <pc:spChg chg="mod">
          <ac:chgData name="Dasandhi, Moumita" userId="9df2b294-5712-4986-9743-bef54d7b8802" providerId="ADAL" clId="{5EA009D7-65DD-508A-9C7C-F7CEAC557066}" dt="2026-07-25T11:18:47.979" v="1191" actId="14100"/>
          <ac:spMkLst>
            <pc:docMk/>
            <pc:sldMk cId="3599304358" sldId="346"/>
            <ac:spMk id="6" creationId="{44F3A84F-F028-B0E9-8C35-8235BB68C369}"/>
          </ac:spMkLst>
        </pc:spChg>
        <pc:spChg chg="mod">
          <ac:chgData name="Dasandhi, Moumita" userId="9df2b294-5712-4986-9743-bef54d7b8802" providerId="ADAL" clId="{5EA009D7-65DD-508A-9C7C-F7CEAC557066}" dt="2026-07-26T10:06:05.646" v="6964" actId="14100"/>
          <ac:spMkLst>
            <pc:docMk/>
            <pc:sldMk cId="3599304358" sldId="346"/>
            <ac:spMk id="7" creationId="{D71C1DDA-6B2A-F3FD-33BB-D3A2EEE7D3A5}"/>
          </ac:spMkLst>
        </pc:spChg>
        <pc:spChg chg="mod">
          <ac:chgData name="Dasandhi, Moumita" userId="9df2b294-5712-4986-9743-bef54d7b8802" providerId="ADAL" clId="{5EA009D7-65DD-508A-9C7C-F7CEAC557066}" dt="2026-07-26T10:06:02.019" v="6963" actId="14100"/>
          <ac:spMkLst>
            <pc:docMk/>
            <pc:sldMk cId="3599304358" sldId="346"/>
            <ac:spMk id="8" creationId="{2B4C1D8C-599E-13A6-0B11-A3F4AE0BC6E6}"/>
          </ac:spMkLst>
        </pc:spChg>
        <pc:spChg chg="add mod">
          <ac:chgData name="Dasandhi, Moumita" userId="9df2b294-5712-4986-9743-bef54d7b8802" providerId="ADAL" clId="{5EA009D7-65DD-508A-9C7C-F7CEAC557066}" dt="2026-07-26T10:04:53.095" v="6952" actId="14100"/>
          <ac:spMkLst>
            <pc:docMk/>
            <pc:sldMk cId="3599304358" sldId="346"/>
            <ac:spMk id="9" creationId="{D32CC315-BFF6-6A59-A3E5-D9CBF09A8177}"/>
          </ac:spMkLst>
        </pc:spChg>
      </pc:sldChg>
      <pc:sldChg chg="add setBg">
        <pc:chgData name="Dasandhi, Moumita" userId="9df2b294-5712-4986-9743-bef54d7b8802" providerId="ADAL" clId="{5EA009D7-65DD-508A-9C7C-F7CEAC557066}" dt="2026-07-25T11:17:47.137" v="1187"/>
        <pc:sldMkLst>
          <pc:docMk/>
          <pc:sldMk cId="3780155274" sldId="347"/>
        </pc:sldMkLst>
      </pc:sldChg>
      <pc:sldChg chg="modSp add del mod">
        <pc:chgData name="Dasandhi, Moumita" userId="9df2b294-5712-4986-9743-bef54d7b8802" providerId="ADAL" clId="{5EA009D7-65DD-508A-9C7C-F7CEAC557066}" dt="2026-07-25T11:17:43.655" v="1186" actId="2696"/>
        <pc:sldMkLst>
          <pc:docMk/>
          <pc:sldMk cId="4162001717" sldId="347"/>
        </pc:sldMkLst>
        <pc:spChg chg="mod">
          <ac:chgData name="Dasandhi, Moumita" userId="9df2b294-5712-4986-9743-bef54d7b8802" providerId="ADAL" clId="{5EA009D7-65DD-508A-9C7C-F7CEAC557066}" dt="2026-07-25T10:53:35.581" v="718" actId="1076"/>
          <ac:spMkLst>
            <pc:docMk/>
            <pc:sldMk cId="4162001717" sldId="347"/>
            <ac:spMk id="5" creationId="{82658D2C-6311-D624-C55D-D80B6F1444C0}"/>
          </ac:spMkLst>
        </pc:spChg>
      </pc:sldChg>
      <pc:sldChg chg="modSp add mod modNotesTx">
        <pc:chgData name="Dasandhi, Moumita" userId="9df2b294-5712-4986-9743-bef54d7b8802" providerId="ADAL" clId="{5EA009D7-65DD-508A-9C7C-F7CEAC557066}" dt="2026-07-26T10:15:05.386" v="7143" actId="108"/>
        <pc:sldMkLst>
          <pc:docMk/>
          <pc:sldMk cId="4005311189" sldId="348"/>
        </pc:sldMkLst>
        <pc:spChg chg="mod">
          <ac:chgData name="Dasandhi, Moumita" userId="9df2b294-5712-4986-9743-bef54d7b8802" providerId="ADAL" clId="{5EA009D7-65DD-508A-9C7C-F7CEAC557066}" dt="2026-07-26T10:08:57.511" v="7005" actId="108"/>
          <ac:spMkLst>
            <pc:docMk/>
            <pc:sldMk cId="4005311189" sldId="348"/>
            <ac:spMk id="15" creationId="{DAB30AE8-4B26-05A5-7314-4DDB73049926}"/>
          </ac:spMkLst>
        </pc:spChg>
        <pc:spChg chg="mod">
          <ac:chgData name="Dasandhi, Moumita" userId="9df2b294-5712-4986-9743-bef54d7b8802" providerId="ADAL" clId="{5EA009D7-65DD-508A-9C7C-F7CEAC557066}" dt="2026-07-26T10:15:05.386" v="7143" actId="108"/>
          <ac:spMkLst>
            <pc:docMk/>
            <pc:sldMk cId="4005311189" sldId="348"/>
            <ac:spMk id="16" creationId="{1A9EEDD8-F5A0-F7B0-BA84-9521D5B5E81B}"/>
          </ac:spMkLst>
        </pc:spChg>
      </pc:sldChg>
      <pc:sldChg chg="addSp delSp modSp add mod ord modNotesTx">
        <pc:chgData name="Dasandhi, Moumita" userId="9df2b294-5712-4986-9743-bef54d7b8802" providerId="ADAL" clId="{5EA009D7-65DD-508A-9C7C-F7CEAC557066}" dt="2026-07-26T10:17:34.418" v="7147" actId="113"/>
        <pc:sldMkLst>
          <pc:docMk/>
          <pc:sldMk cId="1085956964" sldId="349"/>
        </pc:sldMkLst>
        <pc:spChg chg="mod">
          <ac:chgData name="Dasandhi, Moumita" userId="9df2b294-5712-4986-9743-bef54d7b8802" providerId="ADAL" clId="{5EA009D7-65DD-508A-9C7C-F7CEAC557066}" dt="2026-07-25T17:17:27.069" v="3029" actId="20577"/>
          <ac:spMkLst>
            <pc:docMk/>
            <pc:sldMk cId="1085956964" sldId="349"/>
            <ac:spMk id="3" creationId="{8D5B7931-4487-B921-19BA-3C435032CA93}"/>
          </ac:spMkLst>
        </pc:spChg>
        <pc:spChg chg="mod">
          <ac:chgData name="Dasandhi, Moumita" userId="9df2b294-5712-4986-9743-bef54d7b8802" providerId="ADAL" clId="{5EA009D7-65DD-508A-9C7C-F7CEAC557066}" dt="2026-07-25T17:19:06.087" v="3090" actId="20577"/>
          <ac:spMkLst>
            <pc:docMk/>
            <pc:sldMk cId="1085956964" sldId="349"/>
            <ac:spMk id="4" creationId="{2EBB8F03-C60A-8C42-32F4-90A2729E9139}"/>
          </ac:spMkLst>
        </pc:spChg>
        <pc:spChg chg="add mod">
          <ac:chgData name="Dasandhi, Moumita" userId="9df2b294-5712-4986-9743-bef54d7b8802" providerId="ADAL" clId="{5EA009D7-65DD-508A-9C7C-F7CEAC557066}" dt="2026-07-26T10:13:48.022" v="7085" actId="255"/>
          <ac:spMkLst>
            <pc:docMk/>
            <pc:sldMk cId="1085956964" sldId="349"/>
            <ac:spMk id="5" creationId="{A9F33D06-42A4-2AA2-2905-8D9CB46212C4}"/>
          </ac:spMkLst>
        </pc:spChg>
        <pc:spChg chg="add del">
          <ac:chgData name="Dasandhi, Moumita" userId="9df2b294-5712-4986-9743-bef54d7b8802" providerId="ADAL" clId="{5EA009D7-65DD-508A-9C7C-F7CEAC557066}" dt="2026-07-25T17:26:53.348" v="3161" actId="22"/>
          <ac:spMkLst>
            <pc:docMk/>
            <pc:sldMk cId="1085956964" sldId="349"/>
            <ac:spMk id="7" creationId="{663B1BE6-65A7-99DB-17DD-28558AF28B9F}"/>
          </ac:spMkLst>
        </pc:spChg>
        <pc:spChg chg="mod">
          <ac:chgData name="Dasandhi, Moumita" userId="9df2b294-5712-4986-9743-bef54d7b8802" providerId="ADAL" clId="{5EA009D7-65DD-508A-9C7C-F7CEAC557066}" dt="2026-07-25T17:20:48.645" v="3122" actId="14100"/>
          <ac:spMkLst>
            <pc:docMk/>
            <pc:sldMk cId="1085956964" sldId="349"/>
            <ac:spMk id="13" creationId="{596D7C4F-0F8B-BF83-8884-69D38218D3D6}"/>
          </ac:spMkLst>
        </pc:spChg>
        <pc:spChg chg="mod">
          <ac:chgData name="Dasandhi, Moumita" userId="9df2b294-5712-4986-9743-bef54d7b8802" providerId="ADAL" clId="{5EA009D7-65DD-508A-9C7C-F7CEAC557066}" dt="2026-07-25T17:21:08.428" v="3125" actId="14100"/>
          <ac:spMkLst>
            <pc:docMk/>
            <pc:sldMk cId="1085956964" sldId="349"/>
            <ac:spMk id="14" creationId="{62881986-1B1D-69E1-316A-95AD54D503E2}"/>
          </ac:spMkLst>
        </pc:spChg>
        <pc:spChg chg="mod">
          <ac:chgData name="Dasandhi, Moumita" userId="9df2b294-5712-4986-9743-bef54d7b8802" providerId="ADAL" clId="{5EA009D7-65DD-508A-9C7C-F7CEAC557066}" dt="2026-07-26T10:17:25.940" v="7146" actId="255"/>
          <ac:spMkLst>
            <pc:docMk/>
            <pc:sldMk cId="1085956964" sldId="349"/>
            <ac:spMk id="15" creationId="{3E0C2647-B436-7BC0-DB66-1934E8D9BF29}"/>
          </ac:spMkLst>
        </pc:spChg>
        <pc:spChg chg="mod">
          <ac:chgData name="Dasandhi, Moumita" userId="9df2b294-5712-4986-9743-bef54d7b8802" providerId="ADAL" clId="{5EA009D7-65DD-508A-9C7C-F7CEAC557066}" dt="2026-07-26T10:17:34.418" v="7147" actId="113"/>
          <ac:spMkLst>
            <pc:docMk/>
            <pc:sldMk cId="1085956964" sldId="349"/>
            <ac:spMk id="16" creationId="{F5461E90-F3AC-17AF-E5D2-E9638C218B41}"/>
          </ac:spMkLst>
        </pc:spChg>
        <pc:picChg chg="add del mod">
          <ac:chgData name="Dasandhi, Moumita" userId="9df2b294-5712-4986-9743-bef54d7b8802" providerId="ADAL" clId="{5EA009D7-65DD-508A-9C7C-F7CEAC557066}" dt="2026-07-25T17:30:26.370" v="3170" actId="478"/>
          <ac:picMkLst>
            <pc:docMk/>
            <pc:sldMk cId="1085956964" sldId="349"/>
            <ac:picMk id="8" creationId="{11FB3A59-5C45-6C73-8BAE-08D3C140B0A2}"/>
          </ac:picMkLst>
        </pc:picChg>
        <pc:picChg chg="add del mod">
          <ac:chgData name="Dasandhi, Moumita" userId="9df2b294-5712-4986-9743-bef54d7b8802" providerId="ADAL" clId="{5EA009D7-65DD-508A-9C7C-F7CEAC557066}" dt="2026-07-25T17:49:29.317" v="3283" actId="478"/>
          <ac:picMkLst>
            <pc:docMk/>
            <pc:sldMk cId="1085956964" sldId="349"/>
            <ac:picMk id="9" creationId="{DD3C9931-824A-1D1B-A606-22EC0E3CEA04}"/>
          </ac:picMkLst>
        </pc:picChg>
        <pc:picChg chg="add mod modCrop">
          <ac:chgData name="Dasandhi, Moumita" userId="9df2b294-5712-4986-9743-bef54d7b8802" providerId="ADAL" clId="{5EA009D7-65DD-508A-9C7C-F7CEAC557066}" dt="2026-07-25T18:20:35.926" v="3990" actId="1076"/>
          <ac:picMkLst>
            <pc:docMk/>
            <pc:sldMk cId="1085956964" sldId="349"/>
            <ac:picMk id="10" creationId="{42C85DCA-B165-501E-E68F-2DC9F33911D9}"/>
          </ac:picMkLst>
        </pc:picChg>
      </pc:sldChg>
      <pc:sldChg chg="addSp delSp modSp add mod ord">
        <pc:chgData name="Dasandhi, Moumita" userId="9df2b294-5712-4986-9743-bef54d7b8802" providerId="ADAL" clId="{5EA009D7-65DD-508A-9C7C-F7CEAC557066}" dt="2026-07-25T17:45:02.911" v="3266" actId="1076"/>
        <pc:sldMkLst>
          <pc:docMk/>
          <pc:sldMk cId="2522184263" sldId="350"/>
        </pc:sldMkLst>
        <pc:spChg chg="del mod">
          <ac:chgData name="Dasandhi, Moumita" userId="9df2b294-5712-4986-9743-bef54d7b8802" providerId="ADAL" clId="{5EA009D7-65DD-508A-9C7C-F7CEAC557066}" dt="2026-07-25T17:44:36.990" v="3263" actId="478"/>
          <ac:spMkLst>
            <pc:docMk/>
            <pc:sldMk cId="2522184263" sldId="350"/>
            <ac:spMk id="4" creationId="{851A2E8E-3068-6BFB-4650-07FE72F01AD7}"/>
          </ac:spMkLst>
        </pc:spChg>
        <pc:spChg chg="del">
          <ac:chgData name="Dasandhi, Moumita" userId="9df2b294-5712-4986-9743-bef54d7b8802" providerId="ADAL" clId="{5EA009D7-65DD-508A-9C7C-F7CEAC557066}" dt="2026-07-25T17:44:26.472" v="3261" actId="478"/>
          <ac:spMkLst>
            <pc:docMk/>
            <pc:sldMk cId="2522184263" sldId="350"/>
            <ac:spMk id="5" creationId="{DC8160B5-E8EF-CD6C-CEB4-80C340970FA5}"/>
          </ac:spMkLst>
        </pc:spChg>
        <pc:spChg chg="del">
          <ac:chgData name="Dasandhi, Moumita" userId="9df2b294-5712-4986-9743-bef54d7b8802" providerId="ADAL" clId="{5EA009D7-65DD-508A-9C7C-F7CEAC557066}" dt="2026-07-25T17:40:50.029" v="3204" actId="478"/>
          <ac:spMkLst>
            <pc:docMk/>
            <pc:sldMk cId="2522184263" sldId="350"/>
            <ac:spMk id="13" creationId="{40FA75AC-7125-01B6-8858-B7782A079CB5}"/>
          </ac:spMkLst>
        </pc:spChg>
        <pc:spChg chg="del">
          <ac:chgData name="Dasandhi, Moumita" userId="9df2b294-5712-4986-9743-bef54d7b8802" providerId="ADAL" clId="{5EA009D7-65DD-508A-9C7C-F7CEAC557066}" dt="2026-07-25T17:40:58.301" v="3207" actId="478"/>
          <ac:spMkLst>
            <pc:docMk/>
            <pc:sldMk cId="2522184263" sldId="350"/>
            <ac:spMk id="14" creationId="{71826292-DDF8-3019-BACD-4A5750B6989A}"/>
          </ac:spMkLst>
        </pc:spChg>
        <pc:spChg chg="del">
          <ac:chgData name="Dasandhi, Moumita" userId="9df2b294-5712-4986-9743-bef54d7b8802" providerId="ADAL" clId="{5EA009D7-65DD-508A-9C7C-F7CEAC557066}" dt="2026-07-25T17:40:53.155" v="3205" actId="478"/>
          <ac:spMkLst>
            <pc:docMk/>
            <pc:sldMk cId="2522184263" sldId="350"/>
            <ac:spMk id="15" creationId="{73BEBE47-BDA1-4B74-3584-D38F6E9A9389}"/>
          </ac:spMkLst>
        </pc:spChg>
        <pc:spChg chg="del">
          <ac:chgData name="Dasandhi, Moumita" userId="9df2b294-5712-4986-9743-bef54d7b8802" providerId="ADAL" clId="{5EA009D7-65DD-508A-9C7C-F7CEAC557066}" dt="2026-07-25T17:40:55.515" v="3206" actId="478"/>
          <ac:spMkLst>
            <pc:docMk/>
            <pc:sldMk cId="2522184263" sldId="350"/>
            <ac:spMk id="16" creationId="{7C0D3E84-920D-1E2A-6B9C-A94BCF029527}"/>
          </ac:spMkLst>
        </pc:spChg>
        <pc:picChg chg="add del mod">
          <ac:chgData name="Dasandhi, Moumita" userId="9df2b294-5712-4986-9743-bef54d7b8802" providerId="ADAL" clId="{5EA009D7-65DD-508A-9C7C-F7CEAC557066}" dt="2026-07-25T17:37:25.603" v="3203" actId="22"/>
          <ac:picMkLst>
            <pc:docMk/>
            <pc:sldMk cId="2522184263" sldId="350"/>
            <ac:picMk id="6" creationId="{8B665AB7-7188-1EC5-2C47-874682A7FDDD}"/>
          </ac:picMkLst>
        </pc:picChg>
        <pc:picChg chg="add mod">
          <ac:chgData name="Dasandhi, Moumita" userId="9df2b294-5712-4986-9743-bef54d7b8802" providerId="ADAL" clId="{5EA009D7-65DD-508A-9C7C-F7CEAC557066}" dt="2026-07-25T17:45:02.911" v="3266" actId="1076"/>
          <ac:picMkLst>
            <pc:docMk/>
            <pc:sldMk cId="2522184263" sldId="350"/>
            <ac:picMk id="7" creationId="{278B8905-A0F4-9298-B725-04DE77348A98}"/>
          </ac:picMkLst>
        </pc:picChg>
        <pc:picChg chg="del">
          <ac:chgData name="Dasandhi, Moumita" userId="9df2b294-5712-4986-9743-bef54d7b8802" providerId="ADAL" clId="{5EA009D7-65DD-508A-9C7C-F7CEAC557066}" dt="2026-07-25T17:36:59.501" v="3198" actId="478"/>
          <ac:picMkLst>
            <pc:docMk/>
            <pc:sldMk cId="2522184263" sldId="350"/>
            <ac:picMk id="9" creationId="{790C6622-D69C-A165-AB2D-0929A24C8D58}"/>
          </ac:picMkLst>
        </pc:picChg>
        <pc:picChg chg="del">
          <ac:chgData name="Dasandhi, Moumita" userId="9df2b294-5712-4986-9743-bef54d7b8802" providerId="ADAL" clId="{5EA009D7-65DD-508A-9C7C-F7CEAC557066}" dt="2026-07-25T17:36:57.918" v="3197" actId="478"/>
          <ac:picMkLst>
            <pc:docMk/>
            <pc:sldMk cId="2522184263" sldId="350"/>
            <ac:picMk id="10" creationId="{0CE79C64-17D0-11ED-0361-D2F3B4F60902}"/>
          </ac:picMkLst>
        </pc:picChg>
      </pc:sldChg>
      <pc:sldChg chg="addSp delSp modSp add mod ord">
        <pc:chgData name="Dasandhi, Moumita" userId="9df2b294-5712-4986-9743-bef54d7b8802" providerId="ADAL" clId="{5EA009D7-65DD-508A-9C7C-F7CEAC557066}" dt="2026-07-26T10:21:16.450" v="7176" actId="15"/>
        <pc:sldMkLst>
          <pc:docMk/>
          <pc:sldMk cId="2733857693" sldId="351"/>
        </pc:sldMkLst>
        <pc:spChg chg="mod">
          <ac:chgData name="Dasandhi, Moumita" userId="9df2b294-5712-4986-9743-bef54d7b8802" providerId="ADAL" clId="{5EA009D7-65DD-508A-9C7C-F7CEAC557066}" dt="2026-07-25T17:55:20.773" v="3500" actId="20577"/>
          <ac:spMkLst>
            <pc:docMk/>
            <pc:sldMk cId="2733857693" sldId="351"/>
            <ac:spMk id="3" creationId="{18D9F6F6-8A17-B1A0-C858-ABC53B5EF6ED}"/>
          </ac:spMkLst>
        </pc:spChg>
        <pc:spChg chg="mod">
          <ac:chgData name="Dasandhi, Moumita" userId="9df2b294-5712-4986-9743-bef54d7b8802" providerId="ADAL" clId="{5EA009D7-65DD-508A-9C7C-F7CEAC557066}" dt="2026-07-26T10:20:01.836" v="7158" actId="14100"/>
          <ac:spMkLst>
            <pc:docMk/>
            <pc:sldMk cId="2733857693" sldId="351"/>
            <ac:spMk id="7" creationId="{85C52A3F-7BBB-4AFF-AE49-8002F0084DEF}"/>
          </ac:spMkLst>
        </pc:spChg>
        <pc:spChg chg="mod">
          <ac:chgData name="Dasandhi, Moumita" userId="9df2b294-5712-4986-9743-bef54d7b8802" providerId="ADAL" clId="{5EA009D7-65DD-508A-9C7C-F7CEAC557066}" dt="2026-07-26T10:20:22.907" v="7161" actId="108"/>
          <ac:spMkLst>
            <pc:docMk/>
            <pc:sldMk cId="2733857693" sldId="351"/>
            <ac:spMk id="8" creationId="{0EE47A95-CF4A-FC9B-5467-7F9211530011}"/>
          </ac:spMkLst>
        </pc:spChg>
        <pc:spChg chg="mod">
          <ac:chgData name="Dasandhi, Moumita" userId="9df2b294-5712-4986-9743-bef54d7b8802" providerId="ADAL" clId="{5EA009D7-65DD-508A-9C7C-F7CEAC557066}" dt="2026-07-26T10:20:35.026" v="7163" actId="108"/>
          <ac:spMkLst>
            <pc:docMk/>
            <pc:sldMk cId="2733857693" sldId="351"/>
            <ac:spMk id="9" creationId="{F8B666B7-B8EF-1B31-A6F5-7F10B7477C59}"/>
          </ac:spMkLst>
        </pc:spChg>
        <pc:spChg chg="mod">
          <ac:chgData name="Dasandhi, Moumita" userId="9df2b294-5712-4986-9743-bef54d7b8802" providerId="ADAL" clId="{5EA009D7-65DD-508A-9C7C-F7CEAC557066}" dt="2026-07-26T10:20:10.576" v="7159" actId="108"/>
          <ac:spMkLst>
            <pc:docMk/>
            <pc:sldMk cId="2733857693" sldId="351"/>
            <ac:spMk id="11" creationId="{841AC268-F875-30F4-7467-D65B6206DC22}"/>
          </ac:spMkLst>
        </pc:spChg>
        <pc:spChg chg="mod">
          <ac:chgData name="Dasandhi, Moumita" userId="9df2b294-5712-4986-9743-bef54d7b8802" providerId="ADAL" clId="{5EA009D7-65DD-508A-9C7C-F7CEAC557066}" dt="2026-07-26T10:21:16.450" v="7176" actId="15"/>
          <ac:spMkLst>
            <pc:docMk/>
            <pc:sldMk cId="2733857693" sldId="351"/>
            <ac:spMk id="12" creationId="{182B74B4-BCEC-F344-FAD8-E0281976F907}"/>
          </ac:spMkLst>
        </pc:spChg>
        <pc:spChg chg="mod">
          <ac:chgData name="Dasandhi, Moumita" userId="9df2b294-5712-4986-9743-bef54d7b8802" providerId="ADAL" clId="{5EA009D7-65DD-508A-9C7C-F7CEAC557066}" dt="2026-07-26T10:19:43.227" v="7155" actId="255"/>
          <ac:spMkLst>
            <pc:docMk/>
            <pc:sldMk cId="2733857693" sldId="351"/>
            <ac:spMk id="13" creationId="{4ECE09A0-BC47-3D0F-8DD1-081DC934ADD0}"/>
          </ac:spMkLst>
        </pc:spChg>
        <pc:graphicFrameChg chg="add del modGraphic">
          <ac:chgData name="Dasandhi, Moumita" userId="9df2b294-5712-4986-9743-bef54d7b8802" providerId="ADAL" clId="{5EA009D7-65DD-508A-9C7C-F7CEAC557066}" dt="2026-07-25T17:59:24.302" v="3636" actId="478"/>
          <ac:graphicFrameMkLst>
            <pc:docMk/>
            <pc:sldMk cId="2733857693" sldId="351"/>
            <ac:graphicFrameMk id="14" creationId="{BA8ED0D4-DDB2-F945-5DAB-5169D3DB57F1}"/>
          </ac:graphicFrameMkLst>
        </pc:graphicFrameChg>
        <pc:picChg chg="add del mod">
          <ac:chgData name="Dasandhi, Moumita" userId="9df2b294-5712-4986-9743-bef54d7b8802" providerId="ADAL" clId="{5EA009D7-65DD-508A-9C7C-F7CEAC557066}" dt="2026-07-25T18:08:26.104" v="3864" actId="478"/>
          <ac:picMkLst>
            <pc:docMk/>
            <pc:sldMk cId="2733857693" sldId="351"/>
            <ac:picMk id="15" creationId="{8BCFD1C3-3B1A-8F1A-4846-8A9EF09B9771}"/>
          </ac:picMkLst>
        </pc:picChg>
      </pc:sldChg>
      <pc:sldChg chg="add del">
        <pc:chgData name="Dasandhi, Moumita" userId="9df2b294-5712-4986-9743-bef54d7b8802" providerId="ADAL" clId="{5EA009D7-65DD-508A-9C7C-F7CEAC557066}" dt="2026-07-25T19:16:56.367" v="5796" actId="2696"/>
        <pc:sldMkLst>
          <pc:docMk/>
          <pc:sldMk cId="390710371" sldId="352"/>
        </pc:sldMkLst>
      </pc:sldChg>
      <pc:sldChg chg="modSp add mod setBg">
        <pc:chgData name="Dasandhi, Moumita" userId="9df2b294-5712-4986-9743-bef54d7b8802" providerId="ADAL" clId="{5EA009D7-65DD-508A-9C7C-F7CEAC557066}" dt="2026-07-26T10:45:18.789" v="7502" actId="20577"/>
        <pc:sldMkLst>
          <pc:docMk/>
          <pc:sldMk cId="2732813185" sldId="352"/>
        </pc:sldMkLst>
        <pc:spChg chg="mod">
          <ac:chgData name="Dasandhi, Moumita" userId="9df2b294-5712-4986-9743-bef54d7b8802" providerId="ADAL" clId="{5EA009D7-65DD-508A-9C7C-F7CEAC557066}" dt="2026-07-25T19:19:43.106" v="5863" actId="20577"/>
          <ac:spMkLst>
            <pc:docMk/>
            <pc:sldMk cId="2732813185" sldId="352"/>
            <ac:spMk id="4" creationId="{20C843F3-8625-2C74-B646-A3A838D13FD8}"/>
          </ac:spMkLst>
        </pc:spChg>
        <pc:spChg chg="mod">
          <ac:chgData name="Dasandhi, Moumita" userId="9df2b294-5712-4986-9743-bef54d7b8802" providerId="ADAL" clId="{5EA009D7-65DD-508A-9C7C-F7CEAC557066}" dt="2026-07-25T19:25:49.899" v="6121" actId="20577"/>
          <ac:spMkLst>
            <pc:docMk/>
            <pc:sldMk cId="2732813185" sldId="352"/>
            <ac:spMk id="5" creationId="{44A6307C-B137-5D2A-982D-744A8F712B1E}"/>
          </ac:spMkLst>
        </pc:spChg>
        <pc:spChg chg="mod">
          <ac:chgData name="Dasandhi, Moumita" userId="9df2b294-5712-4986-9743-bef54d7b8802" providerId="ADAL" clId="{5EA009D7-65DD-508A-9C7C-F7CEAC557066}" dt="2026-07-26T10:45:18.789" v="7502" actId="20577"/>
          <ac:spMkLst>
            <pc:docMk/>
            <pc:sldMk cId="2732813185" sldId="352"/>
            <ac:spMk id="7" creationId="{961EBF39-A31B-C781-7761-DA8A7D1F22A0}"/>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B1CFE8-BFCC-D64B-B669-5857586508E1}" type="doc">
      <dgm:prSet loTypeId="urn:microsoft.com/office/officeart/2005/8/layout/process4" loCatId="" qsTypeId="urn:microsoft.com/office/officeart/2005/8/quickstyle/3d3" qsCatId="3D" csTypeId="urn:microsoft.com/office/officeart/2005/8/colors/colorful4" csCatId="colorful" phldr="1"/>
      <dgm:spPr/>
    </dgm:pt>
    <dgm:pt modelId="{AE889D5D-E906-3D4C-9405-3E30220DEA84}">
      <dgm:prSet phldrT="[Text]" custT="1"/>
      <dgm:spPr/>
      <dgm:t>
        <a:bodyPr/>
        <a:lstStyle/>
        <a:p>
          <a:r>
            <a:rPr lang="en-US" sz="1400" b="1" dirty="0">
              <a:solidFill>
                <a:schemeClr val="tx1"/>
              </a:solidFill>
            </a:rPr>
            <a:t>Input Sentence</a:t>
          </a:r>
        </a:p>
      </dgm:t>
    </dgm:pt>
    <dgm:pt modelId="{4F316FE0-8FFA-484F-926E-596BB0E128FA}" type="parTrans" cxnId="{BA536EC9-BAF5-F644-BFEA-EA895DBCBCC5}">
      <dgm:prSet/>
      <dgm:spPr/>
      <dgm:t>
        <a:bodyPr/>
        <a:lstStyle/>
        <a:p>
          <a:endParaRPr lang="en-US" sz="1400" b="1">
            <a:solidFill>
              <a:schemeClr val="tx1"/>
            </a:solidFill>
          </a:endParaRPr>
        </a:p>
      </dgm:t>
    </dgm:pt>
    <dgm:pt modelId="{1660EE7F-9BBE-0D4D-921E-61A5D1DDF4BE}" type="sibTrans" cxnId="{BA536EC9-BAF5-F644-BFEA-EA895DBCBCC5}">
      <dgm:prSet/>
      <dgm:spPr/>
      <dgm:t>
        <a:bodyPr/>
        <a:lstStyle/>
        <a:p>
          <a:endParaRPr lang="en-US" sz="1400" b="1">
            <a:solidFill>
              <a:schemeClr val="tx1"/>
            </a:solidFill>
          </a:endParaRPr>
        </a:p>
      </dgm:t>
    </dgm:pt>
    <dgm:pt modelId="{9E415A3A-E476-7F4B-B198-7D19DC203303}">
      <dgm:prSet phldrT="[Text]" custT="1"/>
      <dgm:spPr/>
      <dgm:t>
        <a:bodyPr/>
        <a:lstStyle/>
        <a:p>
          <a:r>
            <a:rPr lang="en-US" sz="1400" b="1" dirty="0">
              <a:solidFill>
                <a:schemeClr val="tx1"/>
              </a:solidFill>
            </a:rPr>
            <a:t>Tokenization</a:t>
          </a:r>
        </a:p>
      </dgm:t>
    </dgm:pt>
    <dgm:pt modelId="{1CC7B329-5FF7-E74F-86FE-822EC3537F16}" type="parTrans" cxnId="{DA800180-DCD3-8D48-A9C9-31BDE0BB21F2}">
      <dgm:prSet/>
      <dgm:spPr/>
      <dgm:t>
        <a:bodyPr/>
        <a:lstStyle/>
        <a:p>
          <a:endParaRPr lang="en-US" sz="1400" b="1">
            <a:solidFill>
              <a:schemeClr val="tx1"/>
            </a:solidFill>
          </a:endParaRPr>
        </a:p>
      </dgm:t>
    </dgm:pt>
    <dgm:pt modelId="{50ACA1C6-BAC1-4C40-9443-D977D5C0A1AA}" type="sibTrans" cxnId="{DA800180-DCD3-8D48-A9C9-31BDE0BB21F2}">
      <dgm:prSet/>
      <dgm:spPr/>
      <dgm:t>
        <a:bodyPr/>
        <a:lstStyle/>
        <a:p>
          <a:endParaRPr lang="en-US" sz="1400" b="1">
            <a:solidFill>
              <a:schemeClr val="tx1"/>
            </a:solidFill>
          </a:endParaRPr>
        </a:p>
      </dgm:t>
    </dgm:pt>
    <dgm:pt modelId="{C0B552DA-B485-6E45-B125-9EDF4BE94DEB}">
      <dgm:prSet phldrT="[Text]" custT="1"/>
      <dgm:spPr/>
      <dgm:t>
        <a:bodyPr/>
        <a:lstStyle/>
        <a:p>
          <a:r>
            <a:rPr lang="en-US" sz="1400" b="1" dirty="0">
              <a:solidFill>
                <a:schemeClr val="tx1"/>
              </a:solidFill>
            </a:rPr>
            <a:t>Embeddings</a:t>
          </a:r>
        </a:p>
      </dgm:t>
    </dgm:pt>
    <dgm:pt modelId="{E85CAF39-A547-244C-A356-36B518055B81}" type="parTrans" cxnId="{4E49CD16-66B8-2347-ABC4-A2A7B69DF842}">
      <dgm:prSet/>
      <dgm:spPr/>
      <dgm:t>
        <a:bodyPr/>
        <a:lstStyle/>
        <a:p>
          <a:endParaRPr lang="en-US" sz="1400" b="1">
            <a:solidFill>
              <a:schemeClr val="tx1"/>
            </a:solidFill>
          </a:endParaRPr>
        </a:p>
      </dgm:t>
    </dgm:pt>
    <dgm:pt modelId="{974EF347-8BFD-424C-883B-0FDB8C67EDD8}" type="sibTrans" cxnId="{4E49CD16-66B8-2347-ABC4-A2A7B69DF842}">
      <dgm:prSet/>
      <dgm:spPr/>
      <dgm:t>
        <a:bodyPr/>
        <a:lstStyle/>
        <a:p>
          <a:endParaRPr lang="en-US" sz="1400" b="1">
            <a:solidFill>
              <a:schemeClr val="tx1"/>
            </a:solidFill>
          </a:endParaRPr>
        </a:p>
      </dgm:t>
    </dgm:pt>
    <dgm:pt modelId="{34E699A0-A188-0E4D-8826-CF5A7CB76557}">
      <dgm:prSet phldrT="[Text]" custT="1"/>
      <dgm:spPr/>
      <dgm:t>
        <a:bodyPr/>
        <a:lstStyle/>
        <a:p>
          <a:r>
            <a:rPr lang="en-US" sz="1400" b="1" dirty="0">
              <a:solidFill>
                <a:schemeClr val="tx1"/>
              </a:solidFill>
            </a:rPr>
            <a:t>Positional Encoding</a:t>
          </a:r>
        </a:p>
      </dgm:t>
    </dgm:pt>
    <dgm:pt modelId="{2A4EF3D0-1A65-BD4E-8FF1-77A1C4520C28}" type="parTrans" cxnId="{4FBD0399-2394-3045-B0D0-56396DA1AAE6}">
      <dgm:prSet/>
      <dgm:spPr/>
      <dgm:t>
        <a:bodyPr/>
        <a:lstStyle/>
        <a:p>
          <a:endParaRPr lang="en-US" sz="1400" b="1">
            <a:solidFill>
              <a:schemeClr val="tx1"/>
            </a:solidFill>
          </a:endParaRPr>
        </a:p>
      </dgm:t>
    </dgm:pt>
    <dgm:pt modelId="{F253F60F-0D83-F04D-B854-FF536911FAC9}" type="sibTrans" cxnId="{4FBD0399-2394-3045-B0D0-56396DA1AAE6}">
      <dgm:prSet/>
      <dgm:spPr/>
      <dgm:t>
        <a:bodyPr/>
        <a:lstStyle/>
        <a:p>
          <a:endParaRPr lang="en-US" sz="1400" b="1">
            <a:solidFill>
              <a:schemeClr val="tx1"/>
            </a:solidFill>
          </a:endParaRPr>
        </a:p>
      </dgm:t>
    </dgm:pt>
    <dgm:pt modelId="{4C8A4E0C-8BE6-5B4A-9DE9-125E12853C78}">
      <dgm:prSet phldrT="[Text]" custT="1"/>
      <dgm:spPr/>
      <dgm:t>
        <a:bodyPr/>
        <a:lstStyle/>
        <a:p>
          <a:r>
            <a:rPr lang="en-US" sz="1400" b="1" dirty="0">
              <a:solidFill>
                <a:schemeClr val="tx1"/>
              </a:solidFill>
            </a:rPr>
            <a:t>Multi-Head Self-Attention</a:t>
          </a:r>
        </a:p>
      </dgm:t>
    </dgm:pt>
    <dgm:pt modelId="{359F4F39-9067-5648-897A-D2857425DEC1}" type="parTrans" cxnId="{513C7213-E05F-7649-8404-FCEE28E80574}">
      <dgm:prSet/>
      <dgm:spPr/>
      <dgm:t>
        <a:bodyPr/>
        <a:lstStyle/>
        <a:p>
          <a:endParaRPr lang="en-US" sz="1400" b="1">
            <a:solidFill>
              <a:schemeClr val="tx1"/>
            </a:solidFill>
          </a:endParaRPr>
        </a:p>
      </dgm:t>
    </dgm:pt>
    <dgm:pt modelId="{114546C0-6254-6845-9D2F-0AD37325AF51}" type="sibTrans" cxnId="{513C7213-E05F-7649-8404-FCEE28E80574}">
      <dgm:prSet/>
      <dgm:spPr/>
      <dgm:t>
        <a:bodyPr/>
        <a:lstStyle/>
        <a:p>
          <a:endParaRPr lang="en-US" sz="1400" b="1">
            <a:solidFill>
              <a:schemeClr val="tx1"/>
            </a:solidFill>
          </a:endParaRPr>
        </a:p>
      </dgm:t>
    </dgm:pt>
    <dgm:pt modelId="{74372B51-097E-DF43-92E4-C25F2AC8C540}">
      <dgm:prSet phldrT="[Text]" custT="1"/>
      <dgm:spPr/>
      <dgm:t>
        <a:bodyPr/>
        <a:lstStyle/>
        <a:p>
          <a:r>
            <a:rPr lang="en-US" sz="1400" b="1" dirty="0">
              <a:solidFill>
                <a:schemeClr val="tx1"/>
              </a:solidFill>
            </a:rPr>
            <a:t>Output</a:t>
          </a:r>
        </a:p>
      </dgm:t>
    </dgm:pt>
    <dgm:pt modelId="{C3E4B57F-855B-724C-A1FC-8FEE299FA945}" type="parTrans" cxnId="{F8720AB8-6538-0247-A4DF-DD96468B4ECE}">
      <dgm:prSet/>
      <dgm:spPr/>
      <dgm:t>
        <a:bodyPr/>
        <a:lstStyle/>
        <a:p>
          <a:endParaRPr lang="en-US" sz="1400" b="1">
            <a:solidFill>
              <a:schemeClr val="tx1"/>
            </a:solidFill>
          </a:endParaRPr>
        </a:p>
      </dgm:t>
    </dgm:pt>
    <dgm:pt modelId="{50AA093D-0C09-D140-8911-9CADDF094736}" type="sibTrans" cxnId="{F8720AB8-6538-0247-A4DF-DD96468B4ECE}">
      <dgm:prSet/>
      <dgm:spPr/>
      <dgm:t>
        <a:bodyPr/>
        <a:lstStyle/>
        <a:p>
          <a:endParaRPr lang="en-US" sz="1400" b="1">
            <a:solidFill>
              <a:schemeClr val="tx1"/>
            </a:solidFill>
          </a:endParaRPr>
        </a:p>
      </dgm:t>
    </dgm:pt>
    <dgm:pt modelId="{715D9A60-1DD3-1E43-9751-A38A96723DD6}">
      <dgm:prSet phldrT="[Text]" custT="1"/>
      <dgm:spPr/>
      <dgm:t>
        <a:bodyPr/>
        <a:lstStyle/>
        <a:p>
          <a:r>
            <a:rPr lang="en-US" sz="1400" b="1" dirty="0">
              <a:solidFill>
                <a:schemeClr val="tx1"/>
              </a:solidFill>
            </a:rPr>
            <a:t>Feed-forward Network</a:t>
          </a:r>
        </a:p>
      </dgm:t>
    </dgm:pt>
    <dgm:pt modelId="{6BCAF3F3-467F-D540-A889-D96C280E9779}" type="parTrans" cxnId="{F6BFF125-FAA2-4F43-A5B6-F2EC830AD3C5}">
      <dgm:prSet/>
      <dgm:spPr/>
      <dgm:t>
        <a:bodyPr/>
        <a:lstStyle/>
        <a:p>
          <a:endParaRPr lang="en-US" sz="1400" b="1">
            <a:solidFill>
              <a:schemeClr val="tx1"/>
            </a:solidFill>
          </a:endParaRPr>
        </a:p>
      </dgm:t>
    </dgm:pt>
    <dgm:pt modelId="{109C6DA0-F9D1-844E-93CD-068CA11FB441}" type="sibTrans" cxnId="{F6BFF125-FAA2-4F43-A5B6-F2EC830AD3C5}">
      <dgm:prSet/>
      <dgm:spPr/>
      <dgm:t>
        <a:bodyPr/>
        <a:lstStyle/>
        <a:p>
          <a:endParaRPr lang="en-US" sz="1400" b="1">
            <a:solidFill>
              <a:schemeClr val="tx1"/>
            </a:solidFill>
          </a:endParaRPr>
        </a:p>
      </dgm:t>
    </dgm:pt>
    <dgm:pt modelId="{B201048A-46BD-364A-95E4-C62AEF4C6FAE}" type="pres">
      <dgm:prSet presAssocID="{B5B1CFE8-BFCC-D64B-B669-5857586508E1}" presName="Name0" presStyleCnt="0">
        <dgm:presLayoutVars>
          <dgm:dir/>
          <dgm:animLvl val="lvl"/>
          <dgm:resizeHandles val="exact"/>
        </dgm:presLayoutVars>
      </dgm:prSet>
      <dgm:spPr/>
    </dgm:pt>
    <dgm:pt modelId="{26815D71-B2DF-514B-9EDE-EE2AC1A0A311}" type="pres">
      <dgm:prSet presAssocID="{74372B51-097E-DF43-92E4-C25F2AC8C540}" presName="boxAndChildren" presStyleCnt="0"/>
      <dgm:spPr/>
    </dgm:pt>
    <dgm:pt modelId="{31808B65-8472-E946-B9F8-E42FBBBD41B7}" type="pres">
      <dgm:prSet presAssocID="{74372B51-097E-DF43-92E4-C25F2AC8C540}" presName="parentTextBox" presStyleLbl="node1" presStyleIdx="0" presStyleCnt="7"/>
      <dgm:spPr/>
    </dgm:pt>
    <dgm:pt modelId="{5EAF0DDF-6DF4-1043-A48D-3F063AC53094}" type="pres">
      <dgm:prSet presAssocID="{109C6DA0-F9D1-844E-93CD-068CA11FB441}" presName="sp" presStyleCnt="0"/>
      <dgm:spPr/>
    </dgm:pt>
    <dgm:pt modelId="{92A77361-368E-E54A-A3A0-9CC8E4631B40}" type="pres">
      <dgm:prSet presAssocID="{715D9A60-1DD3-1E43-9751-A38A96723DD6}" presName="arrowAndChildren" presStyleCnt="0"/>
      <dgm:spPr/>
    </dgm:pt>
    <dgm:pt modelId="{E1E955AB-2AAD-F541-8E8A-58EECE0C37BF}" type="pres">
      <dgm:prSet presAssocID="{715D9A60-1DD3-1E43-9751-A38A96723DD6}" presName="parentTextArrow" presStyleLbl="node1" presStyleIdx="1" presStyleCnt="7"/>
      <dgm:spPr/>
    </dgm:pt>
    <dgm:pt modelId="{54B6A65A-ABD2-3D47-BC80-CDC0679C7946}" type="pres">
      <dgm:prSet presAssocID="{114546C0-6254-6845-9D2F-0AD37325AF51}" presName="sp" presStyleCnt="0"/>
      <dgm:spPr/>
    </dgm:pt>
    <dgm:pt modelId="{261F6A05-58FD-A64C-9E2E-AACF6A4729F0}" type="pres">
      <dgm:prSet presAssocID="{4C8A4E0C-8BE6-5B4A-9DE9-125E12853C78}" presName="arrowAndChildren" presStyleCnt="0"/>
      <dgm:spPr/>
    </dgm:pt>
    <dgm:pt modelId="{C9AADA33-7C05-2844-BDC7-2D66C3B37920}" type="pres">
      <dgm:prSet presAssocID="{4C8A4E0C-8BE6-5B4A-9DE9-125E12853C78}" presName="parentTextArrow" presStyleLbl="node1" presStyleIdx="2" presStyleCnt="7"/>
      <dgm:spPr/>
    </dgm:pt>
    <dgm:pt modelId="{56C9E3CF-53F8-8A4F-8A30-965A7A2E4B14}" type="pres">
      <dgm:prSet presAssocID="{F253F60F-0D83-F04D-B854-FF536911FAC9}" presName="sp" presStyleCnt="0"/>
      <dgm:spPr/>
    </dgm:pt>
    <dgm:pt modelId="{F23286A2-62BD-3148-9E1E-1F69DAA5612D}" type="pres">
      <dgm:prSet presAssocID="{34E699A0-A188-0E4D-8826-CF5A7CB76557}" presName="arrowAndChildren" presStyleCnt="0"/>
      <dgm:spPr/>
    </dgm:pt>
    <dgm:pt modelId="{BBCC8A0C-427A-1346-AAEB-9F472063C7C1}" type="pres">
      <dgm:prSet presAssocID="{34E699A0-A188-0E4D-8826-CF5A7CB76557}" presName="parentTextArrow" presStyleLbl="node1" presStyleIdx="3" presStyleCnt="7"/>
      <dgm:spPr/>
    </dgm:pt>
    <dgm:pt modelId="{E696C921-3A8B-A348-8917-41ED4ECAB845}" type="pres">
      <dgm:prSet presAssocID="{974EF347-8BFD-424C-883B-0FDB8C67EDD8}" presName="sp" presStyleCnt="0"/>
      <dgm:spPr/>
    </dgm:pt>
    <dgm:pt modelId="{2BCC9646-92FD-6C48-95E7-58FDBDFBFC83}" type="pres">
      <dgm:prSet presAssocID="{C0B552DA-B485-6E45-B125-9EDF4BE94DEB}" presName="arrowAndChildren" presStyleCnt="0"/>
      <dgm:spPr/>
    </dgm:pt>
    <dgm:pt modelId="{D8266CA7-1271-094C-B3D6-19714521DCFA}" type="pres">
      <dgm:prSet presAssocID="{C0B552DA-B485-6E45-B125-9EDF4BE94DEB}" presName="parentTextArrow" presStyleLbl="node1" presStyleIdx="4" presStyleCnt="7"/>
      <dgm:spPr/>
    </dgm:pt>
    <dgm:pt modelId="{F71FC122-D641-8649-83E6-C494CC41769D}" type="pres">
      <dgm:prSet presAssocID="{50ACA1C6-BAC1-4C40-9443-D977D5C0A1AA}" presName="sp" presStyleCnt="0"/>
      <dgm:spPr/>
    </dgm:pt>
    <dgm:pt modelId="{1C0EDF53-E895-BF43-8350-29C1EF3CE603}" type="pres">
      <dgm:prSet presAssocID="{9E415A3A-E476-7F4B-B198-7D19DC203303}" presName="arrowAndChildren" presStyleCnt="0"/>
      <dgm:spPr/>
    </dgm:pt>
    <dgm:pt modelId="{1F19E103-EECF-9946-A816-C0BB2DB1A672}" type="pres">
      <dgm:prSet presAssocID="{9E415A3A-E476-7F4B-B198-7D19DC203303}" presName="parentTextArrow" presStyleLbl="node1" presStyleIdx="5" presStyleCnt="7"/>
      <dgm:spPr/>
    </dgm:pt>
    <dgm:pt modelId="{61AAE4EF-11EA-D648-B4B3-4EAF31ABEE32}" type="pres">
      <dgm:prSet presAssocID="{1660EE7F-9BBE-0D4D-921E-61A5D1DDF4BE}" presName="sp" presStyleCnt="0"/>
      <dgm:spPr/>
    </dgm:pt>
    <dgm:pt modelId="{1B03288E-EDDA-0F4F-B952-AF097DEE9E0B}" type="pres">
      <dgm:prSet presAssocID="{AE889D5D-E906-3D4C-9405-3E30220DEA84}" presName="arrowAndChildren" presStyleCnt="0"/>
      <dgm:spPr/>
    </dgm:pt>
    <dgm:pt modelId="{61EEE625-03C8-E440-89B1-13709CBEF419}" type="pres">
      <dgm:prSet presAssocID="{AE889D5D-E906-3D4C-9405-3E30220DEA84}" presName="parentTextArrow" presStyleLbl="node1" presStyleIdx="6" presStyleCnt="7"/>
      <dgm:spPr/>
    </dgm:pt>
  </dgm:ptLst>
  <dgm:cxnLst>
    <dgm:cxn modelId="{609C6F0E-77AD-724E-8B49-70D388B85F31}" type="presOf" srcId="{9E415A3A-E476-7F4B-B198-7D19DC203303}" destId="{1F19E103-EECF-9946-A816-C0BB2DB1A672}" srcOrd="0" destOrd="0" presId="urn:microsoft.com/office/officeart/2005/8/layout/process4"/>
    <dgm:cxn modelId="{513C7213-E05F-7649-8404-FCEE28E80574}" srcId="{B5B1CFE8-BFCC-D64B-B669-5857586508E1}" destId="{4C8A4E0C-8BE6-5B4A-9DE9-125E12853C78}" srcOrd="4" destOrd="0" parTransId="{359F4F39-9067-5648-897A-D2857425DEC1}" sibTransId="{114546C0-6254-6845-9D2F-0AD37325AF51}"/>
    <dgm:cxn modelId="{4E49CD16-66B8-2347-ABC4-A2A7B69DF842}" srcId="{B5B1CFE8-BFCC-D64B-B669-5857586508E1}" destId="{C0B552DA-B485-6E45-B125-9EDF4BE94DEB}" srcOrd="2" destOrd="0" parTransId="{E85CAF39-A547-244C-A356-36B518055B81}" sibTransId="{974EF347-8BFD-424C-883B-0FDB8C67EDD8}"/>
    <dgm:cxn modelId="{7925BF24-6798-4243-A899-9E5C150544B1}" type="presOf" srcId="{715D9A60-1DD3-1E43-9751-A38A96723DD6}" destId="{E1E955AB-2AAD-F541-8E8A-58EECE0C37BF}" srcOrd="0" destOrd="0" presId="urn:microsoft.com/office/officeart/2005/8/layout/process4"/>
    <dgm:cxn modelId="{F6BFF125-FAA2-4F43-A5B6-F2EC830AD3C5}" srcId="{B5B1CFE8-BFCC-D64B-B669-5857586508E1}" destId="{715D9A60-1DD3-1E43-9751-A38A96723DD6}" srcOrd="5" destOrd="0" parTransId="{6BCAF3F3-467F-D540-A889-D96C280E9779}" sibTransId="{109C6DA0-F9D1-844E-93CD-068CA11FB441}"/>
    <dgm:cxn modelId="{AF94A065-CEAC-0C4F-B169-19D21DD5EC8B}" type="presOf" srcId="{74372B51-097E-DF43-92E4-C25F2AC8C540}" destId="{31808B65-8472-E946-B9F8-E42FBBBD41B7}" srcOrd="0" destOrd="0" presId="urn:microsoft.com/office/officeart/2005/8/layout/process4"/>
    <dgm:cxn modelId="{4488BB69-22BA-694C-8C6D-6652FAF2558A}" type="presOf" srcId="{34E699A0-A188-0E4D-8826-CF5A7CB76557}" destId="{BBCC8A0C-427A-1346-AAEB-9F472063C7C1}" srcOrd="0" destOrd="0" presId="urn:microsoft.com/office/officeart/2005/8/layout/process4"/>
    <dgm:cxn modelId="{DA800180-DCD3-8D48-A9C9-31BDE0BB21F2}" srcId="{B5B1CFE8-BFCC-D64B-B669-5857586508E1}" destId="{9E415A3A-E476-7F4B-B198-7D19DC203303}" srcOrd="1" destOrd="0" parTransId="{1CC7B329-5FF7-E74F-86FE-822EC3537F16}" sibTransId="{50ACA1C6-BAC1-4C40-9443-D977D5C0A1AA}"/>
    <dgm:cxn modelId="{4FBD0399-2394-3045-B0D0-56396DA1AAE6}" srcId="{B5B1CFE8-BFCC-D64B-B669-5857586508E1}" destId="{34E699A0-A188-0E4D-8826-CF5A7CB76557}" srcOrd="3" destOrd="0" parTransId="{2A4EF3D0-1A65-BD4E-8FF1-77A1C4520C28}" sibTransId="{F253F60F-0D83-F04D-B854-FF536911FAC9}"/>
    <dgm:cxn modelId="{527F3BB0-2BC2-2540-A394-D831BC8BBD60}" type="presOf" srcId="{4C8A4E0C-8BE6-5B4A-9DE9-125E12853C78}" destId="{C9AADA33-7C05-2844-BDC7-2D66C3B37920}" srcOrd="0" destOrd="0" presId="urn:microsoft.com/office/officeart/2005/8/layout/process4"/>
    <dgm:cxn modelId="{F8720AB8-6538-0247-A4DF-DD96468B4ECE}" srcId="{B5B1CFE8-BFCC-D64B-B669-5857586508E1}" destId="{74372B51-097E-DF43-92E4-C25F2AC8C540}" srcOrd="6" destOrd="0" parTransId="{C3E4B57F-855B-724C-A1FC-8FEE299FA945}" sibTransId="{50AA093D-0C09-D140-8911-9CADDF094736}"/>
    <dgm:cxn modelId="{BA536EC9-BAF5-F644-BFEA-EA895DBCBCC5}" srcId="{B5B1CFE8-BFCC-D64B-B669-5857586508E1}" destId="{AE889D5D-E906-3D4C-9405-3E30220DEA84}" srcOrd="0" destOrd="0" parTransId="{4F316FE0-8FFA-484F-926E-596BB0E128FA}" sibTransId="{1660EE7F-9BBE-0D4D-921E-61A5D1DDF4BE}"/>
    <dgm:cxn modelId="{CC37C6CA-06B5-2A4C-BEA4-BAC710EB8D06}" type="presOf" srcId="{AE889D5D-E906-3D4C-9405-3E30220DEA84}" destId="{61EEE625-03C8-E440-89B1-13709CBEF419}" srcOrd="0" destOrd="0" presId="urn:microsoft.com/office/officeart/2005/8/layout/process4"/>
    <dgm:cxn modelId="{708EA4F5-759C-8F42-9401-FA2B3C597AD0}" type="presOf" srcId="{B5B1CFE8-BFCC-D64B-B669-5857586508E1}" destId="{B201048A-46BD-364A-95E4-C62AEF4C6FAE}" srcOrd="0" destOrd="0" presId="urn:microsoft.com/office/officeart/2005/8/layout/process4"/>
    <dgm:cxn modelId="{C18316FB-0BC7-E74E-B5D7-AF198C6EB44E}" type="presOf" srcId="{C0B552DA-B485-6E45-B125-9EDF4BE94DEB}" destId="{D8266CA7-1271-094C-B3D6-19714521DCFA}" srcOrd="0" destOrd="0" presId="urn:microsoft.com/office/officeart/2005/8/layout/process4"/>
    <dgm:cxn modelId="{22E39866-7108-4D42-AE84-9AC2FF0E882D}" type="presParOf" srcId="{B201048A-46BD-364A-95E4-C62AEF4C6FAE}" destId="{26815D71-B2DF-514B-9EDE-EE2AC1A0A311}" srcOrd="0" destOrd="0" presId="urn:microsoft.com/office/officeart/2005/8/layout/process4"/>
    <dgm:cxn modelId="{D845109B-7F4A-AF4F-A3A6-FD7A4CD35F1E}" type="presParOf" srcId="{26815D71-B2DF-514B-9EDE-EE2AC1A0A311}" destId="{31808B65-8472-E946-B9F8-E42FBBBD41B7}" srcOrd="0" destOrd="0" presId="urn:microsoft.com/office/officeart/2005/8/layout/process4"/>
    <dgm:cxn modelId="{8EFEEDFA-6BB1-9148-B171-D4F4AFCCF6C0}" type="presParOf" srcId="{B201048A-46BD-364A-95E4-C62AEF4C6FAE}" destId="{5EAF0DDF-6DF4-1043-A48D-3F063AC53094}" srcOrd="1" destOrd="0" presId="urn:microsoft.com/office/officeart/2005/8/layout/process4"/>
    <dgm:cxn modelId="{E71FE3A5-CE3C-0645-BB67-2019A7E37A9F}" type="presParOf" srcId="{B201048A-46BD-364A-95E4-C62AEF4C6FAE}" destId="{92A77361-368E-E54A-A3A0-9CC8E4631B40}" srcOrd="2" destOrd="0" presId="urn:microsoft.com/office/officeart/2005/8/layout/process4"/>
    <dgm:cxn modelId="{FAF6DE1E-C5DA-534F-AF23-BAE64FA8FF5F}" type="presParOf" srcId="{92A77361-368E-E54A-A3A0-9CC8E4631B40}" destId="{E1E955AB-2AAD-F541-8E8A-58EECE0C37BF}" srcOrd="0" destOrd="0" presId="urn:microsoft.com/office/officeart/2005/8/layout/process4"/>
    <dgm:cxn modelId="{44A9E7A8-9434-5A45-B5D2-BE2D7AA4FC9D}" type="presParOf" srcId="{B201048A-46BD-364A-95E4-C62AEF4C6FAE}" destId="{54B6A65A-ABD2-3D47-BC80-CDC0679C7946}" srcOrd="3" destOrd="0" presId="urn:microsoft.com/office/officeart/2005/8/layout/process4"/>
    <dgm:cxn modelId="{50274F96-AE2C-DD4D-B97C-D23A9B50D8F8}" type="presParOf" srcId="{B201048A-46BD-364A-95E4-C62AEF4C6FAE}" destId="{261F6A05-58FD-A64C-9E2E-AACF6A4729F0}" srcOrd="4" destOrd="0" presId="urn:microsoft.com/office/officeart/2005/8/layout/process4"/>
    <dgm:cxn modelId="{C5A091CD-F600-BB42-B4D1-551035FC1597}" type="presParOf" srcId="{261F6A05-58FD-A64C-9E2E-AACF6A4729F0}" destId="{C9AADA33-7C05-2844-BDC7-2D66C3B37920}" srcOrd="0" destOrd="0" presId="urn:microsoft.com/office/officeart/2005/8/layout/process4"/>
    <dgm:cxn modelId="{60A9CA06-51F1-694E-A0BC-CE1CC2A08851}" type="presParOf" srcId="{B201048A-46BD-364A-95E4-C62AEF4C6FAE}" destId="{56C9E3CF-53F8-8A4F-8A30-965A7A2E4B14}" srcOrd="5" destOrd="0" presId="urn:microsoft.com/office/officeart/2005/8/layout/process4"/>
    <dgm:cxn modelId="{4F6CDDE7-A15E-4146-8E7B-9A02E3813398}" type="presParOf" srcId="{B201048A-46BD-364A-95E4-C62AEF4C6FAE}" destId="{F23286A2-62BD-3148-9E1E-1F69DAA5612D}" srcOrd="6" destOrd="0" presId="urn:microsoft.com/office/officeart/2005/8/layout/process4"/>
    <dgm:cxn modelId="{7ECB246E-9602-744C-9B70-7CAFD618941B}" type="presParOf" srcId="{F23286A2-62BD-3148-9E1E-1F69DAA5612D}" destId="{BBCC8A0C-427A-1346-AAEB-9F472063C7C1}" srcOrd="0" destOrd="0" presId="urn:microsoft.com/office/officeart/2005/8/layout/process4"/>
    <dgm:cxn modelId="{C2F591BF-A3F5-BD41-A77A-201F366273DD}" type="presParOf" srcId="{B201048A-46BD-364A-95E4-C62AEF4C6FAE}" destId="{E696C921-3A8B-A348-8917-41ED4ECAB845}" srcOrd="7" destOrd="0" presId="urn:microsoft.com/office/officeart/2005/8/layout/process4"/>
    <dgm:cxn modelId="{65B83408-8382-AA42-8638-C9BA6C26D17D}" type="presParOf" srcId="{B201048A-46BD-364A-95E4-C62AEF4C6FAE}" destId="{2BCC9646-92FD-6C48-95E7-58FDBDFBFC83}" srcOrd="8" destOrd="0" presId="urn:microsoft.com/office/officeart/2005/8/layout/process4"/>
    <dgm:cxn modelId="{C366486F-C300-334A-8CEB-FD27DA3017F1}" type="presParOf" srcId="{2BCC9646-92FD-6C48-95E7-58FDBDFBFC83}" destId="{D8266CA7-1271-094C-B3D6-19714521DCFA}" srcOrd="0" destOrd="0" presId="urn:microsoft.com/office/officeart/2005/8/layout/process4"/>
    <dgm:cxn modelId="{1627EAC3-B12E-8244-9111-46B532114C27}" type="presParOf" srcId="{B201048A-46BD-364A-95E4-C62AEF4C6FAE}" destId="{F71FC122-D641-8649-83E6-C494CC41769D}" srcOrd="9" destOrd="0" presId="urn:microsoft.com/office/officeart/2005/8/layout/process4"/>
    <dgm:cxn modelId="{11EF137B-AF69-D14F-81E7-BF531CD63CF0}" type="presParOf" srcId="{B201048A-46BD-364A-95E4-C62AEF4C6FAE}" destId="{1C0EDF53-E895-BF43-8350-29C1EF3CE603}" srcOrd="10" destOrd="0" presId="urn:microsoft.com/office/officeart/2005/8/layout/process4"/>
    <dgm:cxn modelId="{4D66D8FC-DAF5-8F4B-A7E3-A94622F93C8C}" type="presParOf" srcId="{1C0EDF53-E895-BF43-8350-29C1EF3CE603}" destId="{1F19E103-EECF-9946-A816-C0BB2DB1A672}" srcOrd="0" destOrd="0" presId="urn:microsoft.com/office/officeart/2005/8/layout/process4"/>
    <dgm:cxn modelId="{3AE6494F-5FA5-F34E-8DFD-341C69AADA8E}" type="presParOf" srcId="{B201048A-46BD-364A-95E4-C62AEF4C6FAE}" destId="{61AAE4EF-11EA-D648-B4B3-4EAF31ABEE32}" srcOrd="11" destOrd="0" presId="urn:microsoft.com/office/officeart/2005/8/layout/process4"/>
    <dgm:cxn modelId="{DC3FD040-0058-2040-A780-7C3CE9452DDB}" type="presParOf" srcId="{B201048A-46BD-364A-95E4-C62AEF4C6FAE}" destId="{1B03288E-EDDA-0F4F-B952-AF097DEE9E0B}" srcOrd="12" destOrd="0" presId="urn:microsoft.com/office/officeart/2005/8/layout/process4"/>
    <dgm:cxn modelId="{8B68D2BD-B36E-9C48-B85C-69E41EB07869}" type="presParOf" srcId="{1B03288E-EDDA-0F4F-B952-AF097DEE9E0B}" destId="{61EEE625-03C8-E440-89B1-13709CBEF419}"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A3D5862-223B-6240-B30A-A33F3D38085E}" type="doc">
      <dgm:prSet loTypeId="urn:microsoft.com/office/officeart/2005/8/layout/vList4" loCatId="" qsTypeId="urn:microsoft.com/office/officeart/2005/8/quickstyle/simple1" qsCatId="simple" csTypeId="urn:microsoft.com/office/officeart/2005/8/colors/accent6_1" csCatId="accent6" phldr="1"/>
      <dgm:spPr/>
      <dgm:t>
        <a:bodyPr/>
        <a:lstStyle/>
        <a:p>
          <a:endParaRPr lang="en-US"/>
        </a:p>
      </dgm:t>
    </dgm:pt>
    <dgm:pt modelId="{15B561A5-40EA-144A-ADB7-CBAEEF41722D}">
      <dgm:prSet phldrT="[Text]" custT="1"/>
      <dgm:spPr/>
      <dgm:t>
        <a:bodyPr/>
        <a:lstStyle/>
        <a:p>
          <a:r>
            <a:rPr lang="en-US" sz="1400" dirty="0">
              <a:latin typeface="Garamond" panose="02020404030301010803" pitchFamily="18" charset="0"/>
            </a:rPr>
            <a:t>Pretraining</a:t>
          </a:r>
        </a:p>
      </dgm:t>
    </dgm:pt>
    <dgm:pt modelId="{B2FF2A36-FD7B-DF44-A809-2F04DF344455}" type="parTrans" cxnId="{C4ECAC97-22C3-B948-9F51-4D23AA37CB35}">
      <dgm:prSet/>
      <dgm:spPr/>
      <dgm:t>
        <a:bodyPr/>
        <a:lstStyle/>
        <a:p>
          <a:endParaRPr lang="en-US">
            <a:solidFill>
              <a:schemeClr val="tx1"/>
            </a:solidFill>
            <a:latin typeface="Garamond" panose="02020404030301010803" pitchFamily="18" charset="0"/>
          </a:endParaRPr>
        </a:p>
      </dgm:t>
    </dgm:pt>
    <dgm:pt modelId="{0CCE2EA5-F564-3A41-B79B-62ED81219931}" type="sibTrans" cxnId="{C4ECAC97-22C3-B948-9F51-4D23AA37CB35}">
      <dgm:prSet/>
      <dgm:spPr/>
      <dgm:t>
        <a:bodyPr/>
        <a:lstStyle/>
        <a:p>
          <a:endParaRPr lang="en-US">
            <a:solidFill>
              <a:schemeClr val="tx1"/>
            </a:solidFill>
            <a:latin typeface="Garamond" panose="02020404030301010803" pitchFamily="18" charset="0"/>
          </a:endParaRPr>
        </a:p>
      </dgm:t>
    </dgm:pt>
    <dgm:pt modelId="{0EA02F1B-DB68-1E42-ADF0-BDCBBA470BA0}">
      <dgm:prSet phldrT="[Text]"/>
      <dgm:spPr/>
      <dgm:t>
        <a:bodyPr/>
        <a:lstStyle/>
        <a:p>
          <a:r>
            <a:rPr lang="en-US" sz="1200" dirty="0">
              <a:latin typeface="Garamond" panose="02020404030301010803" pitchFamily="18" charset="0"/>
            </a:rPr>
            <a:t>Learn language patterns</a:t>
          </a:r>
        </a:p>
      </dgm:t>
    </dgm:pt>
    <dgm:pt modelId="{F023D402-FACE-E248-BC13-BDBC8AC1F60C}" type="parTrans" cxnId="{D0F9A27D-5760-2844-A6EB-98F8C3C2E583}">
      <dgm:prSet/>
      <dgm:spPr/>
      <dgm:t>
        <a:bodyPr/>
        <a:lstStyle/>
        <a:p>
          <a:endParaRPr lang="en-US">
            <a:solidFill>
              <a:schemeClr val="tx1"/>
            </a:solidFill>
            <a:latin typeface="Garamond" panose="02020404030301010803" pitchFamily="18" charset="0"/>
          </a:endParaRPr>
        </a:p>
      </dgm:t>
    </dgm:pt>
    <dgm:pt modelId="{4CA8B3EA-8296-CF45-8EBA-410D56A8D855}" type="sibTrans" cxnId="{D0F9A27D-5760-2844-A6EB-98F8C3C2E583}">
      <dgm:prSet/>
      <dgm:spPr/>
      <dgm:t>
        <a:bodyPr/>
        <a:lstStyle/>
        <a:p>
          <a:endParaRPr lang="en-US">
            <a:solidFill>
              <a:schemeClr val="tx1"/>
            </a:solidFill>
            <a:latin typeface="Garamond" panose="02020404030301010803" pitchFamily="18" charset="0"/>
          </a:endParaRPr>
        </a:p>
      </dgm:t>
    </dgm:pt>
    <dgm:pt modelId="{937883A0-961B-E64A-A5DA-7B4B60DE40F8}">
      <dgm:prSet phldrT="[Text]" custT="1"/>
      <dgm:spPr/>
      <dgm:t>
        <a:bodyPr/>
        <a:lstStyle/>
        <a:p>
          <a:r>
            <a:rPr lang="en-US" sz="1400" dirty="0">
              <a:latin typeface="Garamond" panose="02020404030301010803" pitchFamily="18" charset="0"/>
            </a:rPr>
            <a:t>Instruction Tuning</a:t>
          </a:r>
        </a:p>
      </dgm:t>
    </dgm:pt>
    <dgm:pt modelId="{7CEBDD29-45C1-B34F-9A45-49337F24635E}" type="parTrans" cxnId="{4CDFFA07-9556-854C-81A4-FE475AC4122F}">
      <dgm:prSet/>
      <dgm:spPr/>
      <dgm:t>
        <a:bodyPr/>
        <a:lstStyle/>
        <a:p>
          <a:endParaRPr lang="en-US">
            <a:solidFill>
              <a:schemeClr val="tx1"/>
            </a:solidFill>
            <a:latin typeface="Garamond" panose="02020404030301010803" pitchFamily="18" charset="0"/>
          </a:endParaRPr>
        </a:p>
      </dgm:t>
    </dgm:pt>
    <dgm:pt modelId="{E5E6F5C4-4EFB-7C40-B8AE-D8AC709E7B60}" type="sibTrans" cxnId="{4CDFFA07-9556-854C-81A4-FE475AC4122F}">
      <dgm:prSet/>
      <dgm:spPr/>
      <dgm:t>
        <a:bodyPr/>
        <a:lstStyle/>
        <a:p>
          <a:endParaRPr lang="en-US">
            <a:solidFill>
              <a:schemeClr val="tx1"/>
            </a:solidFill>
            <a:latin typeface="Garamond" panose="02020404030301010803" pitchFamily="18" charset="0"/>
          </a:endParaRPr>
        </a:p>
      </dgm:t>
    </dgm:pt>
    <dgm:pt modelId="{F154E134-A4F5-0545-8103-D4924991949F}">
      <dgm:prSet phldrT="[Text]"/>
      <dgm:spPr/>
      <dgm:t>
        <a:bodyPr/>
        <a:lstStyle/>
        <a:p>
          <a:r>
            <a:rPr lang="en-US" sz="1200">
              <a:latin typeface="Garamond" panose="02020404030301010803" pitchFamily="18" charset="0"/>
            </a:rPr>
            <a:t>Teach model to follow instruction, answer questions, summarize</a:t>
          </a:r>
          <a:endParaRPr lang="en-US" sz="1200" dirty="0">
            <a:latin typeface="Garamond" panose="02020404030301010803" pitchFamily="18" charset="0"/>
          </a:endParaRPr>
        </a:p>
      </dgm:t>
    </dgm:pt>
    <dgm:pt modelId="{FE26EEF7-B0C6-9B47-915A-4C3C461858B9}" type="parTrans" cxnId="{4B2B60B7-5DCA-A24F-80B7-235A6C4D707B}">
      <dgm:prSet/>
      <dgm:spPr/>
      <dgm:t>
        <a:bodyPr/>
        <a:lstStyle/>
        <a:p>
          <a:endParaRPr lang="en-US">
            <a:solidFill>
              <a:schemeClr val="tx1"/>
            </a:solidFill>
            <a:latin typeface="Garamond" panose="02020404030301010803" pitchFamily="18" charset="0"/>
          </a:endParaRPr>
        </a:p>
      </dgm:t>
    </dgm:pt>
    <dgm:pt modelId="{0CECE12D-669D-B045-BDF3-FDFFA7559D00}" type="sibTrans" cxnId="{4B2B60B7-5DCA-A24F-80B7-235A6C4D707B}">
      <dgm:prSet/>
      <dgm:spPr/>
      <dgm:t>
        <a:bodyPr/>
        <a:lstStyle/>
        <a:p>
          <a:endParaRPr lang="en-US">
            <a:solidFill>
              <a:schemeClr val="tx1"/>
            </a:solidFill>
            <a:latin typeface="Garamond" panose="02020404030301010803" pitchFamily="18" charset="0"/>
          </a:endParaRPr>
        </a:p>
      </dgm:t>
    </dgm:pt>
    <dgm:pt modelId="{E0F43C32-B79A-D74A-8879-5CAD42FB415F}">
      <dgm:prSet phldrT="[Text]" custT="1"/>
      <dgm:spPr/>
      <dgm:t>
        <a:bodyPr/>
        <a:lstStyle/>
        <a:p>
          <a:r>
            <a:rPr lang="en-US" sz="1400" dirty="0">
              <a:latin typeface="Garamond" panose="02020404030301010803" pitchFamily="18" charset="0"/>
            </a:rPr>
            <a:t>RLHF</a:t>
          </a:r>
        </a:p>
      </dgm:t>
    </dgm:pt>
    <dgm:pt modelId="{1902EF40-AA5B-504E-B01E-71823C51C214}" type="parTrans" cxnId="{0256DEF2-A0E2-9C48-B1FD-17CBD8752382}">
      <dgm:prSet/>
      <dgm:spPr/>
      <dgm:t>
        <a:bodyPr/>
        <a:lstStyle/>
        <a:p>
          <a:endParaRPr lang="en-US">
            <a:solidFill>
              <a:schemeClr val="tx1"/>
            </a:solidFill>
            <a:latin typeface="Garamond" panose="02020404030301010803" pitchFamily="18" charset="0"/>
          </a:endParaRPr>
        </a:p>
      </dgm:t>
    </dgm:pt>
    <dgm:pt modelId="{02A8449B-5240-3A4D-B7FA-EF737D030073}" type="sibTrans" cxnId="{0256DEF2-A0E2-9C48-B1FD-17CBD8752382}">
      <dgm:prSet/>
      <dgm:spPr/>
      <dgm:t>
        <a:bodyPr/>
        <a:lstStyle/>
        <a:p>
          <a:endParaRPr lang="en-US">
            <a:solidFill>
              <a:schemeClr val="tx1"/>
            </a:solidFill>
            <a:latin typeface="Garamond" panose="02020404030301010803" pitchFamily="18" charset="0"/>
          </a:endParaRPr>
        </a:p>
      </dgm:t>
    </dgm:pt>
    <dgm:pt modelId="{A4CA98D1-012D-5141-BDED-1421E761C89C}">
      <dgm:prSet phldrT="[Text]"/>
      <dgm:spPr/>
      <dgm:t>
        <a:bodyPr/>
        <a:lstStyle/>
        <a:p>
          <a:r>
            <a:rPr lang="en-US" sz="1200" dirty="0">
              <a:latin typeface="Garamond" panose="02020404030301010803" pitchFamily="18" charset="0"/>
            </a:rPr>
            <a:t>Reinforcement learning from human feedback for better answers</a:t>
          </a:r>
        </a:p>
      </dgm:t>
    </dgm:pt>
    <dgm:pt modelId="{946D0537-F2FB-2649-AB5D-3DBD59DF6C64}" type="parTrans" cxnId="{AB78951D-2DC4-8947-993A-C8C99501DE0E}">
      <dgm:prSet/>
      <dgm:spPr/>
      <dgm:t>
        <a:bodyPr/>
        <a:lstStyle/>
        <a:p>
          <a:endParaRPr lang="en-US">
            <a:solidFill>
              <a:schemeClr val="tx1"/>
            </a:solidFill>
            <a:latin typeface="Garamond" panose="02020404030301010803" pitchFamily="18" charset="0"/>
          </a:endParaRPr>
        </a:p>
      </dgm:t>
    </dgm:pt>
    <dgm:pt modelId="{7CDAC297-807B-5541-9B41-C962653F17EB}" type="sibTrans" cxnId="{AB78951D-2DC4-8947-993A-C8C99501DE0E}">
      <dgm:prSet/>
      <dgm:spPr/>
      <dgm:t>
        <a:bodyPr/>
        <a:lstStyle/>
        <a:p>
          <a:endParaRPr lang="en-US">
            <a:solidFill>
              <a:schemeClr val="tx1"/>
            </a:solidFill>
            <a:latin typeface="Garamond" panose="02020404030301010803" pitchFamily="18" charset="0"/>
          </a:endParaRPr>
        </a:p>
      </dgm:t>
    </dgm:pt>
    <dgm:pt modelId="{881C3B86-B470-2446-B876-8BFC2CC9109E}" type="pres">
      <dgm:prSet presAssocID="{9A3D5862-223B-6240-B30A-A33F3D38085E}" presName="linear" presStyleCnt="0">
        <dgm:presLayoutVars>
          <dgm:dir/>
          <dgm:resizeHandles val="exact"/>
        </dgm:presLayoutVars>
      </dgm:prSet>
      <dgm:spPr/>
    </dgm:pt>
    <dgm:pt modelId="{A3DBD392-144F-5F43-872F-4B80A92D7DAA}" type="pres">
      <dgm:prSet presAssocID="{15B561A5-40EA-144A-ADB7-CBAEEF41722D}" presName="comp" presStyleCnt="0"/>
      <dgm:spPr/>
    </dgm:pt>
    <dgm:pt modelId="{209A441B-5340-E743-86BE-B906D03B882E}" type="pres">
      <dgm:prSet presAssocID="{15B561A5-40EA-144A-ADB7-CBAEEF41722D}" presName="box" presStyleLbl="node1" presStyleIdx="0" presStyleCnt="3"/>
      <dgm:spPr/>
    </dgm:pt>
    <dgm:pt modelId="{2A460843-BBF0-5A44-B6A4-B6784052DE81}" type="pres">
      <dgm:prSet presAssocID="{15B561A5-40EA-144A-ADB7-CBAEEF41722D}" presName="img" presStyleLbl="fgImgPlace1" presStyleIdx="0" presStyleCnt="3"/>
      <dgm:spPr>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l="-33000" r="-33000"/>
          </a:stretch>
        </a:blipFill>
      </dgm:spPr>
      <dgm:extLst>
        <a:ext uri="{E40237B7-FDA0-4F09-8148-C483321AD2D9}">
          <dgm14:cNvPr xmlns:dgm14="http://schemas.microsoft.com/office/drawing/2010/diagram" id="0" name="" descr="Blog with solid fill"/>
        </a:ext>
      </dgm:extLst>
    </dgm:pt>
    <dgm:pt modelId="{6F820D1B-A84C-4A43-B2DA-CCED9302BAE2}" type="pres">
      <dgm:prSet presAssocID="{15B561A5-40EA-144A-ADB7-CBAEEF41722D}" presName="text" presStyleLbl="node1" presStyleIdx="0" presStyleCnt="3">
        <dgm:presLayoutVars>
          <dgm:bulletEnabled val="1"/>
        </dgm:presLayoutVars>
      </dgm:prSet>
      <dgm:spPr/>
    </dgm:pt>
    <dgm:pt modelId="{BE78E5C6-9397-9349-B836-209EC15FAAE4}" type="pres">
      <dgm:prSet presAssocID="{0CCE2EA5-F564-3A41-B79B-62ED81219931}" presName="spacer" presStyleCnt="0"/>
      <dgm:spPr/>
    </dgm:pt>
    <dgm:pt modelId="{A32C7548-D581-654D-B613-F70718C5BE80}" type="pres">
      <dgm:prSet presAssocID="{937883A0-961B-E64A-A5DA-7B4B60DE40F8}" presName="comp" presStyleCnt="0"/>
      <dgm:spPr/>
    </dgm:pt>
    <dgm:pt modelId="{9ACF1CCA-31CD-8044-91D7-15AF2436E427}" type="pres">
      <dgm:prSet presAssocID="{937883A0-961B-E64A-A5DA-7B4B60DE40F8}" presName="box" presStyleLbl="node1" presStyleIdx="1" presStyleCnt="3"/>
      <dgm:spPr/>
    </dgm:pt>
    <dgm:pt modelId="{20CE096F-7801-E548-83DF-31282CBB27A5}" type="pres">
      <dgm:prSet presAssocID="{937883A0-961B-E64A-A5DA-7B4B60DE40F8}" presName="img" presStyleLbl="fgImgPlac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l="-33000" r="-33000"/>
          </a:stretch>
        </a:blipFill>
      </dgm:spPr>
      <dgm:extLst>
        <a:ext uri="{E40237B7-FDA0-4F09-8148-C483321AD2D9}">
          <dgm14:cNvPr xmlns:dgm14="http://schemas.microsoft.com/office/drawing/2010/diagram" id="0" name="" descr="Cloud Computing with solid fill"/>
        </a:ext>
      </dgm:extLst>
    </dgm:pt>
    <dgm:pt modelId="{246DAAD0-1DD5-5944-AF78-33F05BEE514A}" type="pres">
      <dgm:prSet presAssocID="{937883A0-961B-E64A-A5DA-7B4B60DE40F8}" presName="text" presStyleLbl="node1" presStyleIdx="1" presStyleCnt="3">
        <dgm:presLayoutVars>
          <dgm:bulletEnabled val="1"/>
        </dgm:presLayoutVars>
      </dgm:prSet>
      <dgm:spPr/>
    </dgm:pt>
    <dgm:pt modelId="{3EF7B0B8-8B45-9247-90A9-E4E226B41284}" type="pres">
      <dgm:prSet presAssocID="{E5E6F5C4-4EFB-7C40-B8AE-D8AC709E7B60}" presName="spacer" presStyleCnt="0"/>
      <dgm:spPr/>
    </dgm:pt>
    <dgm:pt modelId="{BF824BF3-6E90-1E4D-AD68-8BF77B8B862E}" type="pres">
      <dgm:prSet presAssocID="{E0F43C32-B79A-D74A-8879-5CAD42FB415F}" presName="comp" presStyleCnt="0"/>
      <dgm:spPr/>
    </dgm:pt>
    <dgm:pt modelId="{BBE47A79-686B-8E49-8A62-F1455FC01901}" type="pres">
      <dgm:prSet presAssocID="{E0F43C32-B79A-D74A-8879-5CAD42FB415F}" presName="box" presStyleLbl="node1" presStyleIdx="2" presStyleCnt="3"/>
      <dgm:spPr/>
    </dgm:pt>
    <dgm:pt modelId="{F5FC6561-3FC2-DF45-9E31-9BB55DC0C1C4}" type="pres">
      <dgm:prSet presAssocID="{E0F43C32-B79A-D74A-8879-5CAD42FB415F}" presName="img" presStyleLbl="fgImgPlac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l="-33000" r="-33000"/>
          </a:stretch>
        </a:blipFill>
      </dgm:spPr>
      <dgm:extLst>
        <a:ext uri="{E40237B7-FDA0-4F09-8148-C483321AD2D9}">
          <dgm14:cNvPr xmlns:dgm14="http://schemas.microsoft.com/office/drawing/2010/diagram" id="0" name="" descr="Online meeting with solid fill"/>
        </a:ext>
      </dgm:extLst>
    </dgm:pt>
    <dgm:pt modelId="{25968EB4-7FB0-014C-B5F8-A7911404A2B3}" type="pres">
      <dgm:prSet presAssocID="{E0F43C32-B79A-D74A-8879-5CAD42FB415F}" presName="text" presStyleLbl="node1" presStyleIdx="2" presStyleCnt="3">
        <dgm:presLayoutVars>
          <dgm:bulletEnabled val="1"/>
        </dgm:presLayoutVars>
      </dgm:prSet>
      <dgm:spPr/>
    </dgm:pt>
  </dgm:ptLst>
  <dgm:cxnLst>
    <dgm:cxn modelId="{6C821E06-2885-9849-B2BD-C57195610717}" type="presOf" srcId="{F154E134-A4F5-0545-8103-D4924991949F}" destId="{246DAAD0-1DD5-5944-AF78-33F05BEE514A}" srcOrd="1" destOrd="1" presId="urn:microsoft.com/office/officeart/2005/8/layout/vList4"/>
    <dgm:cxn modelId="{4CDFFA07-9556-854C-81A4-FE475AC4122F}" srcId="{9A3D5862-223B-6240-B30A-A33F3D38085E}" destId="{937883A0-961B-E64A-A5DA-7B4B60DE40F8}" srcOrd="1" destOrd="0" parTransId="{7CEBDD29-45C1-B34F-9A45-49337F24635E}" sibTransId="{E5E6F5C4-4EFB-7C40-B8AE-D8AC709E7B60}"/>
    <dgm:cxn modelId="{7285F20A-1F6F-1342-AA72-54C069F9FF50}" type="presOf" srcId="{F154E134-A4F5-0545-8103-D4924991949F}" destId="{9ACF1CCA-31CD-8044-91D7-15AF2436E427}" srcOrd="0" destOrd="1" presId="urn:microsoft.com/office/officeart/2005/8/layout/vList4"/>
    <dgm:cxn modelId="{A672F01B-EFB7-1246-86C8-E93D08D49FE2}" type="presOf" srcId="{15B561A5-40EA-144A-ADB7-CBAEEF41722D}" destId="{6F820D1B-A84C-4A43-B2DA-CCED9302BAE2}" srcOrd="1" destOrd="0" presId="urn:microsoft.com/office/officeart/2005/8/layout/vList4"/>
    <dgm:cxn modelId="{AB78951D-2DC4-8947-993A-C8C99501DE0E}" srcId="{E0F43C32-B79A-D74A-8879-5CAD42FB415F}" destId="{A4CA98D1-012D-5141-BDED-1421E761C89C}" srcOrd="0" destOrd="0" parTransId="{946D0537-F2FB-2649-AB5D-3DBD59DF6C64}" sibTransId="{7CDAC297-807B-5541-9B41-C962653F17EB}"/>
    <dgm:cxn modelId="{3DD3FD52-975E-6447-B95D-0084A52D4447}" type="presOf" srcId="{937883A0-961B-E64A-A5DA-7B4B60DE40F8}" destId="{9ACF1CCA-31CD-8044-91D7-15AF2436E427}" srcOrd="0" destOrd="0" presId="urn:microsoft.com/office/officeart/2005/8/layout/vList4"/>
    <dgm:cxn modelId="{D0F9A27D-5760-2844-A6EB-98F8C3C2E583}" srcId="{15B561A5-40EA-144A-ADB7-CBAEEF41722D}" destId="{0EA02F1B-DB68-1E42-ADF0-BDCBBA470BA0}" srcOrd="0" destOrd="0" parTransId="{F023D402-FACE-E248-BC13-BDBC8AC1F60C}" sibTransId="{4CA8B3EA-8296-CF45-8EBA-410D56A8D855}"/>
    <dgm:cxn modelId="{54286288-A045-9040-A50D-E67D76088524}" type="presOf" srcId="{9A3D5862-223B-6240-B30A-A33F3D38085E}" destId="{881C3B86-B470-2446-B876-8BFC2CC9109E}" srcOrd="0" destOrd="0" presId="urn:microsoft.com/office/officeart/2005/8/layout/vList4"/>
    <dgm:cxn modelId="{81137E8D-8B10-E447-8DA4-A07D4C1B70BC}" type="presOf" srcId="{0EA02F1B-DB68-1E42-ADF0-BDCBBA470BA0}" destId="{209A441B-5340-E743-86BE-B906D03B882E}" srcOrd="0" destOrd="1" presId="urn:microsoft.com/office/officeart/2005/8/layout/vList4"/>
    <dgm:cxn modelId="{C4ECAC97-22C3-B948-9F51-4D23AA37CB35}" srcId="{9A3D5862-223B-6240-B30A-A33F3D38085E}" destId="{15B561A5-40EA-144A-ADB7-CBAEEF41722D}" srcOrd="0" destOrd="0" parTransId="{B2FF2A36-FD7B-DF44-A809-2F04DF344455}" sibTransId="{0CCE2EA5-F564-3A41-B79B-62ED81219931}"/>
    <dgm:cxn modelId="{04D5B2A0-26F0-C943-8E7F-17F8C260D4FE}" type="presOf" srcId="{937883A0-961B-E64A-A5DA-7B4B60DE40F8}" destId="{246DAAD0-1DD5-5944-AF78-33F05BEE514A}" srcOrd="1" destOrd="0" presId="urn:microsoft.com/office/officeart/2005/8/layout/vList4"/>
    <dgm:cxn modelId="{48B7A7A9-0CA7-154B-9760-23D65C3A98D5}" type="presOf" srcId="{E0F43C32-B79A-D74A-8879-5CAD42FB415F}" destId="{BBE47A79-686B-8E49-8A62-F1455FC01901}" srcOrd="0" destOrd="0" presId="urn:microsoft.com/office/officeart/2005/8/layout/vList4"/>
    <dgm:cxn modelId="{4CCEB2AF-0D2D-744D-A8DA-A46C7FF11F50}" type="presOf" srcId="{0EA02F1B-DB68-1E42-ADF0-BDCBBA470BA0}" destId="{6F820D1B-A84C-4A43-B2DA-CCED9302BAE2}" srcOrd="1" destOrd="1" presId="urn:microsoft.com/office/officeart/2005/8/layout/vList4"/>
    <dgm:cxn modelId="{4B2B60B7-5DCA-A24F-80B7-235A6C4D707B}" srcId="{937883A0-961B-E64A-A5DA-7B4B60DE40F8}" destId="{F154E134-A4F5-0545-8103-D4924991949F}" srcOrd="0" destOrd="0" parTransId="{FE26EEF7-B0C6-9B47-915A-4C3C461858B9}" sibTransId="{0CECE12D-669D-B045-BDF3-FDFFA7559D00}"/>
    <dgm:cxn modelId="{27EC69C3-ECAF-1347-8A5B-DD3F566E50D3}" type="presOf" srcId="{A4CA98D1-012D-5141-BDED-1421E761C89C}" destId="{25968EB4-7FB0-014C-B5F8-A7911404A2B3}" srcOrd="1" destOrd="1" presId="urn:microsoft.com/office/officeart/2005/8/layout/vList4"/>
    <dgm:cxn modelId="{480D55D5-2C7C-A04E-92FC-E3E13EC367DE}" type="presOf" srcId="{E0F43C32-B79A-D74A-8879-5CAD42FB415F}" destId="{25968EB4-7FB0-014C-B5F8-A7911404A2B3}" srcOrd="1" destOrd="0" presId="urn:microsoft.com/office/officeart/2005/8/layout/vList4"/>
    <dgm:cxn modelId="{3DCB83E5-B8B6-1F4E-80B9-1F7D37B70492}" type="presOf" srcId="{A4CA98D1-012D-5141-BDED-1421E761C89C}" destId="{BBE47A79-686B-8E49-8A62-F1455FC01901}" srcOrd="0" destOrd="1" presId="urn:microsoft.com/office/officeart/2005/8/layout/vList4"/>
    <dgm:cxn modelId="{5C9D42ED-0F86-E54B-99E4-A7BB2931F19E}" type="presOf" srcId="{15B561A5-40EA-144A-ADB7-CBAEEF41722D}" destId="{209A441B-5340-E743-86BE-B906D03B882E}" srcOrd="0" destOrd="0" presId="urn:microsoft.com/office/officeart/2005/8/layout/vList4"/>
    <dgm:cxn modelId="{0256DEF2-A0E2-9C48-B1FD-17CBD8752382}" srcId="{9A3D5862-223B-6240-B30A-A33F3D38085E}" destId="{E0F43C32-B79A-D74A-8879-5CAD42FB415F}" srcOrd="2" destOrd="0" parTransId="{1902EF40-AA5B-504E-B01E-71823C51C214}" sibTransId="{02A8449B-5240-3A4D-B7FA-EF737D030073}"/>
    <dgm:cxn modelId="{C8B7F9FD-DDDC-244E-AA0F-2143993BC680}" type="presParOf" srcId="{881C3B86-B470-2446-B876-8BFC2CC9109E}" destId="{A3DBD392-144F-5F43-872F-4B80A92D7DAA}" srcOrd="0" destOrd="0" presId="urn:microsoft.com/office/officeart/2005/8/layout/vList4"/>
    <dgm:cxn modelId="{F87C420E-47CE-EB4D-B87E-C5B3C0B4EA59}" type="presParOf" srcId="{A3DBD392-144F-5F43-872F-4B80A92D7DAA}" destId="{209A441B-5340-E743-86BE-B906D03B882E}" srcOrd="0" destOrd="0" presId="urn:microsoft.com/office/officeart/2005/8/layout/vList4"/>
    <dgm:cxn modelId="{FFA30618-84EC-214C-9C14-F8FA83EC690F}" type="presParOf" srcId="{A3DBD392-144F-5F43-872F-4B80A92D7DAA}" destId="{2A460843-BBF0-5A44-B6A4-B6784052DE81}" srcOrd="1" destOrd="0" presId="urn:microsoft.com/office/officeart/2005/8/layout/vList4"/>
    <dgm:cxn modelId="{BA21D409-449F-3E40-BE0C-723E4D08DA1D}" type="presParOf" srcId="{A3DBD392-144F-5F43-872F-4B80A92D7DAA}" destId="{6F820D1B-A84C-4A43-B2DA-CCED9302BAE2}" srcOrd="2" destOrd="0" presId="urn:microsoft.com/office/officeart/2005/8/layout/vList4"/>
    <dgm:cxn modelId="{123BB08A-D66A-F444-8448-E7684665D3EB}" type="presParOf" srcId="{881C3B86-B470-2446-B876-8BFC2CC9109E}" destId="{BE78E5C6-9397-9349-B836-209EC15FAAE4}" srcOrd="1" destOrd="0" presId="urn:microsoft.com/office/officeart/2005/8/layout/vList4"/>
    <dgm:cxn modelId="{EBC76049-3008-A24A-A693-3B99C4624437}" type="presParOf" srcId="{881C3B86-B470-2446-B876-8BFC2CC9109E}" destId="{A32C7548-D581-654D-B613-F70718C5BE80}" srcOrd="2" destOrd="0" presId="urn:microsoft.com/office/officeart/2005/8/layout/vList4"/>
    <dgm:cxn modelId="{2C3F0455-3F02-4E49-B6C9-4E5C31BA3710}" type="presParOf" srcId="{A32C7548-D581-654D-B613-F70718C5BE80}" destId="{9ACF1CCA-31CD-8044-91D7-15AF2436E427}" srcOrd="0" destOrd="0" presId="urn:microsoft.com/office/officeart/2005/8/layout/vList4"/>
    <dgm:cxn modelId="{BA740976-38B8-234E-86BF-1C6C657F3EEF}" type="presParOf" srcId="{A32C7548-D581-654D-B613-F70718C5BE80}" destId="{20CE096F-7801-E548-83DF-31282CBB27A5}" srcOrd="1" destOrd="0" presId="urn:microsoft.com/office/officeart/2005/8/layout/vList4"/>
    <dgm:cxn modelId="{26B37C1C-3334-FE40-BC41-DB396804A4E4}" type="presParOf" srcId="{A32C7548-D581-654D-B613-F70718C5BE80}" destId="{246DAAD0-1DD5-5944-AF78-33F05BEE514A}" srcOrd="2" destOrd="0" presId="urn:microsoft.com/office/officeart/2005/8/layout/vList4"/>
    <dgm:cxn modelId="{7B59DDB7-6C60-9B43-9FA1-F82EEE7FA2BA}" type="presParOf" srcId="{881C3B86-B470-2446-B876-8BFC2CC9109E}" destId="{3EF7B0B8-8B45-9247-90A9-E4E226B41284}" srcOrd="3" destOrd="0" presId="urn:microsoft.com/office/officeart/2005/8/layout/vList4"/>
    <dgm:cxn modelId="{C656D1F7-DAD7-C34D-AA16-487FB7455D0F}" type="presParOf" srcId="{881C3B86-B470-2446-B876-8BFC2CC9109E}" destId="{BF824BF3-6E90-1E4D-AD68-8BF77B8B862E}" srcOrd="4" destOrd="0" presId="urn:microsoft.com/office/officeart/2005/8/layout/vList4"/>
    <dgm:cxn modelId="{D4188788-7D19-EA42-8BA7-DB69C3D06121}" type="presParOf" srcId="{BF824BF3-6E90-1E4D-AD68-8BF77B8B862E}" destId="{BBE47A79-686B-8E49-8A62-F1455FC01901}" srcOrd="0" destOrd="0" presId="urn:microsoft.com/office/officeart/2005/8/layout/vList4"/>
    <dgm:cxn modelId="{87FA0175-A345-B346-BC35-7DA8157F7566}" type="presParOf" srcId="{BF824BF3-6E90-1E4D-AD68-8BF77B8B862E}" destId="{F5FC6561-3FC2-DF45-9E31-9BB55DC0C1C4}" srcOrd="1" destOrd="0" presId="urn:microsoft.com/office/officeart/2005/8/layout/vList4"/>
    <dgm:cxn modelId="{E5D95166-85AA-C042-8D6F-9726C65251AB}" type="presParOf" srcId="{BF824BF3-6E90-1E4D-AD68-8BF77B8B862E}" destId="{25968EB4-7FB0-014C-B5F8-A7911404A2B3}"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808B65-8472-E946-B9F8-E42FBBBD41B7}">
      <dsp:nvSpPr>
        <dsp:cNvPr id="0" name=""/>
        <dsp:cNvSpPr/>
      </dsp:nvSpPr>
      <dsp:spPr>
        <a:xfrm>
          <a:off x="0" y="2955736"/>
          <a:ext cx="2893924" cy="323444"/>
        </a:xfrm>
        <a:prstGeom prst="rect">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tx1"/>
              </a:solidFill>
            </a:rPr>
            <a:t>Output</a:t>
          </a:r>
        </a:p>
      </dsp:txBody>
      <dsp:txXfrm>
        <a:off x="0" y="2955736"/>
        <a:ext cx="2893924" cy="323444"/>
      </dsp:txXfrm>
    </dsp:sp>
    <dsp:sp modelId="{E1E955AB-2AAD-F541-8E8A-58EECE0C37BF}">
      <dsp:nvSpPr>
        <dsp:cNvPr id="0" name=""/>
        <dsp:cNvSpPr/>
      </dsp:nvSpPr>
      <dsp:spPr>
        <a:xfrm rot="10800000">
          <a:off x="0" y="2463129"/>
          <a:ext cx="2893924" cy="497457"/>
        </a:xfrm>
        <a:prstGeom prst="upArrowCallout">
          <a:avLst/>
        </a:prstGeom>
        <a:solidFill>
          <a:schemeClr val="accent4">
            <a:hueOff val="1633482"/>
            <a:satOff val="-6796"/>
            <a:lumOff val="160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tx1"/>
              </a:solidFill>
            </a:rPr>
            <a:t>Feed-forward Network</a:t>
          </a:r>
        </a:p>
      </dsp:txBody>
      <dsp:txXfrm rot="10800000">
        <a:off x="0" y="2463129"/>
        <a:ext cx="2893924" cy="323233"/>
      </dsp:txXfrm>
    </dsp:sp>
    <dsp:sp modelId="{C9AADA33-7C05-2844-BDC7-2D66C3B37920}">
      <dsp:nvSpPr>
        <dsp:cNvPr id="0" name=""/>
        <dsp:cNvSpPr/>
      </dsp:nvSpPr>
      <dsp:spPr>
        <a:xfrm rot="10800000">
          <a:off x="0" y="1970523"/>
          <a:ext cx="2893924" cy="497457"/>
        </a:xfrm>
        <a:prstGeom prst="upArrowCallout">
          <a:avLst/>
        </a:prstGeom>
        <a:solidFill>
          <a:schemeClr val="accent4">
            <a:hueOff val="3266964"/>
            <a:satOff val="-13592"/>
            <a:lumOff val="3203"/>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tx1"/>
              </a:solidFill>
            </a:rPr>
            <a:t>Multi-Head Self-Attention</a:t>
          </a:r>
        </a:p>
      </dsp:txBody>
      <dsp:txXfrm rot="10800000">
        <a:off x="0" y="1970523"/>
        <a:ext cx="2893924" cy="323233"/>
      </dsp:txXfrm>
    </dsp:sp>
    <dsp:sp modelId="{BBCC8A0C-427A-1346-AAEB-9F472063C7C1}">
      <dsp:nvSpPr>
        <dsp:cNvPr id="0" name=""/>
        <dsp:cNvSpPr/>
      </dsp:nvSpPr>
      <dsp:spPr>
        <a:xfrm rot="10800000">
          <a:off x="0" y="1477917"/>
          <a:ext cx="2893924" cy="497457"/>
        </a:xfrm>
        <a:prstGeom prst="upArrowCallout">
          <a:avLst/>
        </a:prstGeom>
        <a:solidFill>
          <a:schemeClr val="accent4">
            <a:hueOff val="4900445"/>
            <a:satOff val="-20388"/>
            <a:lumOff val="480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tx1"/>
              </a:solidFill>
            </a:rPr>
            <a:t>Positional Encoding</a:t>
          </a:r>
        </a:p>
      </dsp:txBody>
      <dsp:txXfrm rot="10800000">
        <a:off x="0" y="1477917"/>
        <a:ext cx="2893924" cy="323233"/>
      </dsp:txXfrm>
    </dsp:sp>
    <dsp:sp modelId="{D8266CA7-1271-094C-B3D6-19714521DCFA}">
      <dsp:nvSpPr>
        <dsp:cNvPr id="0" name=""/>
        <dsp:cNvSpPr/>
      </dsp:nvSpPr>
      <dsp:spPr>
        <a:xfrm rot="10800000">
          <a:off x="0" y="985311"/>
          <a:ext cx="2893924" cy="497457"/>
        </a:xfrm>
        <a:prstGeom prst="upArrowCallout">
          <a:avLst/>
        </a:prstGeom>
        <a:solidFill>
          <a:schemeClr val="accent4">
            <a:hueOff val="6533927"/>
            <a:satOff val="-27185"/>
            <a:lumOff val="640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tx1"/>
              </a:solidFill>
            </a:rPr>
            <a:t>Embeddings</a:t>
          </a:r>
        </a:p>
      </dsp:txBody>
      <dsp:txXfrm rot="10800000">
        <a:off x="0" y="985311"/>
        <a:ext cx="2893924" cy="323233"/>
      </dsp:txXfrm>
    </dsp:sp>
    <dsp:sp modelId="{1F19E103-EECF-9946-A816-C0BB2DB1A672}">
      <dsp:nvSpPr>
        <dsp:cNvPr id="0" name=""/>
        <dsp:cNvSpPr/>
      </dsp:nvSpPr>
      <dsp:spPr>
        <a:xfrm rot="10800000">
          <a:off x="0" y="492705"/>
          <a:ext cx="2893924" cy="497457"/>
        </a:xfrm>
        <a:prstGeom prst="upArrowCallout">
          <a:avLst/>
        </a:prstGeom>
        <a:solidFill>
          <a:schemeClr val="accent4">
            <a:hueOff val="8167408"/>
            <a:satOff val="-33981"/>
            <a:lumOff val="8007"/>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tx1"/>
              </a:solidFill>
            </a:rPr>
            <a:t>Tokenization</a:t>
          </a:r>
        </a:p>
      </dsp:txBody>
      <dsp:txXfrm rot="10800000">
        <a:off x="0" y="492705"/>
        <a:ext cx="2893924" cy="323233"/>
      </dsp:txXfrm>
    </dsp:sp>
    <dsp:sp modelId="{61EEE625-03C8-E440-89B1-13709CBEF419}">
      <dsp:nvSpPr>
        <dsp:cNvPr id="0" name=""/>
        <dsp:cNvSpPr/>
      </dsp:nvSpPr>
      <dsp:spPr>
        <a:xfrm rot="10800000">
          <a:off x="0" y="99"/>
          <a:ext cx="2893924" cy="497457"/>
        </a:xfrm>
        <a:prstGeom prst="upArrowCallout">
          <a:avLst/>
        </a:prstGeom>
        <a:solidFill>
          <a:schemeClr val="accent4">
            <a:hueOff val="9800891"/>
            <a:satOff val="-40777"/>
            <a:lumOff val="9608"/>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tx1"/>
              </a:solidFill>
            </a:rPr>
            <a:t>Input Sentence</a:t>
          </a:r>
        </a:p>
      </dsp:txBody>
      <dsp:txXfrm rot="10800000">
        <a:off x="0" y="99"/>
        <a:ext cx="2893924" cy="3232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9A441B-5340-E743-86BE-B906D03B882E}">
      <dsp:nvSpPr>
        <dsp:cNvPr id="0" name=""/>
        <dsp:cNvSpPr/>
      </dsp:nvSpPr>
      <dsp:spPr>
        <a:xfrm>
          <a:off x="0" y="0"/>
          <a:ext cx="2485597" cy="912547"/>
        </a:xfrm>
        <a:prstGeom prst="roundRect">
          <a:avLst>
            <a:gd name="adj" fmla="val 10000"/>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latin typeface="Garamond" panose="02020404030301010803" pitchFamily="18" charset="0"/>
            </a:rPr>
            <a:t>Pretraining</a:t>
          </a:r>
        </a:p>
        <a:p>
          <a:pPr marL="114300" lvl="1" indent="-114300" algn="l" defTabSz="533400">
            <a:lnSpc>
              <a:spcPct val="90000"/>
            </a:lnSpc>
            <a:spcBef>
              <a:spcPct val="0"/>
            </a:spcBef>
            <a:spcAft>
              <a:spcPct val="15000"/>
            </a:spcAft>
            <a:buChar char="•"/>
          </a:pPr>
          <a:r>
            <a:rPr lang="en-US" sz="1200" kern="1200" dirty="0">
              <a:latin typeface="Garamond" panose="02020404030301010803" pitchFamily="18" charset="0"/>
            </a:rPr>
            <a:t>Learn language patterns</a:t>
          </a:r>
        </a:p>
      </dsp:txBody>
      <dsp:txXfrm>
        <a:off x="588374" y="0"/>
        <a:ext cx="1897222" cy="912547"/>
      </dsp:txXfrm>
    </dsp:sp>
    <dsp:sp modelId="{2A460843-BBF0-5A44-B6A4-B6784052DE81}">
      <dsp:nvSpPr>
        <dsp:cNvPr id="0" name=""/>
        <dsp:cNvSpPr/>
      </dsp:nvSpPr>
      <dsp:spPr>
        <a:xfrm>
          <a:off x="91254" y="91254"/>
          <a:ext cx="497119" cy="730037"/>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l="-33000" r="-33000"/>
          </a:stretch>
        </a:blip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ACF1CCA-31CD-8044-91D7-15AF2436E427}">
      <dsp:nvSpPr>
        <dsp:cNvPr id="0" name=""/>
        <dsp:cNvSpPr/>
      </dsp:nvSpPr>
      <dsp:spPr>
        <a:xfrm>
          <a:off x="0" y="1003801"/>
          <a:ext cx="2485597" cy="912547"/>
        </a:xfrm>
        <a:prstGeom prst="roundRect">
          <a:avLst>
            <a:gd name="adj" fmla="val 10000"/>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latin typeface="Garamond" panose="02020404030301010803" pitchFamily="18" charset="0"/>
            </a:rPr>
            <a:t>Instruction Tuning</a:t>
          </a:r>
        </a:p>
        <a:p>
          <a:pPr marL="114300" lvl="1" indent="-114300" algn="l" defTabSz="533400">
            <a:lnSpc>
              <a:spcPct val="90000"/>
            </a:lnSpc>
            <a:spcBef>
              <a:spcPct val="0"/>
            </a:spcBef>
            <a:spcAft>
              <a:spcPct val="15000"/>
            </a:spcAft>
            <a:buChar char="•"/>
          </a:pPr>
          <a:r>
            <a:rPr lang="en-US" sz="1200" kern="1200">
              <a:latin typeface="Garamond" panose="02020404030301010803" pitchFamily="18" charset="0"/>
            </a:rPr>
            <a:t>Teach model to follow instruction, answer questions, summarize</a:t>
          </a:r>
          <a:endParaRPr lang="en-US" sz="1200" kern="1200" dirty="0">
            <a:latin typeface="Garamond" panose="02020404030301010803" pitchFamily="18" charset="0"/>
          </a:endParaRPr>
        </a:p>
      </dsp:txBody>
      <dsp:txXfrm>
        <a:off x="588374" y="1003801"/>
        <a:ext cx="1897222" cy="912547"/>
      </dsp:txXfrm>
    </dsp:sp>
    <dsp:sp modelId="{20CE096F-7801-E548-83DF-31282CBB27A5}">
      <dsp:nvSpPr>
        <dsp:cNvPr id="0" name=""/>
        <dsp:cNvSpPr/>
      </dsp:nvSpPr>
      <dsp:spPr>
        <a:xfrm>
          <a:off x="91254" y="1095056"/>
          <a:ext cx="497119" cy="730037"/>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l="-33000" r="-33000"/>
          </a:stretch>
        </a:blip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BE47A79-686B-8E49-8A62-F1455FC01901}">
      <dsp:nvSpPr>
        <dsp:cNvPr id="0" name=""/>
        <dsp:cNvSpPr/>
      </dsp:nvSpPr>
      <dsp:spPr>
        <a:xfrm>
          <a:off x="0" y="2007603"/>
          <a:ext cx="2485597" cy="912547"/>
        </a:xfrm>
        <a:prstGeom prst="roundRect">
          <a:avLst>
            <a:gd name="adj" fmla="val 10000"/>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latin typeface="Garamond" panose="02020404030301010803" pitchFamily="18" charset="0"/>
            </a:rPr>
            <a:t>RLHF</a:t>
          </a:r>
        </a:p>
        <a:p>
          <a:pPr marL="114300" lvl="1" indent="-114300" algn="l" defTabSz="533400">
            <a:lnSpc>
              <a:spcPct val="90000"/>
            </a:lnSpc>
            <a:spcBef>
              <a:spcPct val="0"/>
            </a:spcBef>
            <a:spcAft>
              <a:spcPct val="15000"/>
            </a:spcAft>
            <a:buChar char="•"/>
          </a:pPr>
          <a:r>
            <a:rPr lang="en-US" sz="1200" kern="1200" dirty="0">
              <a:latin typeface="Garamond" panose="02020404030301010803" pitchFamily="18" charset="0"/>
            </a:rPr>
            <a:t>Reinforcement learning from human feedback for better answers</a:t>
          </a:r>
        </a:p>
      </dsp:txBody>
      <dsp:txXfrm>
        <a:off x="588374" y="2007603"/>
        <a:ext cx="1897222" cy="912547"/>
      </dsp:txXfrm>
    </dsp:sp>
    <dsp:sp modelId="{F5FC6561-3FC2-DF45-9E31-9BB55DC0C1C4}">
      <dsp:nvSpPr>
        <dsp:cNvPr id="0" name=""/>
        <dsp:cNvSpPr/>
      </dsp:nvSpPr>
      <dsp:spPr>
        <a:xfrm>
          <a:off x="91254" y="2098858"/>
          <a:ext cx="497119" cy="730037"/>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l="-33000" r="-33000"/>
          </a:stretch>
        </a:blip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3770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BC3FA-3243-F512-D5CB-8C86FF4E9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75B5AE-7052-071B-EDFA-D4895DF87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EFFC1A-0B2E-68C6-3472-9BB5A55A35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C31B9C-46F5-66A6-516A-8BD5A2ED5DC0}"/>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43089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692672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17831-59B9-5033-4CCE-D578AB36D1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C33D4B-54AE-2937-0EAB-D862821FFD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AF1D99-1C74-CA8D-51E2-8DEF4294D1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392BEB-9B1F-F899-5F5B-721C8D596C7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9312397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511A5-0110-9F24-C259-E0A241B6B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06D15C-3757-9AC8-557B-C6A98D84A3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D46D3-5918-AC16-9FEF-5E5B32FCFC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FBAF1B-07F3-D4B9-9929-70F3E7CE9663}"/>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9253296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BE57B-4BEB-AFD1-6674-8857AACC28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E64659-1211-2DDE-C455-92A5C65B69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D5A809-407D-590E-75DA-F187B1EC98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432A70-B4C1-C6C7-D376-D751A986123C}"/>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9040521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ABCEB-AFA3-C6A8-9E24-9DE22C8E24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8C3212-7ECA-2EDE-9D70-A9FDF73540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E153C8-E0E9-D735-6E2F-BC1D0E13CD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61B287-E27B-C46A-7171-ADC73D202511}"/>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2747037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D66F1-DBEF-7FF2-1AD9-DA8D804274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83B1D1-204C-9C44-C0CB-183D307727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7BEDC2-98D6-B4D9-F815-F18F55F085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72967D-DA0E-8221-0B71-D87B7EC00754}"/>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195419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BE635-309C-D700-B560-54C2B92FCD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36DE09-BB64-A2EB-783C-1769022ADA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F06F24-50A3-4CAC-FB3A-2AAA18A5BE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AF790B-55C1-4580-CF8A-F92BB3B9619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73645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D7628-ECFB-2AF7-C022-13C59FFF7A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4B73FB-C35D-C9C1-CA30-44CE6D142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4FC2E8-7BED-4048-AEC2-3D0439573F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784D9B-984D-1F37-72F3-BDA9D9A06B36}"/>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998246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C7060-03B1-A973-9AFA-7429F1ED88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FCE57F-82CD-6BDE-DA00-EC4AA5D65B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0FC5F7-D6D6-86DD-4E51-C094665D77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84DB26-B5AD-054C-EBD6-4E36D9E79D36}"/>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22921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E9F9C-EF67-F93A-4907-75814D2D25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BF8B9E-D6E0-77E7-EF81-35688CDF1F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78F96E-195F-3D08-CCED-216D191908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B7DA3A-4A37-1EF9-93F3-F374A1B282B3}"/>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1567460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8F4AA-C3FB-EAB4-F946-F51D47ADEE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2D32FC-5EFE-36A9-969A-252ED4906B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5FFE81-4F9D-0333-8AA4-F5511359B4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D7C7B4-8440-DC03-8C8A-D8BDE9474647}"/>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8381743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88D77-763E-4DAF-8AB1-482124C2C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AC171-B96F-FE22-4D0F-5F4DBD48F2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CDEE86-00C4-BC0E-60DD-AEE15ACA8F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5CE578-1FAE-AF52-4A23-E5DE29177EBB}"/>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5202541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6EA17-7447-A7B4-ED99-E7376B23B8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E1FDF-A200-9E61-2A4A-3A2250FDD8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A1BEF7-FC4E-9286-B060-BE24A6E353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540822-AB46-38EE-E992-9EAE2627D696}"/>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4176657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6C3E9-6B34-842F-D25E-BD3DCAABB3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351474-427C-0F0E-F4AF-DDD0931DD1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B14E9D-83EA-9548-8238-4147CE7D6C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EF2650-6667-60C3-5DBC-B4E2136ED812}"/>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2022182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BB7D7-4731-8425-BFF4-5CAC4EE6B1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17F99-8AAF-21D9-E10E-A74E1D2561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1D4769-7B9D-B577-86CA-1B9F2580A1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1A2044-ECED-B947-C1CC-2C6C441E09F8}"/>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2078946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D8A64-C402-8260-75F3-4FD63AD1C6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F1CAA5-502A-69B1-1B96-85E4A2C9AE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FA8DE-55D7-64E7-3551-95E63CA10C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4867EE-0F0D-0C4D-7D11-BB5737079D52}"/>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2881433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5009C-A5D6-3913-286A-42A594E69C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77C320-2561-3A9E-ECC6-99AE9550E3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40DBD0-C771-E2B7-337C-0DBE817AB5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EFC0EF-0D9F-A439-A858-7B9C35BCC3A3}"/>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38918952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60291-A5AB-25BF-C6BE-EA08BB1B02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994F9-38C3-1C03-8BDA-8FA4C74EC8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605E33-17B0-23F7-B9EE-48F3D99503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B7E926-5DD0-50F1-6601-16B74398FCE0}"/>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270329717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91993-18F8-8A46-8E45-8410E5182C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2A94F0-059F-2FEB-9995-0BB6B7FDF8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90354C-3C18-EDBA-FA89-BB5AB058DD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E2A148-5347-C2B6-E8CE-B9C0EA030E88}"/>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1565857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Transformer does not understand texts, They understand vector embeddings. </a:t>
            </a:r>
          </a:p>
          <a:p>
            <a:pPr marL="171450" indent="-171450">
              <a:buFont typeface="Arial" panose="020B0604020202020204" pitchFamily="34" charset="0"/>
              <a:buChar char="•"/>
            </a:pPr>
            <a:r>
              <a:rPr lang="en-US" dirty="0"/>
              <a:t>Embeddings: similar words cluster together.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Positional Encoding: </a:t>
            </a:r>
            <a:r>
              <a:rPr lang="en-US" sz="1200" b="0" i="0" kern="1200" dirty="0">
                <a:solidFill>
                  <a:schemeClr val="tx1"/>
                </a:solidFill>
                <a:effectLst/>
                <a:latin typeface="+mn-lt"/>
                <a:ea typeface="+mn-ea"/>
                <a:cs typeface="+mn-cs"/>
              </a:rPr>
              <a:t>Dog bites man != Man bites dog [dog(1); bites(2)]</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2A192-2D1B-B227-54BF-682F08EA56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3C5B0D-3869-FF03-C3D9-80CD06040E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C9F703-3C5D-6358-5848-6D1F328067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4B553D-8892-2D6D-A3EB-B52B33F20428}"/>
              </a:ext>
            </a:extLst>
          </p:cNvPr>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385352374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3BE2E-8E6A-EBA5-E8B7-63EAACB6EC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7EF9E0-AB8D-7886-C8AD-86A157F1F6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55D203-48EA-328F-8C0B-D8C63A0704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446EAB-293C-51BD-08B2-A34C7CC43C46}"/>
              </a:ext>
            </a:extLst>
          </p:cNvPr>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399768086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C5046-877F-A9E6-0477-AF6B010E37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B6A4E8-A1E1-33D1-2830-C14441E976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10A92C-9741-549A-4399-E777626DC9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B64351-0A9E-890B-4205-1591811CA77E}"/>
              </a:ext>
            </a:extLst>
          </p:cNvPr>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394818028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058-BB8C-8BF8-5A67-9778D1E1E5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A1DADB-EE82-DA58-7102-FBFFF891E4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8EBE7-9C4C-FA3A-A3D2-7ED55A7468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45172A-9BDB-477E-FF83-52FD271D2593}"/>
              </a:ext>
            </a:extLst>
          </p:cNvPr>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370007677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3B688-0B14-62E4-2901-0340F811B8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473865-17FA-A05A-5EC4-F24F1193B1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6BCCC2-0AF8-0D9B-98CE-3035955532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E27485-E0B2-0280-CCDD-D0F03DDB21EF}"/>
              </a:ext>
            </a:extLst>
          </p:cNvPr>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94413065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56B5F-09C4-934C-C620-E4FE8BA477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FB5C69-8E43-F9B1-F73F-D7B18D9D9D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05CE2D-A7BA-3510-71E3-AF88A371AC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5789A8-39A1-2974-E6AB-718F8913C9CF}"/>
              </a:ext>
            </a:extLst>
          </p:cNvPr>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629327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94EC7-58D7-5872-1A4B-A0961C76E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DB4D22-E52D-8093-E006-9EE6B95712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8EB9D7-66BF-39AE-5029-DF53836E35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D1F1CF-7E18-F9BF-A378-414DC3414254}"/>
              </a:ext>
            </a:extLst>
          </p:cNvPr>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4301382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648D6-1BD2-714C-544F-780B47322D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450A0-5B68-A9A2-7F39-09D172E668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AFBB07-50EE-D5E8-3A9A-97B6AE949D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79D9E5-CD77-211F-22EA-466E2D550D9D}"/>
              </a:ext>
            </a:extLst>
          </p:cNvPr>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90459973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13150432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86689832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225171656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249063470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59463820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244322810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313235076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380536109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64240823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91DB0-319F-ED0C-2FE7-47CC89F0C3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8D6DFB-2D80-5A14-0F80-DCDDFA1D50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567742-8A7D-643C-5D55-62F65ED15F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105987-CDC9-7A45-D164-4585DDD8598E}"/>
              </a:ext>
            </a:extLst>
          </p:cNvPr>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95581570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415831500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29283461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A4057-DA49-8056-702E-F3E6A2D8D1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00363-FC77-C4E1-2B2B-25BF1E35EE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0233CE-7236-40AB-D254-CD256A16C2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7002EB-E8A5-EBE2-4149-5006740E8C6F}"/>
              </a:ext>
            </a:extLst>
          </p:cNvPr>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59422862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96D2-B370-57F8-60D9-0100706BF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D0DB2-BFB7-C577-F93F-A0BE408672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2C1644-0B73-5D2F-89B0-BDBFA4FCE0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438C2E-2066-B1E0-B750-893156FACAA2}"/>
              </a:ext>
            </a:extLst>
          </p:cNvPr>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368511269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88110822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2D372-5743-3733-EED5-E8F8D26970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6B6A1-62CB-CEA4-4069-45948C400B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83D0AA-D9E0-CCE1-4F44-3ED6B21122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3FD4EB-D346-327B-918F-C347B0B9EDA0}"/>
              </a:ext>
            </a:extLst>
          </p:cNvPr>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71473666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5BA65-6CFD-755D-054E-222F61D889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3C1075-6B33-2762-BE8B-F1737DF7BD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3B421A-20CE-9886-4023-7890ED16CF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0302C4-E986-F08A-980B-8E3993638371}"/>
              </a:ext>
            </a:extLst>
          </p:cNvPr>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345799446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E1E0-78CC-F771-9A15-B9882D536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A288AF-8DDB-4DF2-8D20-2AF3799F64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B32171-F9EC-E603-C72E-2F97A684D5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0CD4DE-B93F-7944-8CDB-CE31114302C4}"/>
              </a:ext>
            </a:extLst>
          </p:cNvPr>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224652048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FDF43-F589-A2C8-939A-30819DB766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15D3E-22CC-C293-0502-34CF4218E4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7CE721-B163-0ACE-363F-E6F1829B7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1578F5-D8FC-C96C-34AD-5E4F862B8CD6}"/>
              </a:ext>
            </a:extLst>
          </p:cNvPr>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399606035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2299173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hyperlink" Target="https://github.com/" TargetMode="External"/><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diagramColors" Target="../diagrams/colors1.xml"/><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6064"/>
        </a:solidFill>
        <a:effectLst/>
      </p:bgPr>
    </p:bg>
    <p:spTree>
      <p:nvGrpSpPr>
        <p:cNvPr id="1" name="">
          <a:extLst>
            <a:ext uri="{FF2B5EF4-FFF2-40B4-BE49-F238E27FC236}">
              <a16:creationId xmlns:a16="http://schemas.microsoft.com/office/drawing/2014/main" id="{2BFF032D-F7AE-45A8-77A3-0458DF36B3D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8ED06A6-B509-3647-495F-D7B8C849040A}"/>
              </a:ext>
            </a:extLst>
          </p:cNvPr>
          <p:cNvSpPr/>
          <p:nvPr/>
        </p:nvSpPr>
        <p:spPr>
          <a:xfrm>
            <a:off x="0" y="0"/>
            <a:ext cx="9144000" cy="73152"/>
          </a:xfrm>
          <a:prstGeom prst="rect">
            <a:avLst/>
          </a:prstGeom>
          <a:solidFill>
            <a:srgbClr val="F9A825"/>
          </a:solidFill>
          <a:ln w="12700">
            <a:solidFill>
              <a:srgbClr val="F9A825"/>
            </a:solidFill>
            <a:prstDash val="solid"/>
          </a:ln>
        </p:spPr>
        <p:txBody>
          <a:bodyPr/>
          <a:lstStyle/>
          <a:p>
            <a:endParaRPr lang="en-IN"/>
          </a:p>
        </p:txBody>
      </p:sp>
      <p:sp>
        <p:nvSpPr>
          <p:cNvPr id="3" name="Shape 1">
            <a:extLst>
              <a:ext uri="{FF2B5EF4-FFF2-40B4-BE49-F238E27FC236}">
                <a16:creationId xmlns:a16="http://schemas.microsoft.com/office/drawing/2014/main" id="{6365B463-32FD-608E-8EC2-3C48C8AEA98B}"/>
              </a:ext>
            </a:extLst>
          </p:cNvPr>
          <p:cNvSpPr/>
          <p:nvPr/>
        </p:nvSpPr>
        <p:spPr>
          <a:xfrm>
            <a:off x="0" y="5070348"/>
            <a:ext cx="9144000" cy="73152"/>
          </a:xfrm>
          <a:prstGeom prst="rect">
            <a:avLst/>
          </a:prstGeom>
          <a:solidFill>
            <a:srgbClr val="F9A825"/>
          </a:solidFill>
          <a:ln w="12700">
            <a:solidFill>
              <a:srgbClr val="F9A825"/>
            </a:solidFill>
            <a:prstDash val="solid"/>
          </a:ln>
        </p:spPr>
        <p:txBody>
          <a:bodyPr/>
          <a:lstStyle/>
          <a:p>
            <a:endParaRPr lang="en-IN"/>
          </a:p>
        </p:txBody>
      </p:sp>
      <p:sp>
        <p:nvSpPr>
          <p:cNvPr id="4" name="Text 2">
            <a:extLst>
              <a:ext uri="{FF2B5EF4-FFF2-40B4-BE49-F238E27FC236}">
                <a16:creationId xmlns:a16="http://schemas.microsoft.com/office/drawing/2014/main" id="{20C843F3-8625-2C74-B646-A3A838D13FD8}"/>
              </a:ext>
            </a:extLst>
          </p:cNvPr>
          <p:cNvSpPr/>
          <p:nvPr/>
        </p:nvSpPr>
        <p:spPr>
          <a:xfrm>
            <a:off x="457200" y="822960"/>
            <a:ext cx="8229600" cy="1463040"/>
          </a:xfrm>
          <a:prstGeom prst="rect">
            <a:avLst/>
          </a:prstGeom>
          <a:noFill/>
          <a:ln/>
        </p:spPr>
        <p:txBody>
          <a:bodyPr wrap="square" rtlCol="0" anchor="ctr"/>
          <a:lstStyle/>
          <a:p>
            <a:pPr marL="0" indent="0" algn="ctr">
              <a:buNone/>
            </a:pPr>
            <a:r>
              <a:rPr lang="en-US" sz="6800" b="1" dirty="0">
                <a:solidFill>
                  <a:srgbClr val="FFFFFF"/>
                </a:solidFill>
                <a:latin typeface="Calibri" pitchFamily="34" charset="0"/>
                <a:cs typeface="Calibri" pitchFamily="34" charset="-120"/>
              </a:rPr>
              <a:t>The Complete AI Stack</a:t>
            </a:r>
            <a:endParaRPr lang="en-US" sz="6800" dirty="0"/>
          </a:p>
        </p:txBody>
      </p:sp>
      <p:sp>
        <p:nvSpPr>
          <p:cNvPr id="5" name="Text 3">
            <a:extLst>
              <a:ext uri="{FF2B5EF4-FFF2-40B4-BE49-F238E27FC236}">
                <a16:creationId xmlns:a16="http://schemas.microsoft.com/office/drawing/2014/main" id="{44A6307C-B137-5D2A-982D-744A8F712B1E}"/>
              </a:ext>
            </a:extLst>
          </p:cNvPr>
          <p:cNvSpPr/>
          <p:nvPr/>
        </p:nvSpPr>
        <p:spPr>
          <a:xfrm>
            <a:off x="621792" y="2331720"/>
            <a:ext cx="8065008" cy="438912"/>
          </a:xfrm>
          <a:prstGeom prst="rect">
            <a:avLst/>
          </a:prstGeom>
          <a:noFill/>
          <a:ln/>
        </p:spPr>
        <p:txBody>
          <a:bodyPr wrap="square" rtlCol="0" anchor="ctr"/>
          <a:lstStyle/>
          <a:p>
            <a:pPr marL="0" indent="0" algn="ctr">
              <a:buNone/>
            </a:pPr>
            <a:r>
              <a:rPr lang="en-US" i="1" dirty="0">
                <a:solidFill>
                  <a:srgbClr val="B2EBF2"/>
                </a:solidFill>
                <a:latin typeface="Calibri" pitchFamily="34" charset="0"/>
                <a:cs typeface="Calibri" pitchFamily="34" charset="-120"/>
              </a:rPr>
              <a:t>ML, DL, Transformers, LLMs, GenAI, Agentic Systems</a:t>
            </a:r>
          </a:p>
        </p:txBody>
      </p:sp>
      <p:sp>
        <p:nvSpPr>
          <p:cNvPr id="6" name="Shape 4">
            <a:extLst>
              <a:ext uri="{FF2B5EF4-FFF2-40B4-BE49-F238E27FC236}">
                <a16:creationId xmlns:a16="http://schemas.microsoft.com/office/drawing/2014/main" id="{C672A7C7-E2E5-45E7-3193-05602628DB6F}"/>
              </a:ext>
            </a:extLst>
          </p:cNvPr>
          <p:cNvSpPr/>
          <p:nvPr/>
        </p:nvSpPr>
        <p:spPr>
          <a:xfrm>
            <a:off x="1371600" y="2852928"/>
            <a:ext cx="6400800" cy="0"/>
          </a:xfrm>
          <a:prstGeom prst="line">
            <a:avLst/>
          </a:prstGeom>
          <a:noFill/>
          <a:ln w="25400">
            <a:solidFill>
              <a:srgbClr val="F9A825"/>
            </a:solidFill>
            <a:prstDash val="solid"/>
          </a:ln>
        </p:spPr>
        <p:txBody>
          <a:bodyPr/>
          <a:lstStyle/>
          <a:p>
            <a:endParaRPr lang="en-IN"/>
          </a:p>
        </p:txBody>
      </p:sp>
      <p:sp>
        <p:nvSpPr>
          <p:cNvPr id="7" name="Text 5">
            <a:extLst>
              <a:ext uri="{FF2B5EF4-FFF2-40B4-BE49-F238E27FC236}">
                <a16:creationId xmlns:a16="http://schemas.microsoft.com/office/drawing/2014/main" id="{961EBF39-A31B-C781-7761-DA8A7D1F22A0}"/>
              </a:ext>
            </a:extLst>
          </p:cNvPr>
          <p:cNvSpPr/>
          <p:nvPr/>
        </p:nvSpPr>
        <p:spPr>
          <a:xfrm>
            <a:off x="731520" y="3017520"/>
            <a:ext cx="7680960" cy="1005840"/>
          </a:xfrm>
          <a:prstGeom prst="rect">
            <a:avLst/>
          </a:prstGeom>
          <a:noFill/>
          <a:ln/>
        </p:spPr>
        <p:txBody>
          <a:bodyPr wrap="square" rtlCol="0" anchor="ctr"/>
          <a:lstStyle/>
          <a:p>
            <a:pPr marL="0" indent="0" algn="ctr">
              <a:buNone/>
            </a:pPr>
            <a:endParaRPr lang="en-US" sz="1400" dirty="0"/>
          </a:p>
        </p:txBody>
      </p:sp>
    </p:spTree>
    <p:extLst>
      <p:ext uri="{BB962C8B-B14F-4D97-AF65-F5344CB8AC3E}">
        <p14:creationId xmlns:p14="http://schemas.microsoft.com/office/powerpoint/2010/main" val="2732813185"/>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1565C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9A825"/>
          </a:solidFill>
          <a:ln w="12700">
            <a:solidFill>
              <a:srgbClr val="F9A825"/>
            </a:solidFill>
            <a:prstDash val="solid"/>
          </a:ln>
        </p:spPr>
        <p:txBody>
          <a:bodyPr/>
          <a:lstStyle/>
          <a:p>
            <a:endParaRPr lang="en-IN"/>
          </a:p>
        </p:txBody>
      </p:sp>
      <p:sp>
        <p:nvSpPr>
          <p:cNvPr id="3" name="Text 1"/>
          <p:cNvSpPr/>
          <p:nvPr/>
        </p:nvSpPr>
        <p:spPr>
          <a:xfrm>
            <a:off x="274320" y="457200"/>
            <a:ext cx="8595360" cy="1097280"/>
          </a:xfrm>
          <a:prstGeom prst="rect">
            <a:avLst/>
          </a:prstGeom>
          <a:noFill/>
          <a:ln/>
        </p:spPr>
        <p:txBody>
          <a:bodyPr wrap="square" rtlCol="0" anchor="ctr"/>
          <a:lstStyle/>
          <a:p>
            <a:pPr marL="0" indent="0">
              <a:buNone/>
            </a:pPr>
            <a:r>
              <a:rPr lang="en-US" sz="7200" b="1" dirty="0">
                <a:solidFill>
                  <a:srgbClr val="FFFFFF"/>
                </a:solidFill>
                <a:latin typeface="Calibri" pitchFamily="34" charset="0"/>
                <a:ea typeface="Calibri" pitchFamily="34" charset="-122"/>
                <a:cs typeface="Calibri" pitchFamily="34" charset="-120"/>
              </a:rPr>
              <a:t>DAY 1</a:t>
            </a:r>
            <a:endParaRPr lang="en-US" sz="7200" dirty="0"/>
          </a:p>
        </p:txBody>
      </p:sp>
      <p:sp>
        <p:nvSpPr>
          <p:cNvPr id="4" name="Text 2"/>
          <p:cNvSpPr/>
          <p:nvPr/>
        </p:nvSpPr>
        <p:spPr>
          <a:xfrm>
            <a:off x="274320" y="1554480"/>
            <a:ext cx="8595360" cy="411480"/>
          </a:xfrm>
          <a:prstGeom prst="rect">
            <a:avLst/>
          </a:prstGeom>
          <a:noFill/>
          <a:ln/>
        </p:spPr>
        <p:txBody>
          <a:bodyPr wrap="square" rtlCol="0" anchor="ctr"/>
          <a:lstStyle/>
          <a:p>
            <a:pPr marL="0" indent="0">
              <a:buNone/>
            </a:pPr>
            <a:r>
              <a:rPr lang="en-US" i="1" dirty="0">
                <a:solidFill>
                  <a:srgbClr val="B2EBF2"/>
                </a:solidFill>
                <a:latin typeface="Calibri" pitchFamily="34" charset="0"/>
                <a:ea typeface="Calibri" pitchFamily="34" charset="-122"/>
                <a:cs typeface="Calibri" pitchFamily="34" charset="-120"/>
              </a:rPr>
              <a:t>Introduction to </a:t>
            </a:r>
            <a:r>
              <a:rPr lang="en-US" sz="1800" i="1" dirty="0">
                <a:solidFill>
                  <a:srgbClr val="B2EBF2"/>
                </a:solidFill>
                <a:latin typeface="Calibri" pitchFamily="34" charset="0"/>
                <a:ea typeface="Calibri" pitchFamily="34" charset="-122"/>
                <a:cs typeface="Calibri" pitchFamily="34" charset="-120"/>
              </a:rPr>
              <a:t>AI &amp; ML</a:t>
            </a:r>
            <a:endParaRPr lang="en-US" sz="1800" dirty="0"/>
          </a:p>
        </p:txBody>
      </p:sp>
      <p:sp>
        <p:nvSpPr>
          <p:cNvPr id="5" name="Shape 3"/>
          <p:cNvSpPr/>
          <p:nvPr/>
        </p:nvSpPr>
        <p:spPr>
          <a:xfrm>
            <a:off x="274320" y="2057400"/>
            <a:ext cx="4572000" cy="0"/>
          </a:xfrm>
          <a:prstGeom prst="line">
            <a:avLst/>
          </a:prstGeom>
          <a:noFill/>
          <a:ln w="25400">
            <a:solidFill>
              <a:srgbClr val="F9A825"/>
            </a:solidFill>
            <a:prstDash val="solid"/>
          </a:ln>
        </p:spPr>
        <p:txBody>
          <a:bodyPr/>
          <a:lstStyle/>
          <a:p>
            <a:endParaRPr lang="en-IN"/>
          </a:p>
        </p:txBody>
      </p:sp>
      <p:sp>
        <p:nvSpPr>
          <p:cNvPr id="6" name="Text 4"/>
          <p:cNvSpPr/>
          <p:nvPr/>
        </p:nvSpPr>
        <p:spPr>
          <a:xfrm>
            <a:off x="365760" y="2240280"/>
            <a:ext cx="8503920" cy="402336"/>
          </a:xfrm>
          <a:prstGeom prst="rect">
            <a:avLst/>
          </a:prstGeom>
          <a:noFill/>
          <a:ln/>
        </p:spPr>
        <p:txBody>
          <a:bodyPr wrap="square" rtlCol="0" anchor="ctr"/>
          <a:lstStyle/>
          <a:p>
            <a:pPr marL="0" indent="0">
              <a:buNone/>
            </a:pPr>
            <a:r>
              <a:rPr lang="en-US" sz="1400" dirty="0">
                <a:solidFill>
                  <a:srgbClr val="E0F7FA"/>
                </a:solidFill>
                <a:latin typeface="Calibri" pitchFamily="34" charset="0"/>
                <a:ea typeface="Calibri" pitchFamily="34" charset="-122"/>
                <a:cs typeface="Calibri" pitchFamily="34" charset="-120"/>
              </a:rPr>
              <a:t>Introduction to AI/ML</a:t>
            </a:r>
            <a:endParaRPr lang="en-US" sz="1400" dirty="0"/>
          </a:p>
        </p:txBody>
      </p:sp>
      <p:sp>
        <p:nvSpPr>
          <p:cNvPr id="7" name="Text 5"/>
          <p:cNvSpPr/>
          <p:nvPr/>
        </p:nvSpPr>
        <p:spPr>
          <a:xfrm>
            <a:off x="365760" y="2715768"/>
            <a:ext cx="8503920" cy="402336"/>
          </a:xfrm>
          <a:prstGeom prst="rect">
            <a:avLst/>
          </a:prstGeom>
          <a:noFill/>
          <a:ln/>
        </p:spPr>
        <p:txBody>
          <a:bodyPr wrap="square" rtlCol="0" anchor="ctr"/>
          <a:lstStyle/>
          <a:p>
            <a:pPr marL="0" indent="0">
              <a:buNone/>
            </a:pPr>
            <a:r>
              <a:rPr lang="en-US" sz="1400" dirty="0">
                <a:solidFill>
                  <a:srgbClr val="E0F7FA"/>
                </a:solidFill>
                <a:latin typeface="Calibri" pitchFamily="34" charset="0"/>
                <a:ea typeface="Calibri" pitchFamily="34" charset="-122"/>
                <a:cs typeface="Calibri" pitchFamily="34" charset="-120"/>
              </a:rPr>
              <a:t>Models and Their Respective Uses</a:t>
            </a:r>
            <a:endParaRPr lang="en-US" sz="1400" dirty="0"/>
          </a:p>
        </p:txBody>
      </p:sp>
      <p:sp>
        <p:nvSpPr>
          <p:cNvPr id="8" name="Text 6"/>
          <p:cNvSpPr/>
          <p:nvPr/>
        </p:nvSpPr>
        <p:spPr>
          <a:xfrm>
            <a:off x="365760" y="3191256"/>
            <a:ext cx="8503920" cy="402336"/>
          </a:xfrm>
          <a:prstGeom prst="rect">
            <a:avLst/>
          </a:prstGeom>
          <a:noFill/>
          <a:ln/>
        </p:spPr>
        <p:txBody>
          <a:bodyPr wrap="square" rtlCol="0" anchor="ctr"/>
          <a:lstStyle/>
          <a:p>
            <a:pPr marL="0" indent="0">
              <a:buNone/>
            </a:pPr>
            <a:r>
              <a:rPr lang="en-US" sz="1400" dirty="0">
                <a:solidFill>
                  <a:srgbClr val="E0F7FA"/>
                </a:solidFill>
                <a:latin typeface="Calibri" pitchFamily="34" charset="0"/>
                <a:ea typeface="Calibri" pitchFamily="34" charset="-122"/>
                <a:cs typeface="Calibri" pitchFamily="34" charset="-120"/>
              </a:rPr>
              <a:t>Connection with Oncology</a:t>
            </a:r>
            <a:endParaRPr lang="en-US" sz="1400" dirty="0"/>
          </a:p>
        </p:txBody>
      </p:sp>
      <p:sp>
        <p:nvSpPr>
          <p:cNvPr id="9" name="Text 7"/>
          <p:cNvSpPr/>
          <p:nvPr/>
        </p:nvSpPr>
        <p:spPr>
          <a:xfrm>
            <a:off x="365760" y="3666744"/>
            <a:ext cx="8503920" cy="402336"/>
          </a:xfrm>
          <a:prstGeom prst="rect">
            <a:avLst/>
          </a:prstGeom>
          <a:noFill/>
          <a:ln/>
        </p:spPr>
        <p:txBody>
          <a:bodyPr wrap="square" rtlCol="0" anchor="ctr"/>
          <a:lstStyle/>
          <a:p>
            <a:pPr marL="0" indent="0">
              <a:buNone/>
            </a:pPr>
            <a:r>
              <a:rPr lang="en-US" sz="1400" dirty="0">
                <a:solidFill>
                  <a:srgbClr val="E0F7FA"/>
                </a:solidFill>
                <a:latin typeface="Calibri" pitchFamily="34" charset="0"/>
                <a:ea typeface="Calibri" pitchFamily="34" charset="-122"/>
                <a:cs typeface="Calibri" pitchFamily="34" charset="-120"/>
              </a:rPr>
              <a:t>AI/ML using R  (hands-on)</a:t>
            </a:r>
            <a:endParaRPr lang="en-US" sz="1400" dirty="0"/>
          </a:p>
        </p:txBody>
      </p:sp>
      <p:sp>
        <p:nvSpPr>
          <p:cNvPr id="10" name="Text 8"/>
          <p:cNvSpPr/>
          <p:nvPr/>
        </p:nvSpPr>
        <p:spPr>
          <a:xfrm>
            <a:off x="365760" y="4142232"/>
            <a:ext cx="8503920" cy="402336"/>
          </a:xfrm>
          <a:prstGeom prst="rect">
            <a:avLst/>
          </a:prstGeom>
          <a:noFill/>
          <a:ln/>
        </p:spPr>
        <p:txBody>
          <a:bodyPr wrap="square" rtlCol="0" anchor="ctr"/>
          <a:lstStyle/>
          <a:p>
            <a:pPr marL="0" indent="0">
              <a:buNone/>
            </a:pPr>
            <a:r>
              <a:rPr lang="en-US" sz="1400" dirty="0">
                <a:solidFill>
                  <a:srgbClr val="E0F7FA"/>
                </a:solidFill>
                <a:latin typeface="Calibri" pitchFamily="34" charset="0"/>
                <a:ea typeface="Calibri" pitchFamily="34" charset="-122"/>
                <a:cs typeface="Calibri" pitchFamily="34" charset="-120"/>
              </a:rPr>
              <a:t>Case Study 1 — Models, Results &amp; Comparisons</a:t>
            </a:r>
            <a:endParaRPr lang="en-US" sz="1400" dirty="0"/>
          </a:p>
        </p:txBody>
      </p:sp>
      <p:sp>
        <p:nvSpPr>
          <p:cNvPr id="11" name="Text 9"/>
          <p:cNvSpPr/>
          <p:nvPr/>
        </p:nvSpPr>
        <p:spPr>
          <a:xfrm>
            <a:off x="365760" y="4617720"/>
            <a:ext cx="8503920" cy="402336"/>
          </a:xfrm>
          <a:prstGeom prst="rect">
            <a:avLst/>
          </a:prstGeom>
          <a:noFill/>
          <a:ln/>
        </p:spPr>
        <p:txBody>
          <a:bodyPr wrap="square" rtlCol="0" anchor="ctr"/>
          <a:lstStyle/>
          <a:p>
            <a:pPr marL="0" indent="0">
              <a:buNone/>
            </a:pPr>
            <a:r>
              <a:rPr lang="en-US" sz="1400" dirty="0">
                <a:solidFill>
                  <a:srgbClr val="E0F7FA"/>
                </a:solidFill>
                <a:latin typeface="Calibri" pitchFamily="34" charset="0"/>
                <a:ea typeface="Calibri" pitchFamily="34" charset="-122"/>
                <a:cs typeface="Calibri" pitchFamily="34" charset="-120"/>
              </a:rPr>
              <a:t>Introduction to GitHub</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320040" y="347472"/>
            <a:ext cx="8503920" cy="548640"/>
          </a:xfrm>
          <a:prstGeom prst="rect">
            <a:avLst/>
          </a:prstGeom>
          <a:noFill/>
          <a:ln/>
        </p:spPr>
        <p:txBody>
          <a:bodyPr wrap="square" rtlCol="0" anchor="ctr"/>
          <a:lstStyle/>
          <a:p>
            <a:pPr marL="0" indent="0">
              <a:buNone/>
            </a:pPr>
            <a:r>
              <a:rPr lang="en-US" sz="2600" b="1" dirty="0">
                <a:solidFill>
                  <a:srgbClr val="1565C0"/>
                </a:solidFill>
                <a:latin typeface="Calibri" pitchFamily="34" charset="0"/>
                <a:ea typeface="Calibri" pitchFamily="34" charset="-122"/>
                <a:cs typeface="Calibri" pitchFamily="34" charset="-120"/>
              </a:rPr>
              <a:t>Day 1 — Full Programme</a:t>
            </a:r>
            <a:endParaRPr lang="en-US" sz="2600" dirty="0"/>
          </a:p>
        </p:txBody>
      </p:sp>
      <p:sp>
        <p:nvSpPr>
          <p:cNvPr id="4" name="Shape 2"/>
          <p:cNvSpPr/>
          <p:nvPr/>
        </p:nvSpPr>
        <p:spPr>
          <a:xfrm>
            <a:off x="320040" y="987552"/>
            <a:ext cx="8503920" cy="603504"/>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5" name="Shape 3"/>
          <p:cNvSpPr/>
          <p:nvPr/>
        </p:nvSpPr>
        <p:spPr>
          <a:xfrm>
            <a:off x="320040" y="987552"/>
            <a:ext cx="457200" cy="603504"/>
          </a:xfrm>
          <a:prstGeom prst="rect">
            <a:avLst/>
          </a:prstGeom>
          <a:solidFill>
            <a:srgbClr val="1565C0"/>
          </a:solidFill>
          <a:ln w="12700">
            <a:solidFill>
              <a:srgbClr val="1565C0"/>
            </a:solidFill>
            <a:prstDash val="solid"/>
          </a:ln>
        </p:spPr>
        <p:txBody>
          <a:bodyPr/>
          <a:lstStyle/>
          <a:p>
            <a:pPr algn="ctr"/>
            <a:endParaRPr lang="en-IN" dirty="0">
              <a:solidFill>
                <a:schemeClr val="bg1"/>
              </a:solidFill>
            </a:endParaRPr>
          </a:p>
        </p:txBody>
      </p:sp>
      <p:sp>
        <p:nvSpPr>
          <p:cNvPr id="6" name="Text 4"/>
          <p:cNvSpPr/>
          <p:nvPr/>
        </p:nvSpPr>
        <p:spPr>
          <a:xfrm>
            <a:off x="320040" y="987552"/>
            <a:ext cx="457200" cy="603504"/>
          </a:xfrm>
          <a:prstGeom prst="rect">
            <a:avLst/>
          </a:prstGeom>
          <a:noFill/>
          <a:ln/>
        </p:spPr>
        <p:txBody>
          <a:bodyPr wrap="square" rtlCol="0" anchor="ctr"/>
          <a:lstStyle/>
          <a:p>
            <a:pPr marL="0" indent="0" algn="ctr">
              <a:buNone/>
            </a:pPr>
            <a:endParaRPr lang="en-US" sz="1300" dirty="0"/>
          </a:p>
        </p:txBody>
      </p:sp>
      <p:sp>
        <p:nvSpPr>
          <p:cNvPr id="7" name="Text 5"/>
          <p:cNvSpPr/>
          <p:nvPr/>
        </p:nvSpPr>
        <p:spPr>
          <a:xfrm>
            <a:off x="822960" y="1024128"/>
            <a:ext cx="3657600" cy="256032"/>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Introduction to AI/ML</a:t>
            </a:r>
            <a:endParaRPr lang="en-US" sz="1200" dirty="0"/>
          </a:p>
        </p:txBody>
      </p:sp>
      <p:sp>
        <p:nvSpPr>
          <p:cNvPr id="8" name="Text 6"/>
          <p:cNvSpPr/>
          <p:nvPr/>
        </p:nvSpPr>
        <p:spPr>
          <a:xfrm>
            <a:off x="822960" y="1307592"/>
            <a:ext cx="4114800" cy="228600"/>
          </a:xfrm>
          <a:prstGeom prst="rect">
            <a:avLst/>
          </a:prstGeom>
          <a:noFill/>
          <a:ln/>
        </p:spPr>
        <p:txBody>
          <a:bodyPr wrap="square" rtlCol="0" anchor="ctr"/>
          <a:lstStyle/>
          <a:p>
            <a:pPr marL="0" indent="0">
              <a:buNone/>
            </a:pPr>
            <a:r>
              <a:rPr lang="en-US" sz="900" dirty="0">
                <a:solidFill>
                  <a:srgbClr val="616161"/>
                </a:solidFill>
                <a:latin typeface="Calibri" pitchFamily="34" charset="0"/>
                <a:ea typeface="Calibri" pitchFamily="34" charset="-122"/>
                <a:cs typeface="Calibri" pitchFamily="34" charset="-120"/>
              </a:rPr>
              <a:t>What is AI/ML, hierarchy, use of AI/ML in Pharma</a:t>
            </a:r>
            <a:endParaRPr lang="en-US" sz="900" dirty="0"/>
          </a:p>
        </p:txBody>
      </p:sp>
      <p:sp>
        <p:nvSpPr>
          <p:cNvPr id="10" name="Text 8"/>
          <p:cNvSpPr/>
          <p:nvPr/>
        </p:nvSpPr>
        <p:spPr>
          <a:xfrm>
            <a:off x="5074920" y="1115568"/>
            <a:ext cx="1234440"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09:00–10:15</a:t>
            </a:r>
            <a:endParaRPr lang="en-US" sz="900" dirty="0"/>
          </a:p>
        </p:txBody>
      </p:sp>
      <p:sp>
        <p:nvSpPr>
          <p:cNvPr id="11" name="Shape 9"/>
          <p:cNvSpPr/>
          <p:nvPr/>
        </p:nvSpPr>
        <p:spPr>
          <a:xfrm>
            <a:off x="320040" y="1664208"/>
            <a:ext cx="8503920" cy="603504"/>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dirty="0"/>
          </a:p>
        </p:txBody>
      </p:sp>
      <p:sp>
        <p:nvSpPr>
          <p:cNvPr id="12" name="Shape 10"/>
          <p:cNvSpPr/>
          <p:nvPr/>
        </p:nvSpPr>
        <p:spPr>
          <a:xfrm>
            <a:off x="320040" y="1664208"/>
            <a:ext cx="457200" cy="603504"/>
          </a:xfrm>
          <a:prstGeom prst="rect">
            <a:avLst/>
          </a:prstGeom>
          <a:solidFill>
            <a:srgbClr val="1565C0"/>
          </a:solidFill>
          <a:ln w="12700">
            <a:solidFill>
              <a:srgbClr val="1565C0"/>
            </a:solidFill>
            <a:prstDash val="solid"/>
          </a:ln>
        </p:spPr>
        <p:txBody>
          <a:bodyPr/>
          <a:lstStyle/>
          <a:p>
            <a:pPr algn="ctr"/>
            <a:endParaRPr lang="en-IN" dirty="0">
              <a:solidFill>
                <a:schemeClr val="bg1"/>
              </a:solidFill>
            </a:endParaRPr>
          </a:p>
        </p:txBody>
      </p:sp>
      <p:sp>
        <p:nvSpPr>
          <p:cNvPr id="13" name="Text 11"/>
          <p:cNvSpPr/>
          <p:nvPr/>
        </p:nvSpPr>
        <p:spPr>
          <a:xfrm>
            <a:off x="320040" y="1664208"/>
            <a:ext cx="457200" cy="603504"/>
          </a:xfrm>
          <a:prstGeom prst="rect">
            <a:avLst/>
          </a:prstGeom>
          <a:noFill/>
          <a:ln/>
        </p:spPr>
        <p:txBody>
          <a:bodyPr wrap="square" rtlCol="0" anchor="ctr"/>
          <a:lstStyle/>
          <a:p>
            <a:pPr marL="0" indent="0" algn="ctr">
              <a:buNone/>
            </a:pPr>
            <a:endParaRPr lang="en-US" sz="1300" dirty="0"/>
          </a:p>
        </p:txBody>
      </p:sp>
      <p:sp>
        <p:nvSpPr>
          <p:cNvPr id="14" name="Text 12"/>
          <p:cNvSpPr/>
          <p:nvPr/>
        </p:nvSpPr>
        <p:spPr>
          <a:xfrm>
            <a:off x="822960" y="1700784"/>
            <a:ext cx="3657600" cy="256032"/>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Models and Their Uses</a:t>
            </a:r>
            <a:endParaRPr lang="en-US" sz="1200" dirty="0"/>
          </a:p>
        </p:txBody>
      </p:sp>
      <p:sp>
        <p:nvSpPr>
          <p:cNvPr id="15" name="Text 13"/>
          <p:cNvSpPr/>
          <p:nvPr/>
        </p:nvSpPr>
        <p:spPr>
          <a:xfrm>
            <a:off x="822960" y="1984248"/>
            <a:ext cx="4114800" cy="228600"/>
          </a:xfrm>
          <a:prstGeom prst="rect">
            <a:avLst/>
          </a:prstGeom>
          <a:noFill/>
          <a:ln/>
        </p:spPr>
        <p:txBody>
          <a:bodyPr wrap="square" rtlCol="0" anchor="ctr"/>
          <a:lstStyle/>
          <a:p>
            <a:pPr marL="0" indent="0">
              <a:buNone/>
            </a:pPr>
            <a:r>
              <a:rPr lang="en-US" sz="900" dirty="0">
                <a:solidFill>
                  <a:srgbClr val="616161"/>
                </a:solidFill>
                <a:latin typeface="Calibri" pitchFamily="34" charset="0"/>
                <a:ea typeface="Calibri" pitchFamily="34" charset="-122"/>
                <a:cs typeface="Calibri" pitchFamily="34" charset="-120"/>
              </a:rPr>
              <a:t>Supervised, Unsupervised, feature selection, causality, decision framework</a:t>
            </a:r>
            <a:endParaRPr lang="en-US" sz="900" dirty="0"/>
          </a:p>
        </p:txBody>
      </p:sp>
      <p:sp>
        <p:nvSpPr>
          <p:cNvPr id="17" name="Text 15"/>
          <p:cNvSpPr/>
          <p:nvPr/>
        </p:nvSpPr>
        <p:spPr>
          <a:xfrm>
            <a:off x="5074920" y="1792224"/>
            <a:ext cx="1234440"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10:30–11:30</a:t>
            </a:r>
            <a:endParaRPr lang="en-US" sz="900" dirty="0"/>
          </a:p>
        </p:txBody>
      </p:sp>
      <p:sp>
        <p:nvSpPr>
          <p:cNvPr id="18" name="Shape 16"/>
          <p:cNvSpPr/>
          <p:nvPr/>
        </p:nvSpPr>
        <p:spPr>
          <a:xfrm>
            <a:off x="320040" y="2340864"/>
            <a:ext cx="8503920" cy="603504"/>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9" name="Shape 17"/>
          <p:cNvSpPr/>
          <p:nvPr/>
        </p:nvSpPr>
        <p:spPr>
          <a:xfrm>
            <a:off x="320040" y="2340864"/>
            <a:ext cx="457200" cy="603504"/>
          </a:xfrm>
          <a:prstGeom prst="rect">
            <a:avLst/>
          </a:prstGeom>
          <a:solidFill>
            <a:srgbClr val="1565C0"/>
          </a:solidFill>
          <a:ln w="12700">
            <a:solidFill>
              <a:srgbClr val="1565C0"/>
            </a:solidFill>
            <a:prstDash val="solid"/>
          </a:ln>
        </p:spPr>
        <p:txBody>
          <a:bodyPr/>
          <a:lstStyle/>
          <a:p>
            <a:pPr algn="ctr"/>
            <a:endParaRPr lang="en-IN" dirty="0">
              <a:solidFill>
                <a:schemeClr val="bg1"/>
              </a:solidFill>
            </a:endParaRPr>
          </a:p>
        </p:txBody>
      </p:sp>
      <p:sp>
        <p:nvSpPr>
          <p:cNvPr id="20" name="Text 18"/>
          <p:cNvSpPr/>
          <p:nvPr/>
        </p:nvSpPr>
        <p:spPr>
          <a:xfrm>
            <a:off x="320040" y="2340864"/>
            <a:ext cx="457200" cy="603504"/>
          </a:xfrm>
          <a:prstGeom prst="rect">
            <a:avLst/>
          </a:prstGeom>
          <a:noFill/>
          <a:ln/>
        </p:spPr>
        <p:txBody>
          <a:bodyPr wrap="square" rtlCol="0" anchor="ctr"/>
          <a:lstStyle/>
          <a:p>
            <a:pPr marL="0" indent="0" algn="ctr">
              <a:buNone/>
            </a:pPr>
            <a:endParaRPr lang="en-US" sz="1300" dirty="0"/>
          </a:p>
        </p:txBody>
      </p:sp>
      <p:sp>
        <p:nvSpPr>
          <p:cNvPr id="21" name="Text 19"/>
          <p:cNvSpPr/>
          <p:nvPr/>
        </p:nvSpPr>
        <p:spPr>
          <a:xfrm>
            <a:off x="822960" y="2377440"/>
            <a:ext cx="3657600" cy="256032"/>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Connection with Oncology</a:t>
            </a:r>
            <a:endParaRPr lang="en-US" sz="1200" dirty="0"/>
          </a:p>
        </p:txBody>
      </p:sp>
      <p:sp>
        <p:nvSpPr>
          <p:cNvPr id="22" name="Text 20"/>
          <p:cNvSpPr/>
          <p:nvPr/>
        </p:nvSpPr>
        <p:spPr>
          <a:xfrm>
            <a:off x="822960" y="2660904"/>
            <a:ext cx="4114800" cy="228600"/>
          </a:xfrm>
          <a:prstGeom prst="rect">
            <a:avLst/>
          </a:prstGeom>
          <a:noFill/>
          <a:ln/>
        </p:spPr>
        <p:txBody>
          <a:bodyPr wrap="square" rtlCol="0" anchor="ctr"/>
          <a:lstStyle/>
          <a:p>
            <a:pPr marL="0" indent="0">
              <a:buNone/>
            </a:pPr>
            <a:r>
              <a:rPr lang="en-US" sz="900" dirty="0">
                <a:solidFill>
                  <a:srgbClr val="616161"/>
                </a:solidFill>
                <a:latin typeface="Calibri" pitchFamily="34" charset="0"/>
                <a:ea typeface="Calibri" pitchFamily="34" charset="-122"/>
                <a:cs typeface="Calibri" pitchFamily="34" charset="-120"/>
              </a:rPr>
              <a:t>Clinical applications, cancer diagnosis, treatment response, EHR</a:t>
            </a:r>
            <a:endParaRPr lang="en-US" sz="900" dirty="0"/>
          </a:p>
        </p:txBody>
      </p:sp>
      <p:sp>
        <p:nvSpPr>
          <p:cNvPr id="24" name="Text 22"/>
          <p:cNvSpPr/>
          <p:nvPr/>
        </p:nvSpPr>
        <p:spPr>
          <a:xfrm>
            <a:off x="5074920" y="2468880"/>
            <a:ext cx="1234440"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11:30–12:30</a:t>
            </a:r>
            <a:endParaRPr lang="en-US" sz="900" dirty="0"/>
          </a:p>
        </p:txBody>
      </p:sp>
      <p:sp>
        <p:nvSpPr>
          <p:cNvPr id="25" name="Shape 23"/>
          <p:cNvSpPr/>
          <p:nvPr/>
        </p:nvSpPr>
        <p:spPr>
          <a:xfrm>
            <a:off x="320040" y="3017520"/>
            <a:ext cx="8503920" cy="603504"/>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26" name="Shape 24"/>
          <p:cNvSpPr/>
          <p:nvPr/>
        </p:nvSpPr>
        <p:spPr>
          <a:xfrm>
            <a:off x="320040" y="3017520"/>
            <a:ext cx="457200" cy="603504"/>
          </a:xfrm>
          <a:prstGeom prst="rect">
            <a:avLst/>
          </a:prstGeom>
          <a:solidFill>
            <a:srgbClr val="1565C0"/>
          </a:solidFill>
          <a:ln w="12700">
            <a:solidFill>
              <a:srgbClr val="1565C0"/>
            </a:solidFill>
            <a:prstDash val="solid"/>
          </a:ln>
        </p:spPr>
        <p:txBody>
          <a:bodyPr/>
          <a:lstStyle/>
          <a:p>
            <a:pPr algn="ctr"/>
            <a:endParaRPr lang="en-IN" dirty="0">
              <a:solidFill>
                <a:schemeClr val="bg1"/>
              </a:solidFill>
            </a:endParaRPr>
          </a:p>
        </p:txBody>
      </p:sp>
      <p:sp>
        <p:nvSpPr>
          <p:cNvPr id="27" name="Text 25"/>
          <p:cNvSpPr/>
          <p:nvPr/>
        </p:nvSpPr>
        <p:spPr>
          <a:xfrm>
            <a:off x="320040" y="3017520"/>
            <a:ext cx="457200" cy="603504"/>
          </a:xfrm>
          <a:prstGeom prst="rect">
            <a:avLst/>
          </a:prstGeom>
          <a:noFill/>
          <a:ln/>
        </p:spPr>
        <p:txBody>
          <a:bodyPr wrap="square" rtlCol="0" anchor="ctr"/>
          <a:lstStyle/>
          <a:p>
            <a:pPr marL="0" indent="0" algn="ctr">
              <a:buNone/>
            </a:pPr>
            <a:endParaRPr lang="en-US" sz="1300" dirty="0"/>
          </a:p>
        </p:txBody>
      </p:sp>
      <p:sp>
        <p:nvSpPr>
          <p:cNvPr id="28" name="Text 26"/>
          <p:cNvSpPr/>
          <p:nvPr/>
        </p:nvSpPr>
        <p:spPr>
          <a:xfrm>
            <a:off x="822960" y="3054096"/>
            <a:ext cx="3657600" cy="256032"/>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AI/ML using R  (hands-on)</a:t>
            </a:r>
            <a:endParaRPr lang="en-US" sz="1200" dirty="0"/>
          </a:p>
        </p:txBody>
      </p:sp>
      <p:sp>
        <p:nvSpPr>
          <p:cNvPr id="29" name="Text 27"/>
          <p:cNvSpPr/>
          <p:nvPr/>
        </p:nvSpPr>
        <p:spPr>
          <a:xfrm>
            <a:off x="822960" y="3337560"/>
            <a:ext cx="4114800" cy="228600"/>
          </a:xfrm>
          <a:prstGeom prst="rect">
            <a:avLst/>
          </a:prstGeom>
          <a:noFill/>
          <a:ln/>
        </p:spPr>
        <p:txBody>
          <a:bodyPr wrap="square" rtlCol="0" anchor="ctr"/>
          <a:lstStyle/>
          <a:p>
            <a:pPr marL="0" indent="0">
              <a:buNone/>
            </a:pPr>
            <a:r>
              <a:rPr lang="en-US" sz="900" dirty="0">
                <a:solidFill>
                  <a:srgbClr val="616161"/>
                </a:solidFill>
                <a:latin typeface="Calibri" pitchFamily="34" charset="0"/>
                <a:ea typeface="Calibri" pitchFamily="34" charset="-122"/>
                <a:cs typeface="Calibri" pitchFamily="34" charset="-120"/>
              </a:rPr>
              <a:t>R setup, </a:t>
            </a:r>
            <a:r>
              <a:rPr lang="en-US" sz="900" dirty="0" err="1">
                <a:solidFill>
                  <a:srgbClr val="616161"/>
                </a:solidFill>
                <a:latin typeface="Calibri" pitchFamily="34" charset="0"/>
                <a:ea typeface="Calibri" pitchFamily="34" charset="-122"/>
                <a:cs typeface="Calibri" pitchFamily="34" charset="-120"/>
              </a:rPr>
              <a:t>Rpart</a:t>
            </a:r>
            <a:r>
              <a:rPr lang="en-US" sz="900" dirty="0">
                <a:solidFill>
                  <a:srgbClr val="616161"/>
                </a:solidFill>
                <a:latin typeface="Calibri" pitchFamily="34" charset="0"/>
                <a:ea typeface="Calibri" pitchFamily="34" charset="-122"/>
                <a:cs typeface="Calibri" pitchFamily="34" charset="-120"/>
              </a:rPr>
              <a:t>, randomForest, xgboost — live coding session</a:t>
            </a:r>
            <a:endParaRPr lang="en-US" sz="900" dirty="0"/>
          </a:p>
        </p:txBody>
      </p:sp>
      <p:sp>
        <p:nvSpPr>
          <p:cNvPr id="31" name="Text 29"/>
          <p:cNvSpPr/>
          <p:nvPr/>
        </p:nvSpPr>
        <p:spPr>
          <a:xfrm>
            <a:off x="5074920" y="3145536"/>
            <a:ext cx="1234440"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13:30–14:45</a:t>
            </a:r>
            <a:endParaRPr lang="en-US" sz="900" dirty="0"/>
          </a:p>
        </p:txBody>
      </p:sp>
      <p:sp>
        <p:nvSpPr>
          <p:cNvPr id="32" name="Shape 30"/>
          <p:cNvSpPr/>
          <p:nvPr/>
        </p:nvSpPr>
        <p:spPr>
          <a:xfrm>
            <a:off x="320040" y="3694176"/>
            <a:ext cx="8503920" cy="603504"/>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33" name="Shape 31"/>
          <p:cNvSpPr/>
          <p:nvPr/>
        </p:nvSpPr>
        <p:spPr>
          <a:xfrm>
            <a:off x="320040" y="3694176"/>
            <a:ext cx="457200" cy="603504"/>
          </a:xfrm>
          <a:prstGeom prst="rect">
            <a:avLst/>
          </a:prstGeom>
          <a:solidFill>
            <a:srgbClr val="1565C0"/>
          </a:solidFill>
          <a:ln w="12700">
            <a:solidFill>
              <a:srgbClr val="1565C0"/>
            </a:solidFill>
            <a:prstDash val="solid"/>
          </a:ln>
        </p:spPr>
        <p:txBody>
          <a:bodyPr/>
          <a:lstStyle/>
          <a:p>
            <a:pPr algn="ctr"/>
            <a:endParaRPr lang="en-IN" dirty="0">
              <a:solidFill>
                <a:schemeClr val="bg1"/>
              </a:solidFill>
            </a:endParaRPr>
          </a:p>
        </p:txBody>
      </p:sp>
      <p:sp>
        <p:nvSpPr>
          <p:cNvPr id="34" name="Text 32"/>
          <p:cNvSpPr/>
          <p:nvPr/>
        </p:nvSpPr>
        <p:spPr>
          <a:xfrm>
            <a:off x="320040" y="3694176"/>
            <a:ext cx="457200" cy="603504"/>
          </a:xfrm>
          <a:prstGeom prst="rect">
            <a:avLst/>
          </a:prstGeom>
          <a:noFill/>
          <a:ln/>
        </p:spPr>
        <p:txBody>
          <a:bodyPr wrap="square" rtlCol="0" anchor="ctr"/>
          <a:lstStyle/>
          <a:p>
            <a:pPr marL="0" indent="0" algn="ctr">
              <a:buNone/>
            </a:pPr>
            <a:endParaRPr lang="en-US" sz="1300" dirty="0"/>
          </a:p>
        </p:txBody>
      </p:sp>
      <p:sp>
        <p:nvSpPr>
          <p:cNvPr id="35" name="Text 33"/>
          <p:cNvSpPr/>
          <p:nvPr/>
        </p:nvSpPr>
        <p:spPr>
          <a:xfrm>
            <a:off x="822960" y="3730752"/>
            <a:ext cx="3657600" cy="256032"/>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Case Study 1</a:t>
            </a:r>
            <a:endParaRPr lang="en-US" sz="1200" dirty="0"/>
          </a:p>
        </p:txBody>
      </p:sp>
      <p:sp>
        <p:nvSpPr>
          <p:cNvPr id="36" name="Text 34"/>
          <p:cNvSpPr/>
          <p:nvPr/>
        </p:nvSpPr>
        <p:spPr>
          <a:xfrm>
            <a:off x="822960" y="4014216"/>
            <a:ext cx="4114800" cy="228600"/>
          </a:xfrm>
          <a:prstGeom prst="rect">
            <a:avLst/>
          </a:prstGeom>
          <a:noFill/>
          <a:ln/>
        </p:spPr>
        <p:txBody>
          <a:bodyPr wrap="square" rtlCol="0" anchor="ctr"/>
          <a:lstStyle/>
          <a:p>
            <a:pPr marL="0" indent="0">
              <a:buNone/>
            </a:pPr>
            <a:r>
              <a:rPr lang="en-US" sz="900" dirty="0">
                <a:solidFill>
                  <a:srgbClr val="616161"/>
                </a:solidFill>
                <a:latin typeface="Calibri" pitchFamily="34" charset="0"/>
                <a:ea typeface="Calibri" pitchFamily="34" charset="-122"/>
                <a:cs typeface="Calibri" pitchFamily="34" charset="-120"/>
              </a:rPr>
              <a:t>Breast cancer dataset, five models, results comparison, interpretation</a:t>
            </a:r>
            <a:endParaRPr lang="en-US" sz="900" dirty="0"/>
          </a:p>
        </p:txBody>
      </p:sp>
      <p:sp>
        <p:nvSpPr>
          <p:cNvPr id="38" name="Text 36"/>
          <p:cNvSpPr/>
          <p:nvPr/>
        </p:nvSpPr>
        <p:spPr>
          <a:xfrm>
            <a:off x="5074920" y="3822192"/>
            <a:ext cx="1234440"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14:45–16:00</a:t>
            </a:r>
            <a:endParaRPr lang="en-US" sz="900" dirty="0"/>
          </a:p>
        </p:txBody>
      </p:sp>
      <p:sp>
        <p:nvSpPr>
          <p:cNvPr id="39" name="Shape 37"/>
          <p:cNvSpPr/>
          <p:nvPr/>
        </p:nvSpPr>
        <p:spPr>
          <a:xfrm>
            <a:off x="320040" y="4370832"/>
            <a:ext cx="8503920" cy="603504"/>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40" name="Shape 38"/>
          <p:cNvSpPr/>
          <p:nvPr/>
        </p:nvSpPr>
        <p:spPr>
          <a:xfrm>
            <a:off x="320040" y="4370832"/>
            <a:ext cx="457200" cy="603504"/>
          </a:xfrm>
          <a:prstGeom prst="rect">
            <a:avLst/>
          </a:prstGeom>
          <a:solidFill>
            <a:srgbClr val="1565C0"/>
          </a:solidFill>
          <a:ln w="12700">
            <a:solidFill>
              <a:srgbClr val="1565C0"/>
            </a:solidFill>
            <a:prstDash val="solid"/>
          </a:ln>
        </p:spPr>
        <p:txBody>
          <a:bodyPr/>
          <a:lstStyle/>
          <a:p>
            <a:pPr algn="ctr"/>
            <a:endParaRPr lang="en-IN" dirty="0">
              <a:solidFill>
                <a:schemeClr val="bg1"/>
              </a:solidFill>
            </a:endParaRPr>
          </a:p>
        </p:txBody>
      </p:sp>
      <p:sp>
        <p:nvSpPr>
          <p:cNvPr id="41" name="Text 39"/>
          <p:cNvSpPr/>
          <p:nvPr/>
        </p:nvSpPr>
        <p:spPr>
          <a:xfrm>
            <a:off x="320040" y="4370832"/>
            <a:ext cx="457200" cy="603504"/>
          </a:xfrm>
          <a:prstGeom prst="rect">
            <a:avLst/>
          </a:prstGeom>
          <a:noFill/>
          <a:ln/>
        </p:spPr>
        <p:txBody>
          <a:bodyPr wrap="square" rtlCol="0" anchor="ctr"/>
          <a:lstStyle/>
          <a:p>
            <a:pPr marL="0" indent="0" algn="ctr">
              <a:buNone/>
            </a:pPr>
            <a:endParaRPr lang="en-US" sz="1300" dirty="0"/>
          </a:p>
        </p:txBody>
      </p:sp>
      <p:sp>
        <p:nvSpPr>
          <p:cNvPr id="42" name="Text 40"/>
          <p:cNvSpPr/>
          <p:nvPr/>
        </p:nvSpPr>
        <p:spPr>
          <a:xfrm>
            <a:off x="822960" y="4407408"/>
            <a:ext cx="3657600" cy="256032"/>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Introduction to GitHub</a:t>
            </a:r>
            <a:endParaRPr lang="en-US" sz="1200" dirty="0"/>
          </a:p>
        </p:txBody>
      </p:sp>
      <p:sp>
        <p:nvSpPr>
          <p:cNvPr id="43" name="Text 41"/>
          <p:cNvSpPr/>
          <p:nvPr/>
        </p:nvSpPr>
        <p:spPr>
          <a:xfrm>
            <a:off x="822960" y="4690872"/>
            <a:ext cx="4114800" cy="228600"/>
          </a:xfrm>
          <a:prstGeom prst="rect">
            <a:avLst/>
          </a:prstGeom>
          <a:noFill/>
          <a:ln/>
        </p:spPr>
        <p:txBody>
          <a:bodyPr wrap="square" rtlCol="0" anchor="ctr"/>
          <a:lstStyle/>
          <a:p>
            <a:pPr marL="0" indent="0">
              <a:buNone/>
            </a:pPr>
            <a:r>
              <a:rPr lang="en-US" sz="900" dirty="0">
                <a:solidFill>
                  <a:srgbClr val="616161"/>
                </a:solidFill>
                <a:latin typeface="Calibri" pitchFamily="34" charset="0"/>
                <a:ea typeface="Calibri" pitchFamily="34" charset="-122"/>
                <a:cs typeface="Calibri" pitchFamily="34" charset="-120"/>
              </a:rPr>
              <a:t>Collaborative development, version control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565C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A825"/>
          </a:solidFill>
          <a:ln w="12700">
            <a:solidFill>
              <a:srgbClr val="F9A825"/>
            </a:solidFill>
            <a:prstDash val="solid"/>
          </a:ln>
        </p:spPr>
        <p:txBody>
          <a:bodyPr/>
          <a:lstStyle/>
          <a:p>
            <a:endParaRPr lang="en-IN"/>
          </a:p>
        </p:txBody>
      </p:sp>
      <p:sp>
        <p:nvSpPr>
          <p:cNvPr id="3" name="Shape 1"/>
          <p:cNvSpPr/>
          <p:nvPr/>
        </p:nvSpPr>
        <p:spPr>
          <a:xfrm>
            <a:off x="0" y="5070348"/>
            <a:ext cx="9144000" cy="73152"/>
          </a:xfrm>
          <a:prstGeom prst="rect">
            <a:avLst/>
          </a:prstGeom>
          <a:solidFill>
            <a:srgbClr val="F9A825"/>
          </a:solidFill>
          <a:ln w="12700">
            <a:solidFill>
              <a:srgbClr val="F9A825"/>
            </a:solidFill>
            <a:prstDash val="solid"/>
          </a:ln>
        </p:spPr>
        <p:txBody>
          <a:bodyPr/>
          <a:lstStyle/>
          <a:p>
            <a:endParaRPr lang="en-IN"/>
          </a:p>
        </p:txBody>
      </p:sp>
      <p:sp>
        <p:nvSpPr>
          <p:cNvPr id="4" name="Text 2"/>
          <p:cNvSpPr/>
          <p:nvPr/>
        </p:nvSpPr>
        <p:spPr>
          <a:xfrm>
            <a:off x="457200" y="731520"/>
            <a:ext cx="8229600" cy="320040"/>
          </a:xfrm>
          <a:prstGeom prst="rect">
            <a:avLst/>
          </a:prstGeom>
          <a:noFill/>
          <a:ln/>
        </p:spPr>
        <p:txBody>
          <a:bodyPr wrap="square" rtlCol="0" anchor="ctr"/>
          <a:lstStyle/>
          <a:p>
            <a:pPr marL="0" indent="0">
              <a:buNone/>
            </a:pPr>
            <a:r>
              <a:rPr lang="en-US" sz="1100" b="1" kern="0" spc="400" dirty="0">
                <a:solidFill>
                  <a:srgbClr val="F9A825"/>
                </a:solidFill>
                <a:latin typeface="Calibri" pitchFamily="34" charset="0"/>
                <a:ea typeface="Calibri" pitchFamily="34" charset="-122"/>
                <a:cs typeface="Calibri" pitchFamily="34" charset="-120"/>
              </a:rPr>
              <a:t>SECTION 1</a:t>
            </a:r>
            <a:endParaRPr lang="en-US" sz="1100" dirty="0"/>
          </a:p>
        </p:txBody>
      </p:sp>
      <p:sp>
        <p:nvSpPr>
          <p:cNvPr id="5" name="Text 3"/>
          <p:cNvSpPr/>
          <p:nvPr/>
        </p:nvSpPr>
        <p:spPr>
          <a:xfrm>
            <a:off x="457200" y="1143000"/>
            <a:ext cx="8412480" cy="109728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Introduction to AI/ML</a:t>
            </a:r>
            <a:endParaRPr lang="en-US" sz="3800" dirty="0"/>
          </a:p>
        </p:txBody>
      </p:sp>
      <p:sp>
        <p:nvSpPr>
          <p:cNvPr id="6" name="Text 4"/>
          <p:cNvSpPr/>
          <p:nvPr/>
        </p:nvSpPr>
        <p:spPr>
          <a:xfrm>
            <a:off x="457200" y="2331720"/>
            <a:ext cx="8412480" cy="548640"/>
          </a:xfrm>
          <a:prstGeom prst="rect">
            <a:avLst/>
          </a:prstGeom>
          <a:noFill/>
          <a:ln/>
        </p:spPr>
        <p:txBody>
          <a:bodyPr wrap="square" rtlCol="0" anchor="ctr"/>
          <a:lstStyle/>
          <a:p>
            <a:pPr marL="0" indent="0">
              <a:buNone/>
            </a:pPr>
            <a:r>
              <a:rPr lang="en-US" sz="1700" dirty="0">
                <a:solidFill>
                  <a:srgbClr val="B2EBF2"/>
                </a:solidFill>
                <a:latin typeface="Calibri" pitchFamily="34" charset="0"/>
                <a:ea typeface="Calibri" pitchFamily="34" charset="-122"/>
                <a:cs typeface="Calibri" pitchFamily="34" charset="-120"/>
              </a:rPr>
              <a:t>Foundations, hierarchy, and use in pharma</a:t>
            </a:r>
            <a:endParaRPr lang="en-US" sz="1700" dirty="0"/>
          </a:p>
        </p:txBody>
      </p:sp>
      <p:sp>
        <p:nvSpPr>
          <p:cNvPr id="7" name="Text 5"/>
          <p:cNvSpPr/>
          <p:nvPr/>
        </p:nvSpPr>
        <p:spPr>
          <a:xfrm>
            <a:off x="6858000" y="914400"/>
            <a:ext cx="2011680" cy="2743200"/>
          </a:xfrm>
          <a:prstGeom prst="rect">
            <a:avLst/>
          </a:prstGeom>
          <a:noFill/>
          <a:ln/>
        </p:spPr>
        <p:txBody>
          <a:bodyPr wrap="square" rtlCol="0" anchor="ctr"/>
          <a:lstStyle/>
          <a:p>
            <a:pPr marL="0" indent="0" algn="ctr">
              <a:buNone/>
            </a:pPr>
            <a:r>
              <a:rPr lang="en-US" sz="16000" b="1" dirty="0">
                <a:solidFill>
                  <a:srgbClr val="FFFFFF">
                    <a:alpha val="15000"/>
                  </a:srgbClr>
                </a:solidFill>
                <a:latin typeface="Calibri" pitchFamily="34" charset="0"/>
                <a:ea typeface="Calibri" pitchFamily="34" charset="-122"/>
                <a:cs typeface="Calibri" pitchFamily="34" charset="-120"/>
              </a:rPr>
              <a:t>1</a:t>
            </a:r>
            <a:endParaRPr lang="en-US" sz="16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01 — INTRODUCTION TO AI/ML</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The AI – ML – Deep Learning Hierarchy</a:t>
            </a:r>
            <a:endParaRPr lang="en-US" sz="2400" dirty="0"/>
          </a:p>
        </p:txBody>
      </p:sp>
      <p:sp>
        <p:nvSpPr>
          <p:cNvPr id="5" name="Shape 3"/>
          <p:cNvSpPr/>
          <p:nvPr/>
        </p:nvSpPr>
        <p:spPr>
          <a:xfrm>
            <a:off x="914400" y="914400"/>
            <a:ext cx="7315200" cy="3657600"/>
          </a:xfrm>
          <a:prstGeom prst="ellipse">
            <a:avLst/>
          </a:prstGeom>
          <a:solidFill>
            <a:srgbClr val="E3F2FD"/>
          </a:solidFill>
          <a:ln w="25400">
            <a:solidFill>
              <a:srgbClr val="42A5F5"/>
            </a:solidFill>
            <a:prstDash val="solid"/>
          </a:ln>
        </p:spPr>
        <p:txBody>
          <a:bodyPr/>
          <a:lstStyle/>
          <a:p>
            <a:endParaRPr lang="en-IN"/>
          </a:p>
        </p:txBody>
      </p:sp>
      <p:sp>
        <p:nvSpPr>
          <p:cNvPr id="6" name="Shape 4"/>
          <p:cNvSpPr/>
          <p:nvPr/>
        </p:nvSpPr>
        <p:spPr>
          <a:xfrm>
            <a:off x="1828800" y="1280160"/>
            <a:ext cx="5486400" cy="2926080"/>
          </a:xfrm>
          <a:prstGeom prst="ellipse">
            <a:avLst/>
          </a:prstGeom>
          <a:solidFill>
            <a:srgbClr val="B2EBF2"/>
          </a:solidFill>
          <a:ln w="25400">
            <a:solidFill>
              <a:srgbClr val="00BCD4"/>
            </a:solidFill>
            <a:prstDash val="solid"/>
          </a:ln>
        </p:spPr>
        <p:txBody>
          <a:bodyPr/>
          <a:lstStyle/>
          <a:p>
            <a:endParaRPr lang="en-IN"/>
          </a:p>
        </p:txBody>
      </p:sp>
      <p:sp>
        <p:nvSpPr>
          <p:cNvPr id="7" name="Shape 5"/>
          <p:cNvSpPr/>
          <p:nvPr/>
        </p:nvSpPr>
        <p:spPr>
          <a:xfrm>
            <a:off x="2926080" y="1645920"/>
            <a:ext cx="3291840" cy="2194560"/>
          </a:xfrm>
          <a:prstGeom prst="ellipse">
            <a:avLst/>
          </a:prstGeom>
          <a:solidFill>
            <a:srgbClr val="E8F5E9"/>
          </a:solidFill>
          <a:ln w="25400">
            <a:solidFill>
              <a:srgbClr val="2E7D32"/>
            </a:solidFill>
            <a:prstDash val="solid"/>
          </a:ln>
        </p:spPr>
        <p:txBody>
          <a:bodyPr/>
          <a:lstStyle/>
          <a:p>
            <a:endParaRPr lang="en-IN"/>
          </a:p>
        </p:txBody>
      </p:sp>
      <p:sp>
        <p:nvSpPr>
          <p:cNvPr id="8" name="Text 6"/>
          <p:cNvSpPr/>
          <p:nvPr/>
        </p:nvSpPr>
        <p:spPr>
          <a:xfrm>
            <a:off x="1005840" y="960120"/>
            <a:ext cx="3200400" cy="347472"/>
          </a:xfrm>
          <a:prstGeom prst="rect">
            <a:avLst/>
          </a:prstGeom>
          <a:noFill/>
          <a:ln/>
        </p:spPr>
        <p:txBody>
          <a:bodyPr wrap="square"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Artificial Intelligence</a:t>
            </a:r>
            <a:endParaRPr lang="en-US" sz="1200" dirty="0"/>
          </a:p>
        </p:txBody>
      </p:sp>
      <p:sp>
        <p:nvSpPr>
          <p:cNvPr id="9" name="Text 7"/>
          <p:cNvSpPr/>
          <p:nvPr/>
        </p:nvSpPr>
        <p:spPr>
          <a:xfrm>
            <a:off x="1920240" y="1325880"/>
            <a:ext cx="2286000" cy="457200"/>
          </a:xfrm>
          <a:prstGeom prst="rect">
            <a:avLst/>
          </a:prstGeom>
          <a:noFill/>
          <a:ln/>
        </p:spPr>
        <p:txBody>
          <a:bodyPr wrap="square" rtlCol="0" anchor="ctr"/>
          <a:lstStyle/>
          <a:p>
            <a:pPr marL="0" indent="0">
              <a:buNone/>
            </a:pPr>
            <a:r>
              <a:rPr lang="en-US" sz="1100" b="1" dirty="0">
                <a:solidFill>
                  <a:srgbClr val="0097A7"/>
                </a:solidFill>
                <a:latin typeface="Calibri" pitchFamily="34" charset="0"/>
                <a:ea typeface="Calibri" pitchFamily="34" charset="-122"/>
                <a:cs typeface="Calibri" pitchFamily="34" charset="-120"/>
              </a:rPr>
              <a:t>Machine</a:t>
            </a:r>
            <a:endParaRPr lang="en-US" sz="1100" dirty="0"/>
          </a:p>
          <a:p>
            <a:pPr marL="0" indent="0">
              <a:buNone/>
            </a:pPr>
            <a:r>
              <a:rPr lang="en-US" sz="1100" b="1" dirty="0">
                <a:solidFill>
                  <a:srgbClr val="0097A7"/>
                </a:solidFill>
                <a:latin typeface="Calibri" pitchFamily="34" charset="0"/>
                <a:ea typeface="Calibri" pitchFamily="34" charset="-122"/>
                <a:cs typeface="Calibri" pitchFamily="34" charset="-120"/>
              </a:rPr>
              <a:t>Learning</a:t>
            </a:r>
            <a:endParaRPr lang="en-US" sz="1100" dirty="0"/>
          </a:p>
        </p:txBody>
      </p:sp>
      <p:sp>
        <p:nvSpPr>
          <p:cNvPr id="10" name="Text 8"/>
          <p:cNvSpPr/>
          <p:nvPr/>
        </p:nvSpPr>
        <p:spPr>
          <a:xfrm>
            <a:off x="3017520" y="2423160"/>
            <a:ext cx="3108960" cy="548640"/>
          </a:xfrm>
          <a:prstGeom prst="rect">
            <a:avLst/>
          </a:prstGeom>
          <a:noFill/>
          <a:ln/>
        </p:spPr>
        <p:txBody>
          <a:bodyPr wrap="square" rtlCol="0" anchor="ctr"/>
          <a:lstStyle/>
          <a:p>
            <a:pPr marL="0" indent="0" algn="ctr">
              <a:buNone/>
            </a:pPr>
            <a:r>
              <a:rPr lang="en-US" sz="1300" b="1" dirty="0">
                <a:solidFill>
                  <a:srgbClr val="2E7D32"/>
                </a:solidFill>
                <a:latin typeface="Calibri" pitchFamily="34" charset="0"/>
                <a:ea typeface="Calibri" pitchFamily="34" charset="-122"/>
                <a:cs typeface="Calibri" pitchFamily="34" charset="-120"/>
              </a:rPr>
              <a:t>Deep</a:t>
            </a:r>
            <a:endParaRPr lang="en-US" sz="1300" dirty="0"/>
          </a:p>
          <a:p>
            <a:pPr marL="0" indent="0" algn="ctr">
              <a:buNone/>
            </a:pPr>
            <a:r>
              <a:rPr lang="en-US" sz="1300" b="1" dirty="0">
                <a:solidFill>
                  <a:srgbClr val="2E7D32"/>
                </a:solidFill>
                <a:latin typeface="Calibri" pitchFamily="34" charset="0"/>
                <a:ea typeface="Calibri" pitchFamily="34" charset="-122"/>
                <a:cs typeface="Calibri" pitchFamily="34" charset="-120"/>
              </a:rPr>
              <a:t>Learning</a:t>
            </a:r>
            <a:endParaRPr lang="en-US" sz="1300" dirty="0"/>
          </a:p>
        </p:txBody>
      </p:sp>
      <p:sp>
        <p:nvSpPr>
          <p:cNvPr id="11" name="Shape 9"/>
          <p:cNvSpPr/>
          <p:nvPr/>
        </p:nvSpPr>
        <p:spPr>
          <a:xfrm>
            <a:off x="6583680" y="1005840"/>
            <a:ext cx="2377440" cy="1005840"/>
          </a:xfrm>
          <a:prstGeom prst="rect">
            <a:avLst/>
          </a:prstGeom>
          <a:solidFill>
            <a:srgbClr val="FFFFFF"/>
          </a:solidFill>
          <a:ln w="12700">
            <a:solidFill>
              <a:srgbClr val="1565C0"/>
            </a:solidFill>
            <a:prstDash val="solid"/>
          </a:ln>
          <a:effectLst>
            <a:outerShdw blurRad="76200" dist="25400" dir="8100000" algn="bl" rotWithShape="0">
              <a:srgbClr val="000000">
                <a:alpha val="10000"/>
              </a:srgbClr>
            </a:outerShdw>
          </a:effectLst>
        </p:spPr>
        <p:txBody>
          <a:bodyPr/>
          <a:lstStyle/>
          <a:p>
            <a:endParaRPr lang="en-IN"/>
          </a:p>
        </p:txBody>
      </p:sp>
      <p:sp>
        <p:nvSpPr>
          <p:cNvPr id="12" name="Text 10"/>
          <p:cNvSpPr/>
          <p:nvPr/>
        </p:nvSpPr>
        <p:spPr>
          <a:xfrm>
            <a:off x="6675120" y="1051560"/>
            <a:ext cx="2194560" cy="914400"/>
          </a:xfrm>
          <a:prstGeom prst="rect">
            <a:avLst/>
          </a:prstGeom>
          <a:noFill/>
          <a:ln/>
        </p:spPr>
        <p:txBody>
          <a:bodyPr wrap="square" rtlCol="0" anchor="t"/>
          <a:lstStyle/>
          <a:p>
            <a:pPr marL="0" indent="0">
              <a:buNone/>
            </a:pPr>
            <a:r>
              <a:rPr lang="en-US" sz="1000" dirty="0">
                <a:solidFill>
                  <a:srgbClr val="1565C0"/>
                </a:solidFill>
                <a:latin typeface="Calibri" pitchFamily="34" charset="0"/>
                <a:ea typeface="Calibri" pitchFamily="34" charset="-122"/>
                <a:cs typeface="Calibri" pitchFamily="34" charset="-120"/>
              </a:rPr>
              <a:t>Rule-based Expert Systems</a:t>
            </a:r>
            <a:endParaRPr lang="en-US" sz="1000" dirty="0"/>
          </a:p>
          <a:p>
            <a:pPr marL="0" indent="0">
              <a:buNone/>
            </a:pPr>
            <a:r>
              <a:rPr lang="en-US" sz="1000" dirty="0">
                <a:solidFill>
                  <a:srgbClr val="1565C0"/>
                </a:solidFill>
                <a:latin typeface="Calibri" pitchFamily="34" charset="0"/>
                <a:ea typeface="Calibri" pitchFamily="34" charset="-122"/>
                <a:cs typeface="Calibri" pitchFamily="34" charset="-120"/>
              </a:rPr>
              <a:t>Natural Language Processing</a:t>
            </a:r>
            <a:endParaRPr lang="en-US" sz="1000" dirty="0"/>
          </a:p>
          <a:p>
            <a:pPr marL="0" indent="0">
              <a:buNone/>
            </a:pPr>
            <a:r>
              <a:rPr lang="en-US" sz="1000" dirty="0">
                <a:solidFill>
                  <a:srgbClr val="1565C0"/>
                </a:solidFill>
                <a:latin typeface="Calibri" pitchFamily="34" charset="0"/>
                <a:ea typeface="Calibri" pitchFamily="34" charset="-122"/>
                <a:cs typeface="Calibri" pitchFamily="34" charset="-120"/>
              </a:rPr>
              <a:t>Computer Vision</a:t>
            </a:r>
            <a:endParaRPr lang="en-US" sz="1000" dirty="0"/>
          </a:p>
          <a:p>
            <a:pPr marL="0" indent="0">
              <a:buNone/>
            </a:pPr>
            <a:r>
              <a:rPr lang="en-US" sz="1000" dirty="0">
                <a:solidFill>
                  <a:srgbClr val="1565C0"/>
                </a:solidFill>
                <a:latin typeface="Calibri" pitchFamily="34" charset="0"/>
                <a:ea typeface="Calibri" pitchFamily="34" charset="-122"/>
                <a:cs typeface="Calibri" pitchFamily="34" charset="-120"/>
              </a:rPr>
              <a:t>Robotics</a:t>
            </a:r>
            <a:endParaRPr lang="en-US" sz="1000" dirty="0"/>
          </a:p>
        </p:txBody>
      </p:sp>
      <p:sp>
        <p:nvSpPr>
          <p:cNvPr id="13" name="Shape 11"/>
          <p:cNvSpPr/>
          <p:nvPr/>
        </p:nvSpPr>
        <p:spPr>
          <a:xfrm>
            <a:off x="6035040" y="2286000"/>
            <a:ext cx="2377440" cy="1005840"/>
          </a:xfrm>
          <a:prstGeom prst="rect">
            <a:avLst/>
          </a:prstGeom>
          <a:solidFill>
            <a:srgbClr val="FFFFFF"/>
          </a:solidFill>
          <a:ln w="12700">
            <a:solidFill>
              <a:srgbClr val="0097A7"/>
            </a:solidFill>
            <a:prstDash val="solid"/>
          </a:ln>
          <a:effectLst>
            <a:outerShdw blurRad="76200" dist="25400" dir="8100000" algn="bl" rotWithShape="0">
              <a:srgbClr val="000000">
                <a:alpha val="10000"/>
              </a:srgbClr>
            </a:outerShdw>
          </a:effectLst>
        </p:spPr>
        <p:txBody>
          <a:bodyPr/>
          <a:lstStyle/>
          <a:p>
            <a:endParaRPr lang="en-IN"/>
          </a:p>
        </p:txBody>
      </p:sp>
      <p:sp>
        <p:nvSpPr>
          <p:cNvPr id="14" name="Text 12"/>
          <p:cNvSpPr/>
          <p:nvPr/>
        </p:nvSpPr>
        <p:spPr>
          <a:xfrm>
            <a:off x="6126480" y="2331720"/>
            <a:ext cx="2194560" cy="914400"/>
          </a:xfrm>
          <a:prstGeom prst="rect">
            <a:avLst/>
          </a:prstGeom>
          <a:noFill/>
          <a:ln/>
        </p:spPr>
        <p:txBody>
          <a:bodyPr wrap="square" rtlCol="0" anchor="t"/>
          <a:lstStyle/>
          <a:p>
            <a:pPr marL="0" indent="0">
              <a:buNone/>
            </a:pPr>
            <a:r>
              <a:rPr lang="en-US" sz="1000" dirty="0">
                <a:solidFill>
                  <a:srgbClr val="0097A7"/>
                </a:solidFill>
                <a:latin typeface="Calibri" pitchFamily="34" charset="0"/>
                <a:ea typeface="Calibri" pitchFamily="34" charset="-122"/>
                <a:cs typeface="Calibri" pitchFamily="34" charset="-120"/>
              </a:rPr>
              <a:t>Random Forest</a:t>
            </a:r>
            <a:endParaRPr lang="en-US" sz="1000" dirty="0"/>
          </a:p>
          <a:p>
            <a:pPr marL="0" indent="0">
              <a:buNone/>
            </a:pPr>
            <a:r>
              <a:rPr lang="en-US" sz="1000" dirty="0">
                <a:solidFill>
                  <a:srgbClr val="0097A7"/>
                </a:solidFill>
                <a:latin typeface="Calibri" pitchFamily="34" charset="0"/>
                <a:ea typeface="Calibri" pitchFamily="34" charset="-122"/>
                <a:cs typeface="Calibri" pitchFamily="34" charset="-120"/>
              </a:rPr>
              <a:t>SVM · KNN</a:t>
            </a:r>
            <a:endParaRPr lang="en-US" sz="1000" dirty="0"/>
          </a:p>
          <a:p>
            <a:pPr marL="0" indent="0">
              <a:buNone/>
            </a:pPr>
            <a:r>
              <a:rPr lang="en-US" sz="1000" dirty="0">
                <a:solidFill>
                  <a:srgbClr val="0097A7"/>
                </a:solidFill>
                <a:latin typeface="Calibri" pitchFamily="34" charset="0"/>
                <a:ea typeface="Calibri" pitchFamily="34" charset="-122"/>
                <a:cs typeface="Calibri" pitchFamily="34" charset="-120"/>
              </a:rPr>
              <a:t>Logistic Reg.</a:t>
            </a:r>
            <a:endParaRPr lang="en-US" sz="1000" dirty="0"/>
          </a:p>
          <a:p>
            <a:pPr marL="0" indent="0">
              <a:buNone/>
            </a:pPr>
            <a:r>
              <a:rPr lang="en-US" sz="1000" dirty="0">
                <a:solidFill>
                  <a:srgbClr val="0097A7"/>
                </a:solidFill>
                <a:latin typeface="Calibri" pitchFamily="34" charset="0"/>
                <a:ea typeface="Calibri" pitchFamily="34" charset="-122"/>
                <a:cs typeface="Calibri" pitchFamily="34" charset="-120"/>
              </a:rPr>
              <a:t>XGBoost</a:t>
            </a:r>
            <a:endParaRPr lang="en-US" sz="1000" dirty="0"/>
          </a:p>
        </p:txBody>
      </p:sp>
      <p:sp>
        <p:nvSpPr>
          <p:cNvPr id="15" name="Text 13"/>
          <p:cNvSpPr/>
          <p:nvPr/>
        </p:nvSpPr>
        <p:spPr>
          <a:xfrm>
            <a:off x="3017520" y="3063240"/>
            <a:ext cx="3108960" cy="777240"/>
          </a:xfrm>
          <a:prstGeom prst="rect">
            <a:avLst/>
          </a:prstGeom>
          <a:noFill/>
          <a:ln/>
        </p:spPr>
        <p:txBody>
          <a:bodyPr wrap="square" rtlCol="0" anchor="ctr"/>
          <a:lstStyle/>
          <a:p>
            <a:pPr marL="0" indent="0" algn="ctr">
              <a:buNone/>
            </a:pPr>
            <a:r>
              <a:rPr lang="en-US" sz="1000" dirty="0">
                <a:solidFill>
                  <a:srgbClr val="2E7D32"/>
                </a:solidFill>
                <a:latin typeface="Calibri" pitchFamily="34" charset="0"/>
                <a:ea typeface="Calibri" pitchFamily="34" charset="-122"/>
                <a:cs typeface="Calibri" pitchFamily="34" charset="-120"/>
              </a:rPr>
              <a:t>CNNs · RNNs</a:t>
            </a:r>
            <a:endParaRPr lang="en-US" sz="1000" dirty="0"/>
          </a:p>
          <a:p>
            <a:pPr marL="0" indent="0" algn="ctr">
              <a:buNone/>
            </a:pPr>
            <a:r>
              <a:rPr lang="en-US" sz="1000" dirty="0">
                <a:solidFill>
                  <a:srgbClr val="2E7D32"/>
                </a:solidFill>
                <a:latin typeface="Calibri" pitchFamily="34" charset="0"/>
                <a:ea typeface="Calibri" pitchFamily="34" charset="-122"/>
                <a:cs typeface="Calibri" pitchFamily="34" charset="-120"/>
              </a:rPr>
              <a:t>Transformers · LLMs</a:t>
            </a:r>
            <a:endParaRPr lang="en-US" sz="1000" dirty="0"/>
          </a:p>
          <a:p>
            <a:pPr marL="0" indent="0" algn="ctr">
              <a:buNone/>
            </a:pPr>
            <a:r>
              <a:rPr lang="en-US" sz="1000" dirty="0">
                <a:solidFill>
                  <a:srgbClr val="2E7D32"/>
                </a:solidFill>
                <a:latin typeface="Calibri" pitchFamily="34" charset="0"/>
                <a:ea typeface="Calibri" pitchFamily="34" charset="-122"/>
                <a:cs typeface="Calibri" pitchFamily="34" charset="-120"/>
              </a:rPr>
              <a:t>GPT · AlphaFold</a:t>
            </a:r>
            <a:endParaRPr lang="en-US" sz="1000" dirty="0"/>
          </a:p>
        </p:txBody>
      </p:sp>
      <p:sp>
        <p:nvSpPr>
          <p:cNvPr id="16" name="Shape 14"/>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17" name="Shape 15"/>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18" name="Shape 16"/>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01 — INTRODUCTION TO AI/ML</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What is Artificial Intelligence and Machine Learning?</a:t>
            </a:r>
            <a:endParaRPr lang="en-US" sz="2400" dirty="0"/>
          </a:p>
        </p:txBody>
      </p:sp>
      <p:sp>
        <p:nvSpPr>
          <p:cNvPr id="5" name="Shape 3"/>
          <p:cNvSpPr/>
          <p:nvPr/>
        </p:nvSpPr>
        <p:spPr>
          <a:xfrm>
            <a:off x="320040" y="987552"/>
            <a:ext cx="2651760" cy="224028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p:cNvSpPr/>
          <p:nvPr/>
        </p:nvSpPr>
        <p:spPr>
          <a:xfrm>
            <a:off x="320040" y="987552"/>
            <a:ext cx="2651760" cy="45720"/>
          </a:xfrm>
          <a:prstGeom prst="rect">
            <a:avLst/>
          </a:prstGeom>
          <a:solidFill>
            <a:srgbClr val="1565C0"/>
          </a:solidFill>
          <a:ln w="12700">
            <a:solidFill>
              <a:srgbClr val="1565C0"/>
            </a:solidFill>
            <a:prstDash val="solid"/>
          </a:ln>
        </p:spPr>
        <p:txBody>
          <a:bodyPr/>
          <a:lstStyle/>
          <a:p>
            <a:endParaRPr lang="en-IN"/>
          </a:p>
        </p:txBody>
      </p:sp>
      <p:sp>
        <p:nvSpPr>
          <p:cNvPr id="7" name="Text 5"/>
          <p:cNvSpPr/>
          <p:nvPr/>
        </p:nvSpPr>
        <p:spPr>
          <a:xfrm>
            <a:off x="429768" y="1078992"/>
            <a:ext cx="2432304" cy="310896"/>
          </a:xfrm>
          <a:prstGeom prst="rect">
            <a:avLst/>
          </a:prstGeom>
          <a:noFill/>
          <a:ln/>
        </p:spPr>
        <p:txBody>
          <a:bodyPr wrap="square" rtlCol="0" anchor="ctr"/>
          <a:lstStyle/>
          <a:p>
            <a:pPr marL="0" indent="0">
              <a:buNone/>
            </a:pPr>
            <a:r>
              <a:rPr lang="en-US" sz="1400" b="1" dirty="0">
                <a:solidFill>
                  <a:srgbClr val="212121"/>
                </a:solidFill>
                <a:latin typeface="Garamond" panose="02020404030301010803" pitchFamily="18" charset="0"/>
                <a:ea typeface="Calibri" pitchFamily="34" charset="-122"/>
                <a:cs typeface="Calibri" pitchFamily="34" charset="-120"/>
              </a:rPr>
              <a:t>Artificial Intelligence</a:t>
            </a:r>
            <a:endParaRPr lang="en-US" sz="1400" b="1" dirty="0">
              <a:latin typeface="Garamond" panose="02020404030301010803" pitchFamily="18" charset="0"/>
            </a:endParaRPr>
          </a:p>
        </p:txBody>
      </p:sp>
      <p:sp>
        <p:nvSpPr>
          <p:cNvPr id="8" name="Text 6"/>
          <p:cNvSpPr/>
          <p:nvPr/>
        </p:nvSpPr>
        <p:spPr>
          <a:xfrm>
            <a:off x="429768" y="1417320"/>
            <a:ext cx="2432304" cy="1719072"/>
          </a:xfrm>
          <a:prstGeom prst="rect">
            <a:avLst/>
          </a:prstGeom>
          <a:noFill/>
          <a:ln/>
        </p:spPr>
        <p:txBody>
          <a:bodyPr wrap="square" rtlCol="0" anchor="t"/>
          <a:lstStyle/>
          <a:p>
            <a:pPr marL="171450" indent="-171450">
              <a:buFont typeface="Arial" panose="020B0604020202020204" pitchFamily="34" charset="0"/>
              <a:buChar char="•"/>
            </a:pPr>
            <a:r>
              <a:rPr lang="en-US" sz="1200" dirty="0">
                <a:latin typeface="Garamond" panose="02020404030301010803" pitchFamily="18" charset="0"/>
                <a:ea typeface="Calibri" pitchFamily="34" charset="-122"/>
                <a:cs typeface="Calibri" pitchFamily="34" charset="-120"/>
              </a:rPr>
              <a:t>Machines performing tasks that would require human intelligence.</a:t>
            </a:r>
            <a:endParaRPr lang="en-US" sz="1200" dirty="0">
              <a:latin typeface="Garamond" panose="02020404030301010803" pitchFamily="18" charset="0"/>
            </a:endParaRPr>
          </a:p>
          <a:p>
            <a:pPr marL="171450" indent="-171450">
              <a:buFont typeface="Arial" panose="020B0604020202020204" pitchFamily="34" charset="0"/>
              <a:buChar char="•"/>
            </a:pPr>
            <a:r>
              <a:rPr lang="en-US" sz="1200" dirty="0">
                <a:latin typeface="Garamond" panose="02020404030301010803" pitchFamily="18" charset="0"/>
                <a:ea typeface="Calibri" pitchFamily="34" charset="-122"/>
                <a:cs typeface="Calibri" pitchFamily="34" charset="-120"/>
              </a:rPr>
              <a:t>Rule-based systems, expert systems, game AI, ML-powered AI.</a:t>
            </a:r>
            <a:endParaRPr lang="en-US" sz="1200" dirty="0">
              <a:latin typeface="Garamond" panose="02020404030301010803" pitchFamily="18" charset="0"/>
            </a:endParaRPr>
          </a:p>
          <a:p>
            <a:pPr marL="171450" indent="-171450">
              <a:buFont typeface="Arial" panose="020B0604020202020204" pitchFamily="34" charset="0"/>
              <a:buChar char="•"/>
            </a:pPr>
            <a:r>
              <a:rPr lang="en-US" sz="1200" dirty="0">
                <a:latin typeface="Garamond" panose="02020404030301010803" pitchFamily="18" charset="0"/>
                <a:ea typeface="Calibri" pitchFamily="34" charset="-122"/>
                <a:cs typeface="Calibri" pitchFamily="34" charset="-120"/>
              </a:rPr>
              <a:t>Not all AI uses statistics — rule-based expert systems from the 1970s contained no probability at all.</a:t>
            </a:r>
            <a:endParaRPr lang="en-US" sz="1200" dirty="0">
              <a:latin typeface="Garamond" panose="02020404030301010803" pitchFamily="18" charset="0"/>
            </a:endParaRPr>
          </a:p>
        </p:txBody>
      </p:sp>
      <p:sp>
        <p:nvSpPr>
          <p:cNvPr id="9" name="Shape 7"/>
          <p:cNvSpPr/>
          <p:nvPr/>
        </p:nvSpPr>
        <p:spPr>
          <a:xfrm>
            <a:off x="3182112" y="987552"/>
            <a:ext cx="2651760" cy="224028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0" name="Shape 8"/>
          <p:cNvSpPr/>
          <p:nvPr/>
        </p:nvSpPr>
        <p:spPr>
          <a:xfrm>
            <a:off x="3182112" y="987552"/>
            <a:ext cx="2651760" cy="45720"/>
          </a:xfrm>
          <a:prstGeom prst="rect">
            <a:avLst/>
          </a:prstGeom>
          <a:solidFill>
            <a:srgbClr val="0097A7"/>
          </a:solidFill>
          <a:ln w="12700">
            <a:solidFill>
              <a:srgbClr val="0097A7"/>
            </a:solidFill>
            <a:prstDash val="solid"/>
          </a:ln>
        </p:spPr>
        <p:txBody>
          <a:bodyPr/>
          <a:lstStyle/>
          <a:p>
            <a:endParaRPr lang="en-IN"/>
          </a:p>
        </p:txBody>
      </p:sp>
      <p:sp>
        <p:nvSpPr>
          <p:cNvPr id="11" name="Text 9"/>
          <p:cNvSpPr/>
          <p:nvPr/>
        </p:nvSpPr>
        <p:spPr>
          <a:xfrm>
            <a:off x="3291840" y="1078992"/>
            <a:ext cx="2432304" cy="310896"/>
          </a:xfrm>
          <a:prstGeom prst="rect">
            <a:avLst/>
          </a:prstGeom>
          <a:noFill/>
          <a:ln/>
        </p:spPr>
        <p:txBody>
          <a:bodyPr wrap="square" rtlCol="0" anchor="ctr"/>
          <a:lstStyle/>
          <a:p>
            <a:pPr marL="0" indent="0">
              <a:buNone/>
            </a:pPr>
            <a:r>
              <a:rPr lang="en-US" sz="1400" b="1" dirty="0">
                <a:solidFill>
                  <a:srgbClr val="212121"/>
                </a:solidFill>
                <a:latin typeface="Garamond" panose="02020404030301010803" pitchFamily="18" charset="0"/>
                <a:ea typeface="Calibri" pitchFamily="34" charset="-122"/>
                <a:cs typeface="Calibri" pitchFamily="34" charset="-120"/>
              </a:rPr>
              <a:t>Machine Learning</a:t>
            </a:r>
            <a:endParaRPr lang="en-US" sz="1400" b="1" dirty="0">
              <a:latin typeface="Garamond" panose="02020404030301010803" pitchFamily="18" charset="0"/>
            </a:endParaRPr>
          </a:p>
        </p:txBody>
      </p:sp>
      <p:sp>
        <p:nvSpPr>
          <p:cNvPr id="12" name="Text 10"/>
          <p:cNvSpPr/>
          <p:nvPr/>
        </p:nvSpPr>
        <p:spPr>
          <a:xfrm>
            <a:off x="3291840" y="1417320"/>
            <a:ext cx="2432304" cy="1719072"/>
          </a:xfrm>
          <a:prstGeom prst="rect">
            <a:avLst/>
          </a:prstGeom>
          <a:noFill/>
          <a:ln/>
        </p:spPr>
        <p:txBody>
          <a:bodyPr wrap="square" rtlCol="0" anchor="t"/>
          <a:lstStyle/>
          <a:p>
            <a:pPr marL="171450" indent="-171450">
              <a:buFont typeface="Arial" panose="020B0604020202020204" pitchFamily="34" charset="0"/>
              <a:buChar char="•"/>
            </a:pPr>
            <a:r>
              <a:rPr lang="en-US" sz="1200" dirty="0">
                <a:latin typeface="Garamond" panose="02020404030301010803" pitchFamily="18" charset="0"/>
                <a:ea typeface="Calibri" pitchFamily="34" charset="-122"/>
                <a:cs typeface="Calibri" pitchFamily="34" charset="-120"/>
              </a:rPr>
              <a:t>AI subset: algorithms that learn from data without explicit programming.</a:t>
            </a:r>
            <a:endParaRPr lang="en-US" sz="1200" dirty="0">
              <a:latin typeface="Garamond" panose="02020404030301010803" pitchFamily="18" charset="0"/>
            </a:endParaRPr>
          </a:p>
          <a:p>
            <a:pPr marL="171450" indent="-171450">
              <a:buFont typeface="Arial" panose="020B0604020202020204" pitchFamily="34" charset="0"/>
              <a:buChar char="•"/>
            </a:pPr>
            <a:r>
              <a:rPr lang="en-US" sz="1200" dirty="0">
                <a:latin typeface="Garamond" panose="02020404030301010803" pitchFamily="18" charset="0"/>
                <a:ea typeface="Calibri" pitchFamily="34" charset="-122"/>
                <a:cs typeface="Calibri" pitchFamily="34" charset="-120"/>
              </a:rPr>
              <a:t>Mitchell (1997): 'A program learns from experience E with respect to task T and performance measure P, if P at T improves with E.'</a:t>
            </a:r>
            <a:endParaRPr lang="en-US" sz="1200" dirty="0">
              <a:latin typeface="Garamond" panose="02020404030301010803" pitchFamily="18" charset="0"/>
            </a:endParaRPr>
          </a:p>
          <a:p>
            <a:pPr marL="171450" indent="-171450">
              <a:buFont typeface="Arial" panose="020B0604020202020204" pitchFamily="34" charset="0"/>
              <a:buChar char="•"/>
            </a:pPr>
            <a:r>
              <a:rPr lang="en-US" sz="1200" dirty="0">
                <a:latin typeface="Garamond" panose="02020404030301010803" pitchFamily="18" charset="0"/>
                <a:ea typeface="Calibri" pitchFamily="34" charset="-122"/>
                <a:cs typeface="Calibri" pitchFamily="34" charset="-120"/>
              </a:rPr>
              <a:t>This is what biostatisticians do — just with different names.</a:t>
            </a:r>
            <a:endParaRPr lang="en-US" sz="1200" dirty="0">
              <a:latin typeface="Garamond" panose="02020404030301010803" pitchFamily="18" charset="0"/>
            </a:endParaRPr>
          </a:p>
        </p:txBody>
      </p:sp>
      <p:sp>
        <p:nvSpPr>
          <p:cNvPr id="13" name="Shape 11"/>
          <p:cNvSpPr/>
          <p:nvPr/>
        </p:nvSpPr>
        <p:spPr>
          <a:xfrm>
            <a:off x="6035040" y="987552"/>
            <a:ext cx="2651760" cy="224028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4" name="Shape 12"/>
          <p:cNvSpPr/>
          <p:nvPr/>
        </p:nvSpPr>
        <p:spPr>
          <a:xfrm>
            <a:off x="6035040" y="987552"/>
            <a:ext cx="2651760" cy="45720"/>
          </a:xfrm>
          <a:prstGeom prst="rect">
            <a:avLst/>
          </a:prstGeom>
          <a:solidFill>
            <a:srgbClr val="2E7D32"/>
          </a:solidFill>
          <a:ln w="12700">
            <a:solidFill>
              <a:srgbClr val="2E7D32"/>
            </a:solidFill>
            <a:prstDash val="solid"/>
          </a:ln>
        </p:spPr>
        <p:txBody>
          <a:bodyPr/>
          <a:lstStyle/>
          <a:p>
            <a:endParaRPr lang="en-IN"/>
          </a:p>
        </p:txBody>
      </p:sp>
      <p:sp>
        <p:nvSpPr>
          <p:cNvPr id="15" name="Text 13"/>
          <p:cNvSpPr/>
          <p:nvPr/>
        </p:nvSpPr>
        <p:spPr>
          <a:xfrm>
            <a:off x="6144768" y="1078992"/>
            <a:ext cx="2432304" cy="310896"/>
          </a:xfrm>
          <a:prstGeom prst="rect">
            <a:avLst/>
          </a:prstGeom>
          <a:noFill/>
          <a:ln/>
        </p:spPr>
        <p:txBody>
          <a:bodyPr wrap="square" rtlCol="0" anchor="ctr"/>
          <a:lstStyle/>
          <a:p>
            <a:pPr marL="0" indent="0">
              <a:buNone/>
            </a:pPr>
            <a:r>
              <a:rPr lang="en-US" sz="1400" b="1" dirty="0">
                <a:solidFill>
                  <a:srgbClr val="212121"/>
                </a:solidFill>
                <a:latin typeface="Garamond" panose="02020404030301010803" pitchFamily="18" charset="0"/>
                <a:ea typeface="Calibri" pitchFamily="34" charset="-122"/>
                <a:cs typeface="Calibri" pitchFamily="34" charset="-120"/>
              </a:rPr>
              <a:t>Deep Learning</a:t>
            </a:r>
            <a:endParaRPr lang="en-US" sz="1400" b="1" dirty="0">
              <a:latin typeface="Garamond" panose="02020404030301010803" pitchFamily="18" charset="0"/>
            </a:endParaRPr>
          </a:p>
        </p:txBody>
      </p:sp>
      <p:sp>
        <p:nvSpPr>
          <p:cNvPr id="16" name="Text 14"/>
          <p:cNvSpPr/>
          <p:nvPr/>
        </p:nvSpPr>
        <p:spPr>
          <a:xfrm>
            <a:off x="6144768" y="1417320"/>
            <a:ext cx="2432304" cy="1719072"/>
          </a:xfrm>
          <a:prstGeom prst="rect">
            <a:avLst/>
          </a:prstGeom>
          <a:noFill/>
          <a:ln/>
        </p:spPr>
        <p:txBody>
          <a:bodyPr wrap="square" rtlCol="0" anchor="t"/>
          <a:lstStyle/>
          <a:p>
            <a:pPr marL="171450" indent="-171450">
              <a:buFont typeface="Arial" panose="020B0604020202020204" pitchFamily="34" charset="0"/>
              <a:buChar char="•"/>
            </a:pPr>
            <a:r>
              <a:rPr lang="en-US" sz="1200" dirty="0">
                <a:latin typeface="Garamond" panose="02020404030301010803" pitchFamily="18" charset="0"/>
                <a:ea typeface="Calibri" pitchFamily="34" charset="-122"/>
                <a:cs typeface="Calibri" pitchFamily="34" charset="-120"/>
              </a:rPr>
              <a:t>ML subset: neural networks with many layers.</a:t>
            </a:r>
            <a:endParaRPr lang="en-US" sz="1200" dirty="0">
              <a:latin typeface="Garamond" panose="02020404030301010803" pitchFamily="18" charset="0"/>
            </a:endParaRPr>
          </a:p>
          <a:p>
            <a:pPr marL="171450" indent="-171450">
              <a:buFont typeface="Arial" panose="020B0604020202020204" pitchFamily="34" charset="0"/>
              <a:buChar char="•"/>
            </a:pPr>
            <a:r>
              <a:rPr lang="en-US" sz="1200" dirty="0">
                <a:latin typeface="Garamond" panose="02020404030301010803" pitchFamily="18" charset="0"/>
                <a:ea typeface="Calibri" pitchFamily="34" charset="-122"/>
                <a:cs typeface="Calibri" pitchFamily="34" charset="-120"/>
              </a:rPr>
              <a:t>Excels with unstructured data (images, text, audio).</a:t>
            </a:r>
            <a:endParaRPr lang="en-US" sz="1200" dirty="0">
              <a:latin typeface="Garamond" panose="02020404030301010803" pitchFamily="18" charset="0"/>
            </a:endParaRPr>
          </a:p>
          <a:p>
            <a:pPr marL="171450" indent="-171450">
              <a:buFont typeface="Arial" panose="020B0604020202020204" pitchFamily="34" charset="0"/>
              <a:buChar char="•"/>
            </a:pPr>
            <a:r>
              <a:rPr lang="en-US" sz="1200" dirty="0">
                <a:latin typeface="Garamond" panose="02020404030301010803" pitchFamily="18" charset="0"/>
                <a:ea typeface="Calibri" pitchFamily="34" charset="-122"/>
                <a:cs typeface="Calibri" pitchFamily="34" charset="-120"/>
              </a:rPr>
              <a:t>Requires large datasets and GPU compute. The engine behind radiology AI, clinical NLP, and protein structure prediction (AlphaFold).</a:t>
            </a:r>
            <a:endParaRPr lang="en-US" sz="1200" dirty="0">
              <a:latin typeface="Garamond" panose="02020404030301010803" pitchFamily="18" charset="0"/>
            </a:endParaRPr>
          </a:p>
        </p:txBody>
      </p:sp>
      <p:sp>
        <p:nvSpPr>
          <p:cNvPr id="17" name="Shape 15"/>
          <p:cNvSpPr/>
          <p:nvPr/>
        </p:nvSpPr>
        <p:spPr>
          <a:xfrm>
            <a:off x="320040" y="3337560"/>
            <a:ext cx="8503920" cy="96012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8" name="Shape 16"/>
          <p:cNvSpPr/>
          <p:nvPr/>
        </p:nvSpPr>
        <p:spPr>
          <a:xfrm>
            <a:off x="320040" y="3337560"/>
            <a:ext cx="8503920" cy="45720"/>
          </a:xfrm>
          <a:prstGeom prst="rect">
            <a:avLst/>
          </a:prstGeom>
          <a:solidFill>
            <a:srgbClr val="F9A825"/>
          </a:solidFill>
          <a:ln w="12700">
            <a:solidFill>
              <a:srgbClr val="F9A825"/>
            </a:solidFill>
            <a:prstDash val="solid"/>
          </a:ln>
        </p:spPr>
        <p:txBody>
          <a:bodyPr/>
          <a:lstStyle/>
          <a:p>
            <a:endParaRPr lang="en-IN"/>
          </a:p>
        </p:txBody>
      </p:sp>
      <p:sp>
        <p:nvSpPr>
          <p:cNvPr id="19" name="Text 17"/>
          <p:cNvSpPr/>
          <p:nvPr/>
        </p:nvSpPr>
        <p:spPr>
          <a:xfrm>
            <a:off x="457200" y="3493008"/>
            <a:ext cx="4572000" cy="237744"/>
          </a:xfrm>
          <a:prstGeom prst="rect">
            <a:avLst/>
          </a:prstGeom>
          <a:noFill/>
          <a:ln/>
        </p:spPr>
        <p:txBody>
          <a:bodyPr wrap="square" rtlCol="0" anchor="ctr"/>
          <a:lstStyle/>
          <a:p>
            <a:pPr marL="0" indent="0">
              <a:buNone/>
            </a:pPr>
            <a:r>
              <a:rPr lang="en-US" sz="1400" b="1" dirty="0">
                <a:solidFill>
                  <a:srgbClr val="212121"/>
                </a:solidFill>
                <a:latin typeface="Garamond" panose="02020404030301010803" pitchFamily="18" charset="0"/>
                <a:cs typeface="Calibri" pitchFamily="34" charset="-120"/>
              </a:rPr>
              <a:t>Key</a:t>
            </a:r>
            <a:r>
              <a:rPr lang="en-US" sz="1100" b="1" dirty="0">
                <a:solidFill>
                  <a:srgbClr val="212121"/>
                </a:solidFill>
                <a:latin typeface="Calibri" pitchFamily="34" charset="0"/>
                <a:ea typeface="Calibri" pitchFamily="34" charset="-122"/>
                <a:cs typeface="Calibri" pitchFamily="34" charset="-120"/>
              </a:rPr>
              <a:t> </a:t>
            </a:r>
            <a:r>
              <a:rPr lang="en-US" sz="1400" b="1" dirty="0">
                <a:solidFill>
                  <a:srgbClr val="212121"/>
                </a:solidFill>
                <a:latin typeface="Garamond" panose="02020404030301010803" pitchFamily="18" charset="0"/>
                <a:cs typeface="Calibri" pitchFamily="34" charset="-120"/>
              </a:rPr>
              <a:t>Insight</a:t>
            </a:r>
            <a:r>
              <a:rPr lang="en-US" sz="1100" b="1" dirty="0">
                <a:solidFill>
                  <a:srgbClr val="212121"/>
                </a:solidFill>
                <a:latin typeface="Calibri" pitchFamily="34" charset="0"/>
                <a:ea typeface="Calibri" pitchFamily="34" charset="-122"/>
                <a:cs typeface="Calibri" pitchFamily="34" charset="-120"/>
              </a:rPr>
              <a:t> </a:t>
            </a:r>
            <a:r>
              <a:rPr lang="en-US" sz="1400" b="1" dirty="0">
                <a:solidFill>
                  <a:srgbClr val="212121"/>
                </a:solidFill>
                <a:latin typeface="Garamond" panose="02020404030301010803" pitchFamily="18" charset="0"/>
                <a:cs typeface="Calibri" pitchFamily="34" charset="-120"/>
              </a:rPr>
              <a:t>for</a:t>
            </a:r>
            <a:r>
              <a:rPr lang="en-US" sz="1100" b="1" dirty="0">
                <a:solidFill>
                  <a:srgbClr val="212121"/>
                </a:solidFill>
                <a:latin typeface="Calibri" pitchFamily="34" charset="0"/>
                <a:ea typeface="Calibri" pitchFamily="34" charset="-122"/>
                <a:cs typeface="Calibri" pitchFamily="34" charset="-120"/>
              </a:rPr>
              <a:t> </a:t>
            </a:r>
            <a:r>
              <a:rPr lang="en-US" sz="1400" b="1" dirty="0">
                <a:solidFill>
                  <a:srgbClr val="212121"/>
                </a:solidFill>
                <a:latin typeface="Garamond" panose="02020404030301010803" pitchFamily="18" charset="0"/>
                <a:cs typeface="Calibri" pitchFamily="34" charset="-120"/>
              </a:rPr>
              <a:t>Biostatisticians</a:t>
            </a:r>
          </a:p>
        </p:txBody>
      </p:sp>
      <p:sp>
        <p:nvSpPr>
          <p:cNvPr id="20" name="Text 18"/>
          <p:cNvSpPr/>
          <p:nvPr/>
        </p:nvSpPr>
        <p:spPr>
          <a:xfrm>
            <a:off x="457200" y="3657600"/>
            <a:ext cx="8229600" cy="566928"/>
          </a:xfrm>
          <a:prstGeom prst="rect">
            <a:avLst/>
          </a:prstGeom>
          <a:noFill/>
          <a:ln/>
        </p:spPr>
        <p:txBody>
          <a:bodyPr wrap="square" rtlCol="0" anchor="ctr"/>
          <a:lstStyle/>
          <a:p>
            <a:pPr marL="0" indent="0">
              <a:buNone/>
            </a:pPr>
            <a:r>
              <a:rPr lang="en-US" sz="1200" dirty="0">
                <a:latin typeface="Garamond" panose="02020404030301010803" pitchFamily="18" charset="0"/>
                <a:ea typeface="Calibri" pitchFamily="34" charset="-122"/>
                <a:cs typeface="Calibri" pitchFamily="34" charset="-120"/>
              </a:rPr>
              <a:t>If you have ever fitted a logistic regression, you have already done machine learning. The gap between classical biostatistics and AI/ML is smaller than the headlines suggest — your statistical training is your greatest asset.</a:t>
            </a:r>
            <a:endParaRPr lang="en-US" sz="1200" dirty="0">
              <a:latin typeface="Garamond" panose="02020404030301010803" pitchFamily="18" charset="0"/>
            </a:endParaRPr>
          </a:p>
        </p:txBody>
      </p:sp>
      <p:sp>
        <p:nvSpPr>
          <p:cNvPr id="21" name="Shape 19"/>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22" name="Shape 20"/>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23" name="Shape 21"/>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01 — INTRODUCTION TO AI/ML</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Biostatistics and AI/ML — Why Now?</a:t>
            </a:r>
            <a:endParaRPr lang="en-US" sz="2400" dirty="0"/>
          </a:p>
        </p:txBody>
      </p:sp>
      <p:sp>
        <p:nvSpPr>
          <p:cNvPr id="5" name="Text 3"/>
          <p:cNvSpPr/>
          <p:nvPr/>
        </p:nvSpPr>
        <p:spPr>
          <a:xfrm>
            <a:off x="320040" y="987552"/>
            <a:ext cx="8503920" cy="3474720"/>
          </a:xfrm>
          <a:prstGeom prst="rect">
            <a:avLst/>
          </a:prstGeom>
          <a:noFill/>
          <a:ln/>
        </p:spPr>
        <p:txBody>
          <a:bodyPr wrap="square" rtlCol="0" anchor="t"/>
          <a:lstStyle/>
          <a:p>
            <a:pPr marL="342900" indent="-342900">
              <a:spcAft>
                <a:spcPts val="500"/>
              </a:spcAft>
              <a:buSzPct val="100000"/>
              <a:buChar char="•"/>
            </a:pPr>
            <a:r>
              <a:rPr lang="en-US" sz="1300" dirty="0">
                <a:latin typeface="Garamond" panose="02020404030301010803" pitchFamily="18" charset="0"/>
                <a:ea typeface="Calibri" pitchFamily="34" charset="-122"/>
                <a:cs typeface="Arial" panose="020B0604020202020204" pitchFamily="34" charset="0"/>
              </a:rPr>
              <a:t>BIOSTATISTICS: Focuses on drawing inferences, testing hypotheses, and interpreting relationships in biological and medical data. Built for causal questions: 'Does Drug A reduce mortality?'</a:t>
            </a:r>
            <a:endParaRPr lang="en-US" sz="1300" dirty="0">
              <a:latin typeface="Garamond" panose="02020404030301010803" pitchFamily="18" charset="0"/>
              <a:cs typeface="Arial" panose="020B0604020202020204" pitchFamily="34" charset="0"/>
            </a:endParaRPr>
          </a:p>
          <a:p>
            <a:pPr marL="342900" indent="-342900">
              <a:spcAft>
                <a:spcPts val="500"/>
              </a:spcAft>
              <a:buSzPct val="100000"/>
              <a:buChar char="•"/>
            </a:pPr>
            <a:r>
              <a:rPr lang="en-US" sz="1300" dirty="0">
                <a:latin typeface="Garamond" panose="02020404030301010803" pitchFamily="18" charset="0"/>
                <a:ea typeface="Calibri" pitchFamily="34" charset="-122"/>
                <a:cs typeface="Arial" panose="020B0604020202020204" pitchFamily="34" charset="0"/>
              </a:rPr>
              <a:t>AI/ML: Focuses on learning patterns from data to make predictions or decisions. Built for predictive questions: 'Which patients will be readmitted within 30 days?’</a:t>
            </a:r>
            <a:endParaRPr lang="en-US" sz="1300" dirty="0">
              <a:latin typeface="Garamond" panose="02020404030301010803" pitchFamily="18" charset="0"/>
              <a:cs typeface="Arial" panose="020B0604020202020204" pitchFamily="34" charset="0"/>
            </a:endParaRPr>
          </a:p>
          <a:p>
            <a:pPr marL="342900" indent="-342900">
              <a:spcAft>
                <a:spcPts val="500"/>
              </a:spcAft>
              <a:buSzPct val="100000"/>
              <a:buChar char="•"/>
            </a:pPr>
            <a:r>
              <a:rPr lang="en-US" sz="1300" dirty="0">
                <a:latin typeface="Garamond" panose="02020404030301010803" pitchFamily="18" charset="0"/>
                <a:ea typeface="Calibri" pitchFamily="34" charset="-122"/>
                <a:cs typeface="Arial" panose="020B0604020202020204" pitchFamily="34" charset="0"/>
              </a:rPr>
              <a:t>Three forces driving convergence: </a:t>
            </a:r>
          </a:p>
          <a:p>
            <a:pPr marL="800100" lvl="1" indent="-342900">
              <a:spcAft>
                <a:spcPts val="500"/>
              </a:spcAft>
              <a:buSzPct val="100000"/>
              <a:buChar char="•"/>
            </a:pPr>
            <a:r>
              <a:rPr lang="en-US" sz="1300" dirty="0">
                <a:latin typeface="Garamond" panose="02020404030301010803" pitchFamily="18" charset="0"/>
                <a:ea typeface="Calibri" pitchFamily="34" charset="-122"/>
                <a:cs typeface="Arial" panose="020B0604020202020204" pitchFamily="34" charset="0"/>
              </a:rPr>
              <a:t>Data explosion — genomics (500,000+ SNPs), EHRs (millions of encounters), imaging (terabytes of radiology). Classical models break down with p &gt;&gt; n.</a:t>
            </a:r>
            <a:endParaRPr lang="en-US" sz="1300" dirty="0">
              <a:latin typeface="Garamond" panose="02020404030301010803" pitchFamily="18" charset="0"/>
              <a:cs typeface="Arial" panose="020B0604020202020204" pitchFamily="34" charset="0"/>
            </a:endParaRPr>
          </a:p>
          <a:p>
            <a:pPr marL="800100" lvl="1" indent="-342900">
              <a:spcAft>
                <a:spcPts val="500"/>
              </a:spcAft>
              <a:buSzPct val="100000"/>
              <a:buChar char="•"/>
            </a:pPr>
            <a:r>
              <a:rPr lang="en-US" sz="1300" dirty="0">
                <a:latin typeface="Garamond" panose="02020404030301010803" pitchFamily="18" charset="0"/>
                <a:ea typeface="Calibri" pitchFamily="34" charset="-122"/>
                <a:cs typeface="Arial" panose="020B0604020202020204" pitchFamily="34" charset="0"/>
              </a:rPr>
              <a:t>Prediction demand — Precision medicine, early warning systems, and clinical decision support all require accurate predictions, not just p-values.</a:t>
            </a:r>
            <a:endParaRPr lang="en-US" sz="1300" dirty="0">
              <a:latin typeface="Garamond" panose="02020404030301010803" pitchFamily="18" charset="0"/>
              <a:cs typeface="Arial" panose="020B0604020202020204" pitchFamily="34" charset="0"/>
            </a:endParaRPr>
          </a:p>
          <a:p>
            <a:pPr marL="800100" lvl="1" indent="-342900">
              <a:spcAft>
                <a:spcPts val="500"/>
              </a:spcAft>
              <a:buSzPct val="100000"/>
              <a:buChar char="•"/>
            </a:pPr>
            <a:r>
              <a:rPr lang="en-US" sz="1300" dirty="0">
                <a:latin typeface="Garamond" panose="02020404030301010803" pitchFamily="18" charset="0"/>
                <a:ea typeface="Calibri" pitchFamily="34" charset="-122"/>
                <a:cs typeface="Arial" panose="020B0604020202020204" pitchFamily="34" charset="0"/>
              </a:rPr>
              <a:t>Automation — Feature selection across thousands of variables, pattern recognition in images and text — ML automates tasks that would require years of manual work.</a:t>
            </a:r>
            <a:endParaRPr lang="en-US" sz="1300" dirty="0">
              <a:latin typeface="Garamond" panose="02020404030301010803" pitchFamily="18" charset="0"/>
              <a:cs typeface="Arial" panose="020B0604020202020204" pitchFamily="34" charset="0"/>
            </a:endParaRPr>
          </a:p>
          <a:p>
            <a:pPr marL="342900" indent="-342900">
              <a:spcAft>
                <a:spcPts val="500"/>
              </a:spcAft>
              <a:buSzPct val="100000"/>
              <a:buChar char="•"/>
            </a:pPr>
            <a:r>
              <a:rPr lang="en-US" sz="1300" dirty="0">
                <a:latin typeface="Garamond" panose="02020404030301010803" pitchFamily="18" charset="0"/>
                <a:ea typeface="Calibri" pitchFamily="34" charset="-122"/>
                <a:cs typeface="Arial" panose="020B0604020202020204" pitchFamily="34" charset="0"/>
              </a:rPr>
              <a:t>KEY PRINCIPLE: ML/AI does not replace biostatistics. It extends its reach — helping solve problems that classical statistics alone cannot.</a:t>
            </a:r>
            <a:endParaRPr lang="en-US" sz="1300" dirty="0">
              <a:latin typeface="Garamond" panose="02020404030301010803" pitchFamily="18" charset="0"/>
              <a:cs typeface="Arial" panose="020B0604020202020204" pitchFamily="34" charset="0"/>
            </a:endParaRPr>
          </a:p>
        </p:txBody>
      </p:sp>
      <p:sp>
        <p:nvSpPr>
          <p:cNvPr id="6" name="Shape 4"/>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7" name="Shape 5"/>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8" name="Shape 6"/>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Tree>
    <p:extLst>
      <p:ext uri="{BB962C8B-B14F-4D97-AF65-F5344CB8AC3E}">
        <p14:creationId xmlns:p14="http://schemas.microsoft.com/office/powerpoint/2010/main" val="1297570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B70A6-61BC-D580-241D-124DB59A7BB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8F0981B-00BE-1EBC-A8B6-7CF74B96B59F}"/>
              </a:ext>
            </a:extLst>
          </p:cNvPr>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a:extLst>
              <a:ext uri="{FF2B5EF4-FFF2-40B4-BE49-F238E27FC236}">
                <a16:creationId xmlns:a16="http://schemas.microsoft.com/office/drawing/2014/main" id="{4395EFB3-7CB9-CE58-543F-211EC6FA1F8D}"/>
              </a:ext>
            </a:extLst>
          </p:cNvPr>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01 — INTRODUCTION TO AI/ML</a:t>
            </a:r>
            <a:endParaRPr lang="en-US" sz="800" dirty="0"/>
          </a:p>
        </p:txBody>
      </p:sp>
      <p:sp>
        <p:nvSpPr>
          <p:cNvPr id="6" name="Shape 4">
            <a:extLst>
              <a:ext uri="{FF2B5EF4-FFF2-40B4-BE49-F238E27FC236}">
                <a16:creationId xmlns:a16="http://schemas.microsoft.com/office/drawing/2014/main" id="{38B3A1A4-A3FB-55BE-79C6-A2E55AD64639}"/>
              </a:ext>
            </a:extLst>
          </p:cNvPr>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7" name="Shape 5">
            <a:extLst>
              <a:ext uri="{FF2B5EF4-FFF2-40B4-BE49-F238E27FC236}">
                <a16:creationId xmlns:a16="http://schemas.microsoft.com/office/drawing/2014/main" id="{5D5E41A0-6DD4-BE5C-847C-34F91140DC59}"/>
              </a:ext>
            </a:extLst>
          </p:cNvPr>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8" name="Shape 6">
            <a:extLst>
              <a:ext uri="{FF2B5EF4-FFF2-40B4-BE49-F238E27FC236}">
                <a16:creationId xmlns:a16="http://schemas.microsoft.com/office/drawing/2014/main" id="{0C83EDAF-F0C2-4116-EC27-49123A76BC7C}"/>
              </a:ext>
            </a:extLst>
          </p:cNvPr>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pic>
        <p:nvPicPr>
          <p:cNvPr id="10" name="Picture 9">
            <a:extLst>
              <a:ext uri="{FF2B5EF4-FFF2-40B4-BE49-F238E27FC236}">
                <a16:creationId xmlns:a16="http://schemas.microsoft.com/office/drawing/2014/main" id="{C36F5EF4-29D6-F029-8240-8CB4E54E3B88}"/>
              </a:ext>
            </a:extLst>
          </p:cNvPr>
          <p:cNvPicPr>
            <a:picLocks noChangeAspect="1"/>
          </p:cNvPicPr>
          <p:nvPr/>
        </p:nvPicPr>
        <p:blipFill>
          <a:blip r:embed="rId3"/>
          <a:stretch>
            <a:fillRect/>
          </a:stretch>
        </p:blipFill>
        <p:spPr>
          <a:xfrm>
            <a:off x="1126807" y="393192"/>
            <a:ext cx="6524625" cy="4349750"/>
          </a:xfrm>
          <a:prstGeom prst="rect">
            <a:avLst/>
          </a:prstGeom>
        </p:spPr>
      </p:pic>
    </p:spTree>
    <p:extLst>
      <p:ext uri="{BB962C8B-B14F-4D97-AF65-F5344CB8AC3E}">
        <p14:creationId xmlns:p14="http://schemas.microsoft.com/office/powerpoint/2010/main" val="3723872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1565C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A825"/>
          </a:solidFill>
          <a:ln w="12700">
            <a:solidFill>
              <a:srgbClr val="F9A825"/>
            </a:solidFill>
            <a:prstDash val="solid"/>
          </a:ln>
        </p:spPr>
        <p:txBody>
          <a:bodyPr/>
          <a:lstStyle/>
          <a:p>
            <a:endParaRPr lang="en-IN"/>
          </a:p>
        </p:txBody>
      </p:sp>
      <p:sp>
        <p:nvSpPr>
          <p:cNvPr id="3" name="Shape 1"/>
          <p:cNvSpPr/>
          <p:nvPr/>
        </p:nvSpPr>
        <p:spPr>
          <a:xfrm>
            <a:off x="0" y="5070348"/>
            <a:ext cx="9144000" cy="73152"/>
          </a:xfrm>
          <a:prstGeom prst="rect">
            <a:avLst/>
          </a:prstGeom>
          <a:solidFill>
            <a:srgbClr val="F9A825"/>
          </a:solidFill>
          <a:ln w="12700">
            <a:solidFill>
              <a:srgbClr val="F9A825"/>
            </a:solidFill>
            <a:prstDash val="solid"/>
          </a:ln>
        </p:spPr>
        <p:txBody>
          <a:bodyPr/>
          <a:lstStyle/>
          <a:p>
            <a:endParaRPr lang="en-IN"/>
          </a:p>
        </p:txBody>
      </p:sp>
      <p:sp>
        <p:nvSpPr>
          <p:cNvPr id="4" name="Text 2"/>
          <p:cNvSpPr/>
          <p:nvPr/>
        </p:nvSpPr>
        <p:spPr>
          <a:xfrm>
            <a:off x="457200" y="731520"/>
            <a:ext cx="8229600" cy="320040"/>
          </a:xfrm>
          <a:prstGeom prst="rect">
            <a:avLst/>
          </a:prstGeom>
          <a:noFill/>
          <a:ln/>
        </p:spPr>
        <p:txBody>
          <a:bodyPr wrap="square" rtlCol="0" anchor="ctr"/>
          <a:lstStyle/>
          <a:p>
            <a:pPr marL="0" indent="0">
              <a:buNone/>
            </a:pPr>
            <a:r>
              <a:rPr lang="en-US" sz="1100" b="1" kern="0" spc="400" dirty="0">
                <a:solidFill>
                  <a:srgbClr val="F9A825"/>
                </a:solidFill>
                <a:latin typeface="Calibri" pitchFamily="34" charset="0"/>
                <a:ea typeface="Calibri" pitchFamily="34" charset="-122"/>
                <a:cs typeface="Calibri" pitchFamily="34" charset="-120"/>
              </a:rPr>
              <a:t>SECTION 2</a:t>
            </a:r>
            <a:endParaRPr lang="en-US" sz="1100" dirty="0"/>
          </a:p>
        </p:txBody>
      </p:sp>
      <p:sp>
        <p:nvSpPr>
          <p:cNvPr id="5" name="Text 3"/>
          <p:cNvSpPr/>
          <p:nvPr/>
        </p:nvSpPr>
        <p:spPr>
          <a:xfrm>
            <a:off x="457200" y="1143000"/>
            <a:ext cx="8412480" cy="109728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Models and Their Respective Uses</a:t>
            </a:r>
            <a:endParaRPr lang="en-US" sz="3800" dirty="0"/>
          </a:p>
        </p:txBody>
      </p:sp>
      <p:sp>
        <p:nvSpPr>
          <p:cNvPr id="6" name="Text 4"/>
          <p:cNvSpPr/>
          <p:nvPr/>
        </p:nvSpPr>
        <p:spPr>
          <a:xfrm>
            <a:off x="457200" y="2331720"/>
            <a:ext cx="8412480" cy="548640"/>
          </a:xfrm>
          <a:prstGeom prst="rect">
            <a:avLst/>
          </a:prstGeom>
          <a:noFill/>
          <a:ln/>
        </p:spPr>
        <p:txBody>
          <a:bodyPr wrap="square" rtlCol="0" anchor="ctr"/>
          <a:lstStyle/>
          <a:p>
            <a:pPr marL="0" indent="0">
              <a:buNone/>
            </a:pPr>
            <a:r>
              <a:rPr lang="en-US" sz="1700" dirty="0">
                <a:solidFill>
                  <a:srgbClr val="B2EBF2"/>
                </a:solidFill>
                <a:latin typeface="Calibri" pitchFamily="34" charset="0"/>
                <a:ea typeface="Calibri" pitchFamily="34" charset="-122"/>
                <a:cs typeface="Calibri" pitchFamily="34" charset="-120"/>
              </a:rPr>
              <a:t>Supervised, unsupervised, feature selection, and the decision framework</a:t>
            </a:r>
            <a:endParaRPr lang="en-US" sz="1700" dirty="0"/>
          </a:p>
        </p:txBody>
      </p:sp>
      <p:sp>
        <p:nvSpPr>
          <p:cNvPr id="7" name="Text 5"/>
          <p:cNvSpPr/>
          <p:nvPr/>
        </p:nvSpPr>
        <p:spPr>
          <a:xfrm>
            <a:off x="6858000" y="914400"/>
            <a:ext cx="2011680" cy="2743200"/>
          </a:xfrm>
          <a:prstGeom prst="rect">
            <a:avLst/>
          </a:prstGeom>
          <a:noFill/>
          <a:ln/>
        </p:spPr>
        <p:txBody>
          <a:bodyPr wrap="square" rtlCol="0" anchor="ctr"/>
          <a:lstStyle/>
          <a:p>
            <a:pPr marL="0" indent="0" algn="ctr">
              <a:buNone/>
            </a:pPr>
            <a:r>
              <a:rPr lang="en-US" sz="16000" b="1" dirty="0">
                <a:solidFill>
                  <a:srgbClr val="FFFFFF">
                    <a:alpha val="15000"/>
                  </a:srgbClr>
                </a:solidFill>
                <a:latin typeface="Calibri" pitchFamily="34" charset="0"/>
                <a:ea typeface="Calibri" pitchFamily="34" charset="-122"/>
                <a:cs typeface="Calibri" pitchFamily="34" charset="-120"/>
              </a:rPr>
              <a:t>2</a:t>
            </a:r>
            <a:endParaRPr lang="en-US" sz="16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02 — MODELS AND THEIR USES</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Supervised Learning — Learning with Labels</a:t>
            </a:r>
            <a:endParaRPr lang="en-US" sz="2400" dirty="0"/>
          </a:p>
        </p:txBody>
      </p:sp>
      <p:sp>
        <p:nvSpPr>
          <p:cNvPr id="5" name="Shape 3"/>
          <p:cNvSpPr/>
          <p:nvPr/>
        </p:nvSpPr>
        <p:spPr>
          <a:xfrm>
            <a:off x="320040" y="960120"/>
            <a:ext cx="2743200"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p:cNvSpPr/>
          <p:nvPr/>
        </p:nvSpPr>
        <p:spPr>
          <a:xfrm>
            <a:off x="320040" y="960120"/>
            <a:ext cx="2743200" cy="45720"/>
          </a:xfrm>
          <a:prstGeom prst="rect">
            <a:avLst/>
          </a:prstGeom>
          <a:solidFill>
            <a:srgbClr val="1565C0"/>
          </a:solidFill>
          <a:ln w="12700">
            <a:solidFill>
              <a:srgbClr val="1565C0"/>
            </a:solidFill>
            <a:prstDash val="solid"/>
          </a:ln>
        </p:spPr>
        <p:txBody>
          <a:bodyPr/>
          <a:lstStyle/>
          <a:p>
            <a:endParaRPr lang="en-IN"/>
          </a:p>
        </p:txBody>
      </p:sp>
      <p:sp>
        <p:nvSpPr>
          <p:cNvPr id="7" name="Text 5"/>
          <p:cNvSpPr/>
          <p:nvPr/>
        </p:nvSpPr>
        <p:spPr>
          <a:xfrm>
            <a:off x="429768" y="1051560"/>
            <a:ext cx="2523744"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Regression Tasks</a:t>
            </a:r>
          </a:p>
        </p:txBody>
      </p:sp>
      <p:sp>
        <p:nvSpPr>
          <p:cNvPr id="8" name="Text 6"/>
          <p:cNvSpPr/>
          <p:nvPr/>
        </p:nvSpPr>
        <p:spPr>
          <a:xfrm>
            <a:off x="429768" y="1389888"/>
            <a:ext cx="2523744" cy="2816352"/>
          </a:xfrm>
          <a:prstGeom prst="rect">
            <a:avLst/>
          </a:prstGeom>
          <a:noFill/>
          <a:ln/>
        </p:spPr>
        <p:txBody>
          <a:bodyPr wrap="square" rtlCol="0" anchor="t"/>
          <a:lstStyle/>
          <a:p>
            <a:pPr marL="171450" indent="-171450">
              <a:buFont typeface="Arial" panose="020B0604020202020204" pitchFamily="34" charset="0"/>
              <a:buChar char="•"/>
            </a:pPr>
            <a:r>
              <a:rPr lang="en-US" sz="1200" dirty="0">
                <a:latin typeface="Garamond" panose="02020404030301010803" pitchFamily="18" charset="0"/>
                <a:ea typeface="Calibri" pitchFamily="34" charset="-122"/>
                <a:cs typeface="Calibri" pitchFamily="34" charset="-120"/>
              </a:rPr>
              <a:t>Predict a CONTINUOUS outcome.</a:t>
            </a:r>
            <a:endParaRPr lang="en-US" sz="1200" dirty="0">
              <a:latin typeface="Garamond" panose="02020404030301010803" pitchFamily="18" charset="0"/>
            </a:endParaRPr>
          </a:p>
          <a:p>
            <a:pPr marL="171450" indent="-171450">
              <a:buFont typeface="Arial" panose="020B0604020202020204" pitchFamily="34" charset="0"/>
              <a:buChar char="•"/>
            </a:pPr>
            <a:r>
              <a:rPr lang="en-US" sz="1200" dirty="0">
                <a:latin typeface="Garamond" panose="02020404030301010803" pitchFamily="18" charset="0"/>
                <a:ea typeface="Calibri" pitchFamily="34" charset="-122"/>
                <a:cs typeface="Calibri" pitchFamily="34" charset="-120"/>
              </a:rPr>
              <a:t>Examples:</a:t>
            </a:r>
            <a:endParaRPr lang="en-US" sz="1200" dirty="0">
              <a:latin typeface="Garamond" panose="02020404030301010803" pitchFamily="18" charset="0"/>
            </a:endParaRPr>
          </a:p>
          <a:p>
            <a:pPr marL="628650" lvl="1" indent="-171450">
              <a:buFont typeface="Arial" panose="020B0604020202020204" pitchFamily="34" charset="0"/>
              <a:buChar char="•"/>
            </a:pPr>
            <a:r>
              <a:rPr lang="en-US" sz="1200" dirty="0">
                <a:latin typeface="Garamond" panose="02020404030301010803" pitchFamily="18" charset="0"/>
                <a:ea typeface="Calibri" pitchFamily="34" charset="-122"/>
                <a:cs typeface="Calibri" pitchFamily="34" charset="-120"/>
              </a:rPr>
              <a:t>Hospital length of stay (days)</a:t>
            </a:r>
            <a:endParaRPr lang="en-US" sz="1200" dirty="0">
              <a:latin typeface="Garamond" panose="02020404030301010803" pitchFamily="18" charset="0"/>
            </a:endParaRPr>
          </a:p>
          <a:p>
            <a:pPr marL="628650" lvl="1" indent="-171450">
              <a:buFont typeface="Arial" panose="020B0604020202020204" pitchFamily="34" charset="0"/>
              <a:buChar char="•"/>
            </a:pPr>
            <a:r>
              <a:rPr lang="en-US" sz="1200" dirty="0" err="1">
                <a:latin typeface="Garamond" panose="02020404030301010803" pitchFamily="18" charset="0"/>
                <a:ea typeface="Calibri" pitchFamily="34" charset="-122"/>
                <a:cs typeface="Calibri" pitchFamily="34" charset="-120"/>
              </a:rPr>
              <a:t>Tumour</a:t>
            </a:r>
            <a:r>
              <a:rPr lang="en-US" sz="1200" dirty="0">
                <a:latin typeface="Garamond" panose="02020404030301010803" pitchFamily="18" charset="0"/>
                <a:ea typeface="Calibri" pitchFamily="34" charset="-122"/>
                <a:cs typeface="Calibri" pitchFamily="34" charset="-120"/>
              </a:rPr>
              <a:t> size reduction (%)</a:t>
            </a:r>
            <a:endParaRPr lang="en-US" sz="1200" dirty="0">
              <a:latin typeface="Garamond" panose="02020404030301010803" pitchFamily="18" charset="0"/>
            </a:endParaRPr>
          </a:p>
          <a:p>
            <a:pPr marL="628650" lvl="1" indent="-171450">
              <a:buFont typeface="Arial" panose="020B0604020202020204" pitchFamily="34" charset="0"/>
              <a:buChar char="•"/>
            </a:pPr>
            <a:r>
              <a:rPr lang="en-US" sz="1200" dirty="0">
                <a:latin typeface="Garamond" panose="02020404030301010803" pitchFamily="18" charset="0"/>
                <a:ea typeface="Calibri" pitchFamily="34" charset="-122"/>
                <a:cs typeface="Calibri" pitchFamily="34" charset="-120"/>
              </a:rPr>
              <a:t>Blood biomarker level</a:t>
            </a:r>
            <a:endParaRPr lang="en-US" sz="1200" dirty="0">
              <a:latin typeface="Garamond" panose="02020404030301010803" pitchFamily="18" charset="0"/>
            </a:endParaRPr>
          </a:p>
          <a:p>
            <a:pPr marL="628650" lvl="1" indent="-171450">
              <a:buFont typeface="Arial" panose="020B0604020202020204" pitchFamily="34" charset="0"/>
              <a:buChar char="•"/>
            </a:pPr>
            <a:r>
              <a:rPr lang="en-US" sz="1200" dirty="0">
                <a:latin typeface="Garamond" panose="02020404030301010803" pitchFamily="18" charset="0"/>
                <a:ea typeface="Calibri" pitchFamily="34" charset="-122"/>
                <a:cs typeface="Calibri" pitchFamily="34" charset="-120"/>
              </a:rPr>
              <a:t>Time to event (censored → survival ML)</a:t>
            </a:r>
            <a:endParaRPr lang="en-US" sz="1200" dirty="0">
              <a:latin typeface="Garamond" panose="02020404030301010803" pitchFamily="18" charset="0"/>
            </a:endParaRPr>
          </a:p>
          <a:p>
            <a:pPr marL="171450" indent="-171450">
              <a:buFont typeface="Arial" panose="020B0604020202020204" pitchFamily="34" charset="0"/>
              <a:buChar char="•"/>
            </a:pPr>
            <a:r>
              <a:rPr lang="en-US" sz="1200" dirty="0">
                <a:latin typeface="Garamond" panose="02020404030301010803" pitchFamily="18" charset="0"/>
                <a:ea typeface="Calibri" pitchFamily="34" charset="-122"/>
                <a:cs typeface="Calibri" pitchFamily="34" charset="-120"/>
              </a:rPr>
              <a:t>Algorithms: Linear regression, Ridge/LASSO, Random Forest regressor, </a:t>
            </a:r>
            <a:r>
              <a:rPr lang="en-US" sz="1200" dirty="0" err="1">
                <a:latin typeface="Garamond" panose="02020404030301010803" pitchFamily="18" charset="0"/>
                <a:ea typeface="Calibri" pitchFamily="34" charset="-122"/>
                <a:cs typeface="Calibri" pitchFamily="34" charset="-120"/>
              </a:rPr>
              <a:t>XGBoost</a:t>
            </a:r>
            <a:r>
              <a:rPr lang="en-US" sz="1200" dirty="0">
                <a:latin typeface="Garamond" panose="02020404030301010803" pitchFamily="18" charset="0"/>
                <a:ea typeface="Calibri" pitchFamily="34" charset="-122"/>
                <a:cs typeface="Calibri" pitchFamily="34" charset="-120"/>
              </a:rPr>
              <a:t> Regressor</a:t>
            </a:r>
            <a:endParaRPr lang="en-US" sz="1200" dirty="0">
              <a:latin typeface="Garamond" panose="02020404030301010803" pitchFamily="18" charset="0"/>
            </a:endParaRPr>
          </a:p>
          <a:p>
            <a:pPr marL="171450" indent="-171450">
              <a:buFont typeface="Arial" panose="020B0604020202020204" pitchFamily="34" charset="0"/>
              <a:buChar char="•"/>
            </a:pPr>
            <a:r>
              <a:rPr lang="en-US" sz="1200" dirty="0">
                <a:latin typeface="Garamond" panose="02020404030301010803" pitchFamily="18" charset="0"/>
                <a:ea typeface="Calibri" pitchFamily="34" charset="-122"/>
                <a:cs typeface="Calibri" pitchFamily="34" charset="-120"/>
              </a:rPr>
              <a:t>Loss: MSE, MAE, Huber</a:t>
            </a:r>
            <a:endParaRPr lang="en-US" sz="1200" dirty="0">
              <a:latin typeface="Garamond" panose="02020404030301010803" pitchFamily="18" charset="0"/>
            </a:endParaRPr>
          </a:p>
          <a:p>
            <a:pPr marL="171450" indent="-171450">
              <a:buFont typeface="Arial" panose="020B0604020202020204" pitchFamily="34" charset="0"/>
              <a:buChar char="•"/>
            </a:pPr>
            <a:r>
              <a:rPr lang="en-US" sz="1200" dirty="0" err="1">
                <a:latin typeface="Garamond" panose="02020404030301010803" pitchFamily="18" charset="0"/>
                <a:ea typeface="Calibri" pitchFamily="34" charset="-122"/>
                <a:cs typeface="Calibri" pitchFamily="34" charset="-120"/>
              </a:rPr>
              <a:t>Biostat</a:t>
            </a:r>
            <a:r>
              <a:rPr lang="en-US" sz="1200" dirty="0">
                <a:latin typeface="Garamond" panose="02020404030301010803" pitchFamily="18" charset="0"/>
                <a:ea typeface="Calibri" pitchFamily="34" charset="-122"/>
                <a:cs typeface="Calibri" pitchFamily="34" charset="-120"/>
              </a:rPr>
              <a:t> analogue: OLS, GLS, mixed models</a:t>
            </a:r>
            <a:endParaRPr lang="en-US" sz="1200" dirty="0">
              <a:latin typeface="Garamond" panose="02020404030301010803" pitchFamily="18" charset="0"/>
            </a:endParaRPr>
          </a:p>
        </p:txBody>
      </p:sp>
      <p:sp>
        <p:nvSpPr>
          <p:cNvPr id="9" name="Shape 7"/>
          <p:cNvSpPr/>
          <p:nvPr/>
        </p:nvSpPr>
        <p:spPr>
          <a:xfrm>
            <a:off x="3200400" y="960120"/>
            <a:ext cx="2743200"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0" name="Shape 8"/>
          <p:cNvSpPr/>
          <p:nvPr/>
        </p:nvSpPr>
        <p:spPr>
          <a:xfrm>
            <a:off x="3200400" y="960120"/>
            <a:ext cx="2743200" cy="45720"/>
          </a:xfrm>
          <a:prstGeom prst="rect">
            <a:avLst/>
          </a:prstGeom>
          <a:solidFill>
            <a:srgbClr val="0097A7"/>
          </a:solidFill>
          <a:ln w="12700">
            <a:solidFill>
              <a:srgbClr val="0097A7"/>
            </a:solidFill>
            <a:prstDash val="solid"/>
          </a:ln>
        </p:spPr>
        <p:txBody>
          <a:bodyPr/>
          <a:lstStyle/>
          <a:p>
            <a:endParaRPr lang="en-IN"/>
          </a:p>
        </p:txBody>
      </p:sp>
      <p:sp>
        <p:nvSpPr>
          <p:cNvPr id="11" name="Text 9"/>
          <p:cNvSpPr/>
          <p:nvPr/>
        </p:nvSpPr>
        <p:spPr>
          <a:xfrm>
            <a:off x="3310128" y="1051560"/>
            <a:ext cx="2523744"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Classification Tasks</a:t>
            </a:r>
          </a:p>
        </p:txBody>
      </p:sp>
      <p:sp>
        <p:nvSpPr>
          <p:cNvPr id="12" name="Text 10"/>
          <p:cNvSpPr/>
          <p:nvPr/>
        </p:nvSpPr>
        <p:spPr>
          <a:xfrm>
            <a:off x="3310128" y="1389888"/>
            <a:ext cx="2523744" cy="2816352"/>
          </a:xfrm>
          <a:prstGeom prst="rect">
            <a:avLst/>
          </a:prstGeom>
          <a:noFill/>
          <a:ln/>
        </p:spPr>
        <p:txBody>
          <a:bodyPr wrap="square" rtlCol="0" anchor="t"/>
          <a:lstStyle/>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Predict a CATEGORICAL outcome.</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Examples:</a:t>
            </a:r>
          </a:p>
          <a:p>
            <a:pPr marL="628650" lvl="1" indent="-171450">
              <a:buFont typeface="Arial" panose="020B0604020202020204" pitchFamily="34" charset="0"/>
              <a:buChar char="•"/>
            </a:pPr>
            <a:r>
              <a:rPr lang="en-US" sz="1200" dirty="0">
                <a:latin typeface="Garamond" panose="02020404030301010803" pitchFamily="18" charset="0"/>
                <a:cs typeface="Calibri" pitchFamily="34" charset="-120"/>
              </a:rPr>
              <a:t>Malignant vs Benign (binary)</a:t>
            </a:r>
          </a:p>
          <a:p>
            <a:pPr marL="628650" lvl="1" indent="-171450">
              <a:buFont typeface="Arial" panose="020B0604020202020204" pitchFamily="34" charset="0"/>
              <a:buChar char="•"/>
            </a:pPr>
            <a:r>
              <a:rPr lang="en-US" sz="1200" dirty="0">
                <a:latin typeface="Garamond" panose="02020404030301010803" pitchFamily="18" charset="0"/>
                <a:cs typeface="Calibri" pitchFamily="34" charset="-120"/>
              </a:rPr>
              <a:t>Cancer stage I/II/III/IV (multi-class)</a:t>
            </a:r>
          </a:p>
          <a:p>
            <a:pPr marL="628650" lvl="1" indent="-171450">
              <a:buFont typeface="Arial" panose="020B0604020202020204" pitchFamily="34" charset="0"/>
              <a:buChar char="•"/>
            </a:pPr>
            <a:r>
              <a:rPr lang="en-US" sz="1200" dirty="0">
                <a:latin typeface="Garamond" panose="02020404030301010803" pitchFamily="18" charset="0"/>
                <a:cs typeface="Calibri" pitchFamily="34" charset="-120"/>
              </a:rPr>
              <a:t>Treatment response (responder/non-responder)</a:t>
            </a:r>
          </a:p>
          <a:p>
            <a:pPr marL="628650" lvl="1" indent="-171450">
              <a:buFont typeface="Arial" panose="020B0604020202020204" pitchFamily="34" charset="0"/>
              <a:buChar char="•"/>
            </a:pPr>
            <a:r>
              <a:rPr lang="en-US" sz="1200" dirty="0">
                <a:latin typeface="Garamond" panose="02020404030301010803" pitchFamily="18" charset="0"/>
                <a:cs typeface="Calibri" pitchFamily="34" charset="-120"/>
              </a:rPr>
              <a:t>30-day readmission (yes/no)</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Algorithms: Logistic regression, Decision Tree, Random Forest, SVM, </a:t>
            </a:r>
            <a:r>
              <a:rPr lang="en-US" sz="1200" dirty="0" err="1">
                <a:latin typeface="Garamond" panose="02020404030301010803" pitchFamily="18" charset="0"/>
                <a:cs typeface="Calibri" pitchFamily="34" charset="-120"/>
              </a:rPr>
              <a:t>XGBoost</a:t>
            </a:r>
            <a:endParaRPr lang="en-US" sz="1200" dirty="0">
              <a:latin typeface="Garamond" panose="02020404030301010803" pitchFamily="18" charset="0"/>
              <a:cs typeface="Calibri" pitchFamily="34" charset="-120"/>
            </a:endParaRP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Loss: Log-loss (cross-entropy)</a:t>
            </a:r>
          </a:p>
          <a:p>
            <a:pPr marL="171450" indent="-171450">
              <a:buFont typeface="Arial" panose="020B0604020202020204" pitchFamily="34" charset="0"/>
              <a:buChar char="•"/>
            </a:pPr>
            <a:r>
              <a:rPr lang="en-US" sz="1200" dirty="0" err="1">
                <a:latin typeface="Garamond" panose="02020404030301010803" pitchFamily="18" charset="0"/>
                <a:cs typeface="Calibri" pitchFamily="34" charset="-120"/>
              </a:rPr>
              <a:t>Biostat</a:t>
            </a:r>
            <a:r>
              <a:rPr lang="en-US" sz="1200" dirty="0">
                <a:latin typeface="Garamond" panose="02020404030301010803" pitchFamily="18" charset="0"/>
                <a:cs typeface="Calibri" pitchFamily="34" charset="-120"/>
              </a:rPr>
              <a:t> analogue: Logistic regression, discriminant analysis</a:t>
            </a:r>
          </a:p>
        </p:txBody>
      </p:sp>
      <p:sp>
        <p:nvSpPr>
          <p:cNvPr id="13" name="Shape 11"/>
          <p:cNvSpPr/>
          <p:nvPr/>
        </p:nvSpPr>
        <p:spPr>
          <a:xfrm>
            <a:off x="6080760" y="960120"/>
            <a:ext cx="2743200"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4" name="Shape 12"/>
          <p:cNvSpPr/>
          <p:nvPr/>
        </p:nvSpPr>
        <p:spPr>
          <a:xfrm>
            <a:off x="6080760" y="960120"/>
            <a:ext cx="2743200" cy="45720"/>
          </a:xfrm>
          <a:prstGeom prst="rect">
            <a:avLst/>
          </a:prstGeom>
          <a:solidFill>
            <a:srgbClr val="2E7D32"/>
          </a:solidFill>
          <a:ln w="12700">
            <a:solidFill>
              <a:srgbClr val="2E7D32"/>
            </a:solidFill>
            <a:prstDash val="solid"/>
          </a:ln>
        </p:spPr>
        <p:txBody>
          <a:bodyPr/>
          <a:lstStyle/>
          <a:p>
            <a:endParaRPr lang="en-IN"/>
          </a:p>
        </p:txBody>
      </p:sp>
      <p:sp>
        <p:nvSpPr>
          <p:cNvPr id="15" name="Text 13"/>
          <p:cNvSpPr/>
          <p:nvPr/>
        </p:nvSpPr>
        <p:spPr>
          <a:xfrm>
            <a:off x="6190488" y="1051560"/>
            <a:ext cx="2523744"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Survival Analysis + ML</a:t>
            </a:r>
          </a:p>
        </p:txBody>
      </p:sp>
      <p:sp>
        <p:nvSpPr>
          <p:cNvPr id="16" name="Text 14"/>
          <p:cNvSpPr/>
          <p:nvPr/>
        </p:nvSpPr>
        <p:spPr>
          <a:xfrm>
            <a:off x="6190488" y="1389888"/>
            <a:ext cx="2523744" cy="2816352"/>
          </a:xfrm>
          <a:prstGeom prst="rect">
            <a:avLst/>
          </a:prstGeom>
          <a:noFill/>
          <a:ln/>
        </p:spPr>
        <p:txBody>
          <a:bodyPr wrap="square" rtlCol="0" anchor="t"/>
          <a:lstStyle/>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Time-to-event with censoring.</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Examples:</a:t>
            </a:r>
          </a:p>
          <a:p>
            <a:pPr marL="628650" lvl="1" indent="-171450">
              <a:buFont typeface="Arial" panose="020B0604020202020204" pitchFamily="34" charset="0"/>
              <a:buChar char="•"/>
            </a:pPr>
            <a:r>
              <a:rPr lang="en-US" sz="1200" dirty="0">
                <a:latin typeface="Garamond" panose="02020404030301010803" pitchFamily="18" charset="0"/>
                <a:cs typeface="Calibri" pitchFamily="34" charset="-120"/>
              </a:rPr>
              <a:t>5-year overall survival (oncology)</a:t>
            </a:r>
          </a:p>
          <a:p>
            <a:pPr marL="628650" lvl="1" indent="-171450">
              <a:buFont typeface="Arial" panose="020B0604020202020204" pitchFamily="34" charset="0"/>
              <a:buChar char="•"/>
            </a:pPr>
            <a:r>
              <a:rPr lang="en-US" sz="1200" dirty="0">
                <a:latin typeface="Garamond" panose="02020404030301010803" pitchFamily="18" charset="0"/>
                <a:cs typeface="Calibri" pitchFamily="34" charset="-120"/>
              </a:rPr>
              <a:t>Time to disease progression</a:t>
            </a:r>
          </a:p>
          <a:p>
            <a:pPr marL="628650" lvl="1" indent="-171450">
              <a:buFont typeface="Arial" panose="020B0604020202020204" pitchFamily="34" charset="0"/>
              <a:buChar char="•"/>
            </a:pPr>
            <a:r>
              <a:rPr lang="en-US" sz="1200" dirty="0">
                <a:latin typeface="Garamond" panose="02020404030301010803" pitchFamily="18" charset="0"/>
                <a:cs typeface="Calibri" pitchFamily="34" charset="-120"/>
              </a:rPr>
              <a:t>Time to readmission</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Algorithms:</a:t>
            </a:r>
          </a:p>
          <a:p>
            <a:pPr marL="628650" lvl="1" indent="-171450">
              <a:buFont typeface="Arial" panose="020B0604020202020204" pitchFamily="34" charset="0"/>
              <a:buChar char="•"/>
            </a:pPr>
            <a:r>
              <a:rPr lang="en-US" sz="1200" dirty="0">
                <a:latin typeface="Garamond" panose="02020404030301010803" pitchFamily="18" charset="0"/>
                <a:cs typeface="Calibri" pitchFamily="34" charset="-120"/>
              </a:rPr>
              <a:t>Random Survival Forests</a:t>
            </a:r>
          </a:p>
          <a:p>
            <a:pPr marL="628650" lvl="1" indent="-171450">
              <a:buFont typeface="Arial" panose="020B0604020202020204" pitchFamily="34" charset="0"/>
              <a:buChar char="•"/>
            </a:pPr>
            <a:r>
              <a:rPr lang="en-US" sz="1200" dirty="0" err="1">
                <a:latin typeface="Garamond" panose="02020404030301010803" pitchFamily="18" charset="0"/>
                <a:cs typeface="Calibri" pitchFamily="34" charset="-120"/>
              </a:rPr>
              <a:t>DeepSurv</a:t>
            </a:r>
            <a:r>
              <a:rPr lang="en-US" sz="1200" dirty="0">
                <a:latin typeface="Garamond" panose="02020404030301010803" pitchFamily="18" charset="0"/>
                <a:cs typeface="Calibri" pitchFamily="34" charset="-120"/>
              </a:rPr>
              <a:t> (neural network Cox)</a:t>
            </a:r>
          </a:p>
          <a:p>
            <a:pPr marL="628650" lvl="1" indent="-171450">
              <a:buFont typeface="Arial" panose="020B0604020202020204" pitchFamily="34" charset="0"/>
              <a:buChar char="•"/>
            </a:pPr>
            <a:r>
              <a:rPr lang="en-US" sz="1200" dirty="0" err="1">
                <a:latin typeface="Garamond" panose="02020404030301010803" pitchFamily="18" charset="0"/>
                <a:cs typeface="Calibri" pitchFamily="34" charset="-120"/>
              </a:rPr>
              <a:t>XGBoost</a:t>
            </a:r>
            <a:r>
              <a:rPr lang="en-US" sz="1200" dirty="0">
                <a:latin typeface="Garamond" panose="02020404030301010803" pitchFamily="18" charset="0"/>
                <a:cs typeface="Calibri" pitchFamily="34" charset="-120"/>
              </a:rPr>
              <a:t> (survival objective)</a:t>
            </a:r>
          </a:p>
          <a:p>
            <a:pPr marL="628650" lvl="1" indent="-171450">
              <a:buFont typeface="Arial" panose="020B0604020202020204" pitchFamily="34" charset="0"/>
              <a:buChar char="•"/>
            </a:pPr>
            <a:r>
              <a:rPr lang="en-US" sz="1200" dirty="0">
                <a:latin typeface="Garamond" panose="02020404030301010803" pitchFamily="18" charset="0"/>
                <a:cs typeface="Calibri" pitchFamily="34" charset="-120"/>
              </a:rPr>
              <a:t>Competing risk ML models</a:t>
            </a:r>
          </a:p>
          <a:p>
            <a:pPr marL="171450" indent="-171450">
              <a:buFont typeface="Arial" panose="020B0604020202020204" pitchFamily="34" charset="0"/>
              <a:buChar char="•"/>
            </a:pPr>
            <a:r>
              <a:rPr lang="en-US" sz="1200" dirty="0" err="1">
                <a:latin typeface="Garamond" panose="02020404030301010803" pitchFamily="18" charset="0"/>
                <a:cs typeface="Calibri" pitchFamily="34" charset="-120"/>
              </a:rPr>
              <a:t>Biostat</a:t>
            </a:r>
            <a:r>
              <a:rPr lang="en-US" sz="1200" dirty="0">
                <a:latin typeface="Garamond" panose="02020404030301010803" pitchFamily="18" charset="0"/>
                <a:cs typeface="Calibri" pitchFamily="34" charset="-120"/>
              </a:rPr>
              <a:t> analogue: Cox proportional hazards, KM estimator</a:t>
            </a:r>
          </a:p>
        </p:txBody>
      </p:sp>
      <p:sp>
        <p:nvSpPr>
          <p:cNvPr id="19" name="Shape 17"/>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20" name="Shape 18"/>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21" name="Shape 19"/>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
        <p:nvSpPr>
          <p:cNvPr id="17" name="Shape 15"/>
          <p:cNvSpPr/>
          <p:nvPr/>
        </p:nvSpPr>
        <p:spPr>
          <a:xfrm>
            <a:off x="274320" y="4562856"/>
            <a:ext cx="8503920" cy="429768"/>
          </a:xfrm>
          <a:prstGeom prst="rect">
            <a:avLst/>
          </a:prstGeom>
          <a:solidFill>
            <a:srgbClr val="E3F2FD"/>
          </a:solidFill>
          <a:ln w="12700">
            <a:solidFill>
              <a:srgbClr val="42A5F5"/>
            </a:solidFill>
            <a:prstDash val="solid"/>
          </a:ln>
        </p:spPr>
        <p:txBody>
          <a:bodyPr/>
          <a:lstStyle/>
          <a:p>
            <a:endParaRPr lang="en-IN"/>
          </a:p>
        </p:txBody>
      </p:sp>
      <p:sp>
        <p:nvSpPr>
          <p:cNvPr id="18" name="Text 16"/>
          <p:cNvSpPr/>
          <p:nvPr/>
        </p:nvSpPr>
        <p:spPr>
          <a:xfrm>
            <a:off x="411480" y="4626864"/>
            <a:ext cx="8229600" cy="274320"/>
          </a:xfrm>
          <a:prstGeom prst="rect">
            <a:avLst/>
          </a:prstGeom>
          <a:noFill/>
          <a:ln/>
        </p:spPr>
        <p:txBody>
          <a:bodyPr wrap="square" rtlCol="0" anchor="ctr"/>
          <a:lstStyle/>
          <a:p>
            <a:pPr marL="0" indent="0">
              <a:buNone/>
            </a:pPr>
            <a:r>
              <a:rPr lang="en-US" sz="1000" b="1" dirty="0">
                <a:solidFill>
                  <a:srgbClr val="1565C0"/>
                </a:solidFill>
                <a:latin typeface="Garamond" panose="02020404030301010803" pitchFamily="18" charset="0"/>
                <a:ea typeface="Calibri" pitchFamily="34" charset="-122"/>
                <a:cs typeface="Calibri" pitchFamily="34" charset="-120"/>
              </a:rPr>
              <a:t>Key requirement: Every training observation must have a known outcome Y. Label quality is the single most important determinant of model quality — (garbage labels → garbage model)</a:t>
            </a:r>
            <a:endParaRPr lang="en-US" sz="1000" dirty="0">
              <a:latin typeface="Garamond" panose="02020404030301010803"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301752"/>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36576"/>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KEY ALGORITHMS</a:t>
            </a:r>
            <a:endParaRPr lang="en-US" sz="800" dirty="0"/>
          </a:p>
        </p:txBody>
      </p:sp>
      <p:sp>
        <p:nvSpPr>
          <p:cNvPr id="4" name="Text 2"/>
          <p:cNvSpPr/>
          <p:nvPr/>
        </p:nvSpPr>
        <p:spPr>
          <a:xfrm>
            <a:off x="457200" y="347472"/>
            <a:ext cx="8229600" cy="603504"/>
          </a:xfrm>
          <a:prstGeom prst="rect">
            <a:avLst/>
          </a:prstGeom>
          <a:noFill/>
          <a:ln/>
        </p:spPr>
        <p:txBody>
          <a:bodyPr wrap="square" rtlCol="0" anchor="ctr"/>
          <a:lstStyle/>
          <a:p>
            <a:pPr marL="0" indent="0">
              <a:buNone/>
            </a:pPr>
            <a:r>
              <a:rPr lang="en-US" sz="2700" b="1" dirty="0">
                <a:solidFill>
                  <a:srgbClr val="1C2B5E"/>
                </a:solidFill>
                <a:latin typeface="Calibri" pitchFamily="34" charset="0"/>
                <a:ea typeface="Calibri" pitchFamily="34" charset="-122"/>
                <a:cs typeface="Calibri" pitchFamily="34" charset="-120"/>
              </a:rPr>
              <a:t>Decision Trees</a:t>
            </a:r>
            <a:endParaRPr lang="en-US" sz="2700" dirty="0"/>
          </a:p>
        </p:txBody>
      </p:sp>
      <p:sp>
        <p:nvSpPr>
          <p:cNvPr id="8" name="Text 6"/>
          <p:cNvSpPr/>
          <p:nvPr/>
        </p:nvSpPr>
        <p:spPr>
          <a:xfrm>
            <a:off x="8046720" y="4846320"/>
            <a:ext cx="914400" cy="201168"/>
          </a:xfrm>
          <a:prstGeom prst="rect">
            <a:avLst/>
          </a:prstGeom>
          <a:noFill/>
          <a:ln/>
        </p:spPr>
        <p:txBody>
          <a:bodyPr wrap="square"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22 / 40</a:t>
            </a:r>
            <a:endParaRPr lang="en-US" sz="800" dirty="0"/>
          </a:p>
        </p:txBody>
      </p:sp>
      <p:pic>
        <p:nvPicPr>
          <p:cNvPr id="2054" name="Picture 6" descr="decision tree example of weather to play tennis">
            <a:extLst>
              <a:ext uri="{FF2B5EF4-FFF2-40B4-BE49-F238E27FC236}">
                <a16:creationId xmlns:a16="http://schemas.microsoft.com/office/drawing/2014/main" id="{BA7EF64A-2B12-7466-81B4-550DFE2C58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0037" y="1238700"/>
            <a:ext cx="5902036" cy="33198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4B885-197F-3020-CCC7-1B0DBD3C5D0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C4537E5-32AC-D364-CEA3-D35407F625CF}"/>
              </a:ext>
            </a:extLst>
          </p:cNvPr>
          <p:cNvSpPr/>
          <p:nvPr/>
        </p:nvSpPr>
        <p:spPr>
          <a:xfrm>
            <a:off x="0" y="0"/>
            <a:ext cx="9144000" cy="301752"/>
          </a:xfrm>
          <a:prstGeom prst="rect">
            <a:avLst/>
          </a:prstGeom>
          <a:solidFill>
            <a:srgbClr val="1565C0"/>
          </a:solidFill>
          <a:ln w="12700">
            <a:solidFill>
              <a:srgbClr val="1565C0"/>
            </a:solidFill>
            <a:prstDash val="solid"/>
          </a:ln>
        </p:spPr>
        <p:txBody>
          <a:bodyPr/>
          <a:lstStyle/>
          <a:p>
            <a:endParaRPr lang="en-IN"/>
          </a:p>
        </p:txBody>
      </p:sp>
      <p:sp>
        <p:nvSpPr>
          <p:cNvPr id="3" name="Text 1">
            <a:extLst>
              <a:ext uri="{FF2B5EF4-FFF2-40B4-BE49-F238E27FC236}">
                <a16:creationId xmlns:a16="http://schemas.microsoft.com/office/drawing/2014/main" id="{86AD3137-B76A-EBCB-950B-7BA5FD3CCD00}"/>
              </a:ext>
            </a:extLst>
          </p:cNvPr>
          <p:cNvSpPr/>
          <p:nvPr/>
        </p:nvSpPr>
        <p:spPr>
          <a:xfrm>
            <a:off x="274320" y="36576"/>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KEY ALGORITHMS</a:t>
            </a:r>
            <a:endParaRPr lang="en-US" sz="800" dirty="0"/>
          </a:p>
        </p:txBody>
      </p:sp>
      <p:sp>
        <p:nvSpPr>
          <p:cNvPr id="4" name="Text 2">
            <a:extLst>
              <a:ext uri="{FF2B5EF4-FFF2-40B4-BE49-F238E27FC236}">
                <a16:creationId xmlns:a16="http://schemas.microsoft.com/office/drawing/2014/main" id="{B5BD8185-E493-135F-AEDF-DEC1663A9ADB}"/>
              </a:ext>
            </a:extLst>
          </p:cNvPr>
          <p:cNvSpPr/>
          <p:nvPr/>
        </p:nvSpPr>
        <p:spPr>
          <a:xfrm>
            <a:off x="457200" y="347472"/>
            <a:ext cx="8229600" cy="603504"/>
          </a:xfrm>
          <a:prstGeom prst="rect">
            <a:avLst/>
          </a:prstGeom>
          <a:noFill/>
          <a:ln/>
        </p:spPr>
        <p:txBody>
          <a:bodyPr wrap="square" rtlCol="0" anchor="ctr"/>
          <a:lstStyle/>
          <a:p>
            <a:pPr marL="0" indent="0">
              <a:buNone/>
            </a:pPr>
            <a:r>
              <a:rPr lang="en-US" sz="2700" b="1" dirty="0">
                <a:solidFill>
                  <a:srgbClr val="1C2B5E"/>
                </a:solidFill>
                <a:latin typeface="Calibri" pitchFamily="34" charset="0"/>
                <a:ea typeface="Calibri" pitchFamily="34" charset="-122"/>
                <a:cs typeface="Calibri" pitchFamily="34" charset="-120"/>
              </a:rPr>
              <a:t>Decision Trees</a:t>
            </a:r>
            <a:endParaRPr lang="en-US" sz="2700" dirty="0"/>
          </a:p>
        </p:txBody>
      </p:sp>
      <p:sp>
        <p:nvSpPr>
          <p:cNvPr id="5" name="Text 3">
            <a:extLst>
              <a:ext uri="{FF2B5EF4-FFF2-40B4-BE49-F238E27FC236}">
                <a16:creationId xmlns:a16="http://schemas.microsoft.com/office/drawing/2014/main" id="{FC60EA74-1B66-2B8B-5A33-E2EB39FDB362}"/>
              </a:ext>
            </a:extLst>
          </p:cNvPr>
          <p:cNvSpPr/>
          <p:nvPr/>
        </p:nvSpPr>
        <p:spPr>
          <a:xfrm>
            <a:off x="457200" y="1051560"/>
            <a:ext cx="8229600" cy="3977640"/>
          </a:xfrm>
          <a:prstGeom prst="rect">
            <a:avLst/>
          </a:prstGeom>
          <a:noFill/>
          <a:ln/>
        </p:spPr>
        <p:txBody>
          <a:bodyPr wrap="square" rtlCol="0" anchor="t"/>
          <a:lstStyle/>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A tree partitions the feature space into rectangular regions using recursive binary splits. Each leaf node predicts the majority class (classification) or mean outcome (regression).</a:t>
            </a:r>
            <a:endParaRPr lang="en-US" sz="1300" dirty="0">
              <a:latin typeface="Garamond" panose="02020404030301010803" pitchFamily="18" charset="0"/>
            </a:endParaRPr>
          </a:p>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Splitting criterion: Choose the feature and threshold that best separates classes. Gini impurity: G = 1 − Σpₖ²  |  Information gain (entropy): H = −Σpₖ·log₂(pₖ)  |  Variance reduction (regression)</a:t>
            </a:r>
            <a:endParaRPr lang="en-US" sz="1300" dirty="0">
              <a:latin typeface="Garamond" panose="02020404030301010803" pitchFamily="18" charset="0"/>
            </a:endParaRPr>
          </a:p>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Hyperparameters: max depth, min samples per leaf, min samples to split — all control complexity and prevent overfitting</a:t>
            </a:r>
            <a:endParaRPr lang="en-US" sz="1300" dirty="0">
              <a:latin typeface="Garamond" panose="02020404030301010803" pitchFamily="18" charset="0"/>
            </a:endParaRPr>
          </a:p>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Strengths: Highly interpretable (can draw the tree), no feature scaling needed, handles mixed types, captures non-linearity and interactions automatically</a:t>
            </a:r>
            <a:endParaRPr lang="en-US" sz="1300" dirty="0">
              <a:latin typeface="Garamond" panose="02020404030301010803" pitchFamily="18" charset="0"/>
            </a:endParaRPr>
          </a:p>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Weaknesses: Unstable (small data change → different tree), high variance when deep, poor at extrapolation, rectangles are a crude approximation for smooth boundaries</a:t>
            </a:r>
            <a:endParaRPr lang="en-US" sz="1300" dirty="0">
              <a:latin typeface="Garamond" panose="02020404030301010803" pitchFamily="18" charset="0"/>
            </a:endParaRPr>
          </a:p>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Clinical use: Transparent clinical decision rules, risk stratification, triage algorithms where clinician auditability is required</a:t>
            </a:r>
            <a:endParaRPr lang="en-US" sz="1300" dirty="0">
              <a:latin typeface="Garamond" panose="02020404030301010803" pitchFamily="18" charset="0"/>
            </a:endParaRPr>
          </a:p>
        </p:txBody>
      </p:sp>
      <p:sp>
        <p:nvSpPr>
          <p:cNvPr id="6" name="Shape 4">
            <a:extLst>
              <a:ext uri="{FF2B5EF4-FFF2-40B4-BE49-F238E27FC236}">
                <a16:creationId xmlns:a16="http://schemas.microsoft.com/office/drawing/2014/main" id="{2DFCB9EA-793E-9186-645B-E2C04B86B7D2}"/>
              </a:ext>
            </a:extLst>
          </p:cNvPr>
          <p:cNvSpPr/>
          <p:nvPr/>
        </p:nvSpPr>
        <p:spPr>
          <a:xfrm>
            <a:off x="457200" y="4013200"/>
            <a:ext cx="8229600" cy="467360"/>
          </a:xfrm>
          <a:prstGeom prst="rect">
            <a:avLst/>
          </a:prstGeom>
          <a:solidFill>
            <a:srgbClr val="E3F2FD"/>
          </a:solidFill>
          <a:ln w="12700">
            <a:solidFill>
              <a:srgbClr val="42A5F5"/>
            </a:solidFill>
            <a:prstDash val="solid"/>
          </a:ln>
        </p:spPr>
        <p:txBody>
          <a:bodyPr/>
          <a:lstStyle/>
          <a:p>
            <a:endParaRPr lang="en-IN"/>
          </a:p>
        </p:txBody>
      </p:sp>
      <p:sp>
        <p:nvSpPr>
          <p:cNvPr id="7" name="Text 5">
            <a:extLst>
              <a:ext uri="{FF2B5EF4-FFF2-40B4-BE49-F238E27FC236}">
                <a16:creationId xmlns:a16="http://schemas.microsoft.com/office/drawing/2014/main" id="{2AF741E5-8D0D-618D-80CE-40C5486DA611}"/>
              </a:ext>
            </a:extLst>
          </p:cNvPr>
          <p:cNvSpPr/>
          <p:nvPr/>
        </p:nvSpPr>
        <p:spPr>
          <a:xfrm>
            <a:off x="731520" y="4077208"/>
            <a:ext cx="7955280" cy="320040"/>
          </a:xfrm>
          <a:prstGeom prst="rect">
            <a:avLst/>
          </a:prstGeom>
          <a:noFill/>
          <a:ln/>
        </p:spPr>
        <p:txBody>
          <a:bodyPr wrap="square" rtlCol="0" anchor="ctr"/>
          <a:lstStyle/>
          <a:p>
            <a:r>
              <a:rPr lang="en-US" sz="1000" b="1" dirty="0">
                <a:solidFill>
                  <a:srgbClr val="1565C0"/>
                </a:solidFill>
                <a:latin typeface="Garamond" panose="02020404030301010803" pitchFamily="18" charset="0"/>
                <a:cs typeface="Calibri" pitchFamily="34" charset="-120"/>
              </a:rPr>
              <a:t>Key insight: A single decision tree is rarely the best model — but it is the building block for the most powerful ML algorithms (Random Forests, Gradient Boosting).</a:t>
            </a:r>
          </a:p>
        </p:txBody>
      </p:sp>
      <p:sp>
        <p:nvSpPr>
          <p:cNvPr id="8" name="Text 6">
            <a:extLst>
              <a:ext uri="{FF2B5EF4-FFF2-40B4-BE49-F238E27FC236}">
                <a16:creationId xmlns:a16="http://schemas.microsoft.com/office/drawing/2014/main" id="{EEF50422-143A-3D0C-2227-E748514140E9}"/>
              </a:ext>
            </a:extLst>
          </p:cNvPr>
          <p:cNvSpPr/>
          <p:nvPr/>
        </p:nvSpPr>
        <p:spPr>
          <a:xfrm>
            <a:off x="8046720" y="4846320"/>
            <a:ext cx="914400" cy="201168"/>
          </a:xfrm>
          <a:prstGeom prst="rect">
            <a:avLst/>
          </a:prstGeom>
          <a:noFill/>
          <a:ln/>
        </p:spPr>
        <p:txBody>
          <a:bodyPr wrap="square"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22 / 40</a:t>
            </a:r>
            <a:endParaRPr lang="en-US" sz="800" dirty="0"/>
          </a:p>
        </p:txBody>
      </p:sp>
      <p:sp>
        <p:nvSpPr>
          <p:cNvPr id="9" name="Shape 17">
            <a:extLst>
              <a:ext uri="{FF2B5EF4-FFF2-40B4-BE49-F238E27FC236}">
                <a16:creationId xmlns:a16="http://schemas.microsoft.com/office/drawing/2014/main" id="{B80442F7-C54A-0AEA-702A-A900E8B45A7B}"/>
              </a:ext>
            </a:extLst>
          </p:cNvPr>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10" name="Shape 18">
            <a:extLst>
              <a:ext uri="{FF2B5EF4-FFF2-40B4-BE49-F238E27FC236}">
                <a16:creationId xmlns:a16="http://schemas.microsoft.com/office/drawing/2014/main" id="{020D06A0-E633-6D1D-A20B-04B80A258088}"/>
              </a:ext>
            </a:extLst>
          </p:cNvPr>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11" name="Shape 19">
            <a:extLst>
              <a:ext uri="{FF2B5EF4-FFF2-40B4-BE49-F238E27FC236}">
                <a16:creationId xmlns:a16="http://schemas.microsoft.com/office/drawing/2014/main" id="{5CEE197A-FE39-F4F9-8829-D992361F465F}"/>
              </a:ext>
            </a:extLst>
          </p:cNvPr>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Tree>
    <p:extLst>
      <p:ext uri="{BB962C8B-B14F-4D97-AF65-F5344CB8AC3E}">
        <p14:creationId xmlns:p14="http://schemas.microsoft.com/office/powerpoint/2010/main" val="463752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96BBB-8285-96F8-6BD5-642990942FC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95F74C2-C094-A52B-C501-23F4A1D70E6B}"/>
              </a:ext>
            </a:extLst>
          </p:cNvPr>
          <p:cNvSpPr/>
          <p:nvPr/>
        </p:nvSpPr>
        <p:spPr>
          <a:xfrm>
            <a:off x="0" y="0"/>
            <a:ext cx="9144000" cy="301752"/>
          </a:xfrm>
          <a:prstGeom prst="rect">
            <a:avLst/>
          </a:prstGeom>
          <a:solidFill>
            <a:srgbClr val="1565C0"/>
          </a:solidFill>
          <a:ln w="12700">
            <a:solidFill>
              <a:srgbClr val="1565C0"/>
            </a:solidFill>
            <a:prstDash val="solid"/>
          </a:ln>
        </p:spPr>
        <p:txBody>
          <a:bodyPr/>
          <a:lstStyle/>
          <a:p>
            <a:endParaRPr lang="en-IN"/>
          </a:p>
        </p:txBody>
      </p:sp>
      <p:sp>
        <p:nvSpPr>
          <p:cNvPr id="3" name="Text 1">
            <a:extLst>
              <a:ext uri="{FF2B5EF4-FFF2-40B4-BE49-F238E27FC236}">
                <a16:creationId xmlns:a16="http://schemas.microsoft.com/office/drawing/2014/main" id="{16563C75-65DB-666E-4F79-707CA2735355}"/>
              </a:ext>
            </a:extLst>
          </p:cNvPr>
          <p:cNvSpPr/>
          <p:nvPr/>
        </p:nvSpPr>
        <p:spPr>
          <a:xfrm>
            <a:off x="274320" y="36576"/>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KEY ALGORITHMS</a:t>
            </a:r>
            <a:endParaRPr lang="en-US" sz="800" dirty="0"/>
          </a:p>
        </p:txBody>
      </p:sp>
      <p:sp>
        <p:nvSpPr>
          <p:cNvPr id="4" name="Text 2">
            <a:extLst>
              <a:ext uri="{FF2B5EF4-FFF2-40B4-BE49-F238E27FC236}">
                <a16:creationId xmlns:a16="http://schemas.microsoft.com/office/drawing/2014/main" id="{4E9AB1BB-1EE1-F521-EE45-9F99ADD3E944}"/>
              </a:ext>
            </a:extLst>
          </p:cNvPr>
          <p:cNvSpPr/>
          <p:nvPr/>
        </p:nvSpPr>
        <p:spPr>
          <a:xfrm>
            <a:off x="457200" y="347472"/>
            <a:ext cx="8229600" cy="603504"/>
          </a:xfrm>
          <a:prstGeom prst="rect">
            <a:avLst/>
          </a:prstGeom>
          <a:noFill/>
          <a:ln/>
        </p:spPr>
        <p:txBody>
          <a:bodyPr wrap="square" rtlCol="0" anchor="ctr"/>
          <a:lstStyle/>
          <a:p>
            <a:pPr marL="0" indent="0">
              <a:buNone/>
            </a:pPr>
            <a:r>
              <a:rPr lang="en-US" sz="2700" b="1" dirty="0">
                <a:solidFill>
                  <a:srgbClr val="1C2B5E"/>
                </a:solidFill>
                <a:latin typeface="Calibri" pitchFamily="34" charset="0"/>
                <a:ea typeface="Calibri" pitchFamily="34" charset="-122"/>
                <a:cs typeface="Calibri" pitchFamily="34" charset="-120"/>
              </a:rPr>
              <a:t>Decision Trees</a:t>
            </a:r>
            <a:endParaRPr lang="en-US" sz="2700" dirty="0"/>
          </a:p>
        </p:txBody>
      </p:sp>
      <p:sp>
        <p:nvSpPr>
          <p:cNvPr id="8" name="Text 6">
            <a:extLst>
              <a:ext uri="{FF2B5EF4-FFF2-40B4-BE49-F238E27FC236}">
                <a16:creationId xmlns:a16="http://schemas.microsoft.com/office/drawing/2014/main" id="{52854AF1-DE7A-DC79-2E1E-13AB6BF69C10}"/>
              </a:ext>
            </a:extLst>
          </p:cNvPr>
          <p:cNvSpPr/>
          <p:nvPr/>
        </p:nvSpPr>
        <p:spPr>
          <a:xfrm>
            <a:off x="8046720" y="4846320"/>
            <a:ext cx="914400" cy="201168"/>
          </a:xfrm>
          <a:prstGeom prst="rect">
            <a:avLst/>
          </a:prstGeom>
          <a:noFill/>
          <a:ln/>
        </p:spPr>
        <p:txBody>
          <a:bodyPr wrap="square"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22 / 40</a:t>
            </a:r>
            <a:endParaRPr lang="en-US" sz="800" dirty="0"/>
          </a:p>
        </p:txBody>
      </p:sp>
      <p:graphicFrame>
        <p:nvGraphicFramePr>
          <p:cNvPr id="11" name="Table 10">
            <a:extLst>
              <a:ext uri="{FF2B5EF4-FFF2-40B4-BE49-F238E27FC236}">
                <a16:creationId xmlns:a16="http://schemas.microsoft.com/office/drawing/2014/main" id="{E924293C-0253-8236-2FCE-933548E85241}"/>
              </a:ext>
            </a:extLst>
          </p:cNvPr>
          <p:cNvGraphicFramePr>
            <a:graphicFrameLocks noGrp="1"/>
          </p:cNvGraphicFramePr>
          <p:nvPr>
            <p:extLst>
              <p:ext uri="{D42A27DB-BD31-4B8C-83A1-F6EECF244321}">
                <p14:modId xmlns:p14="http://schemas.microsoft.com/office/powerpoint/2010/main" val="4049733644"/>
              </p:ext>
            </p:extLst>
          </p:nvPr>
        </p:nvGraphicFramePr>
        <p:xfrm>
          <a:off x="1341120" y="996696"/>
          <a:ext cx="6170295" cy="3942080"/>
        </p:xfrm>
        <a:graphic>
          <a:graphicData uri="http://schemas.openxmlformats.org/drawingml/2006/table">
            <a:tbl>
              <a:tblPr firstRow="1" bandRow="1">
                <a:tableStyleId>{5C22544A-7EE6-4342-B048-85BDC9FD1C3A}</a:tableStyleId>
              </a:tblPr>
              <a:tblGrid>
                <a:gridCol w="3122295">
                  <a:extLst>
                    <a:ext uri="{9D8B030D-6E8A-4147-A177-3AD203B41FA5}">
                      <a16:colId xmlns:a16="http://schemas.microsoft.com/office/drawing/2014/main" val="4029830614"/>
                    </a:ext>
                  </a:extLst>
                </a:gridCol>
                <a:gridCol w="3048000">
                  <a:extLst>
                    <a:ext uri="{9D8B030D-6E8A-4147-A177-3AD203B41FA5}">
                      <a16:colId xmlns:a16="http://schemas.microsoft.com/office/drawing/2014/main" val="4254519528"/>
                    </a:ext>
                  </a:extLst>
                </a:gridCol>
              </a:tblGrid>
              <a:tr h="370840">
                <a:tc>
                  <a:txBody>
                    <a:bodyPr/>
                    <a:lstStyle/>
                    <a:p>
                      <a:pPr algn="ctr"/>
                      <a:r>
                        <a:rPr lang="en-US" sz="1400" dirty="0">
                          <a:latin typeface="Garamond" panose="02020404030301010803" pitchFamily="18" charset="0"/>
                        </a:rPr>
                        <a:t>Pros</a:t>
                      </a:r>
                      <a:endParaRPr lang="en-IN" sz="1400" dirty="0">
                        <a:latin typeface="Garamond" panose="02020404030301010803" pitchFamily="18" charset="0"/>
                      </a:endParaRPr>
                    </a:p>
                  </a:txBody>
                  <a:tcPr/>
                </a:tc>
                <a:tc>
                  <a:txBody>
                    <a:bodyPr/>
                    <a:lstStyle/>
                    <a:p>
                      <a:pPr algn="ctr"/>
                      <a:r>
                        <a:rPr lang="en-US" sz="1400" dirty="0">
                          <a:latin typeface="Garamond" panose="02020404030301010803" pitchFamily="18" charset="0"/>
                        </a:rPr>
                        <a:t>Cons</a:t>
                      </a:r>
                      <a:endParaRPr lang="en-IN" sz="1400" dirty="0">
                        <a:latin typeface="Garamond" panose="02020404030301010803" pitchFamily="18" charset="0"/>
                      </a:endParaRPr>
                    </a:p>
                  </a:txBody>
                  <a:tcPr/>
                </a:tc>
                <a:extLst>
                  <a:ext uri="{0D108BD9-81ED-4DB2-BD59-A6C34878D82A}">
                    <a16:rowId xmlns:a16="http://schemas.microsoft.com/office/drawing/2014/main" val="3155934771"/>
                  </a:ext>
                </a:extLst>
              </a:tr>
              <a:tr h="370840">
                <a:tc>
                  <a:txBody>
                    <a:bodyPr/>
                    <a:lstStyle/>
                    <a:p>
                      <a:r>
                        <a:rPr lang="en-US" sz="1200" dirty="0">
                          <a:latin typeface="Garamond" panose="02020404030301010803" pitchFamily="18" charset="0"/>
                        </a:rPr>
                        <a:t>Easy to understand and explain: mimics decision-making using IF-THEN rules</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Prone to overfitting: deep trees can memorize training data</a:t>
                      </a:r>
                      <a:endParaRPr lang="en-IN" sz="1200" dirty="0">
                        <a:latin typeface="Garamond" panose="02020404030301010803" pitchFamily="18" charset="0"/>
                      </a:endParaRPr>
                    </a:p>
                  </a:txBody>
                  <a:tcPr/>
                </a:tc>
                <a:extLst>
                  <a:ext uri="{0D108BD9-81ED-4DB2-BD59-A6C34878D82A}">
                    <a16:rowId xmlns:a16="http://schemas.microsoft.com/office/drawing/2014/main" val="777801052"/>
                  </a:ext>
                </a:extLst>
              </a:tr>
              <a:tr h="370840">
                <a:tc>
                  <a:txBody>
                    <a:bodyPr/>
                    <a:lstStyle/>
                    <a:p>
                      <a:r>
                        <a:rPr lang="en-US" sz="1200" dirty="0">
                          <a:latin typeface="Garamond" panose="02020404030301010803" pitchFamily="18" charset="0"/>
                        </a:rPr>
                        <a:t>Works for both classification and regression problems</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High variance: small change in data can produce very different tree structure</a:t>
                      </a:r>
                      <a:endParaRPr lang="en-IN" sz="1200" dirty="0">
                        <a:latin typeface="Garamond" panose="02020404030301010803" pitchFamily="18" charset="0"/>
                      </a:endParaRPr>
                    </a:p>
                  </a:txBody>
                  <a:tcPr/>
                </a:tc>
                <a:extLst>
                  <a:ext uri="{0D108BD9-81ED-4DB2-BD59-A6C34878D82A}">
                    <a16:rowId xmlns:a16="http://schemas.microsoft.com/office/drawing/2014/main" val="1924028423"/>
                  </a:ext>
                </a:extLst>
              </a:tr>
              <a:tr h="370840">
                <a:tc>
                  <a:txBody>
                    <a:bodyPr/>
                    <a:lstStyle/>
                    <a:p>
                      <a:r>
                        <a:rPr lang="en-US" sz="1200" dirty="0">
                          <a:latin typeface="Garamond" panose="02020404030301010803" pitchFamily="18" charset="0"/>
                        </a:rPr>
                        <a:t>Requires minimal data preparation compared to many other algorithms</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Can become very complex when the tree grows large</a:t>
                      </a:r>
                      <a:endParaRPr lang="en-IN" sz="1200" dirty="0">
                        <a:latin typeface="Garamond" panose="02020404030301010803" pitchFamily="18" charset="0"/>
                      </a:endParaRPr>
                    </a:p>
                  </a:txBody>
                  <a:tcPr/>
                </a:tc>
                <a:extLst>
                  <a:ext uri="{0D108BD9-81ED-4DB2-BD59-A6C34878D82A}">
                    <a16:rowId xmlns:a16="http://schemas.microsoft.com/office/drawing/2014/main" val="1779280071"/>
                  </a:ext>
                </a:extLst>
              </a:tr>
              <a:tr h="370840">
                <a:tc>
                  <a:txBody>
                    <a:bodyPr/>
                    <a:lstStyle/>
                    <a:p>
                      <a:r>
                        <a:rPr lang="en-US" sz="1200" dirty="0">
                          <a:latin typeface="Garamond" panose="02020404030301010803" pitchFamily="18" charset="0"/>
                        </a:rPr>
                        <a:t>No feature scaling required</a:t>
                      </a:r>
                      <a:endParaRPr lang="en-IN" sz="1200" dirty="0">
                        <a:latin typeface="Garamond" panose="02020404030301010803"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Garamond" panose="02020404030301010803" pitchFamily="18" charset="0"/>
                        </a:rPr>
                        <a:t>Often less accurate than ensemble methods</a:t>
                      </a:r>
                      <a:endParaRPr lang="en-IN" sz="1200" dirty="0">
                        <a:latin typeface="Garamond" panose="02020404030301010803" pitchFamily="18" charset="0"/>
                      </a:endParaRPr>
                    </a:p>
                  </a:txBody>
                  <a:tcPr/>
                </a:tc>
                <a:extLst>
                  <a:ext uri="{0D108BD9-81ED-4DB2-BD59-A6C34878D82A}">
                    <a16:rowId xmlns:a16="http://schemas.microsoft.com/office/drawing/2014/main" val="3473131563"/>
                  </a:ext>
                </a:extLst>
              </a:tr>
              <a:tr h="370840">
                <a:tc>
                  <a:txBody>
                    <a:bodyPr/>
                    <a:lstStyle/>
                    <a:p>
                      <a:r>
                        <a:rPr lang="en-US" sz="1200" dirty="0">
                          <a:latin typeface="Garamond" panose="02020404030301010803" pitchFamily="18" charset="0"/>
                        </a:rPr>
                        <a:t>Handles both numerical and categorical variables naturally</a:t>
                      </a:r>
                      <a:endParaRPr lang="en-IN" sz="1200" dirty="0">
                        <a:latin typeface="Garamond" panose="02020404030301010803"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Garamond" panose="02020404030301010803" pitchFamily="18" charset="0"/>
                        </a:rPr>
                        <a:t>Biased towards variables</a:t>
                      </a:r>
                      <a:r>
                        <a:rPr lang="en-IN" sz="1200" dirty="0">
                          <a:latin typeface="Garamond" panose="02020404030301010803" pitchFamily="18" charset="0"/>
                        </a:rPr>
                        <a:t> with many categories (if not controlled properly)</a:t>
                      </a:r>
                    </a:p>
                  </a:txBody>
                  <a:tcPr/>
                </a:tc>
                <a:extLst>
                  <a:ext uri="{0D108BD9-81ED-4DB2-BD59-A6C34878D82A}">
                    <a16:rowId xmlns:a16="http://schemas.microsoft.com/office/drawing/2014/main" val="3350374271"/>
                  </a:ext>
                </a:extLst>
              </a:tr>
              <a:tr h="370840">
                <a:tc>
                  <a:txBody>
                    <a:bodyPr/>
                    <a:lstStyle/>
                    <a:p>
                      <a:r>
                        <a:rPr lang="en-US" sz="1200" dirty="0">
                          <a:latin typeface="Garamond" panose="02020404030301010803" pitchFamily="18" charset="0"/>
                        </a:rPr>
                        <a:t>Can capture non-linear relationships between features and targets</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Lower generalization performance than ensemble methods</a:t>
                      </a:r>
                      <a:endParaRPr lang="en-IN" sz="1200" dirty="0">
                        <a:latin typeface="Garamond" panose="02020404030301010803" pitchFamily="18" charset="0"/>
                      </a:endParaRPr>
                    </a:p>
                  </a:txBody>
                  <a:tcPr/>
                </a:tc>
                <a:extLst>
                  <a:ext uri="{0D108BD9-81ED-4DB2-BD59-A6C34878D82A}">
                    <a16:rowId xmlns:a16="http://schemas.microsoft.com/office/drawing/2014/main" val="2471117996"/>
                  </a:ext>
                </a:extLst>
              </a:tr>
              <a:tr h="370840">
                <a:tc>
                  <a:txBody>
                    <a:bodyPr/>
                    <a:lstStyle/>
                    <a:p>
                      <a:r>
                        <a:rPr lang="en-US" sz="1200" dirty="0">
                          <a:latin typeface="Garamond" panose="02020404030301010803" pitchFamily="18" charset="0"/>
                        </a:rPr>
                        <a:t>Fast prediction time after tree is built</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Training can be computationally expensive (especially for large dataset)</a:t>
                      </a:r>
                      <a:endParaRPr lang="en-IN" sz="1200" dirty="0">
                        <a:latin typeface="Garamond" panose="02020404030301010803" pitchFamily="18" charset="0"/>
                      </a:endParaRPr>
                    </a:p>
                  </a:txBody>
                  <a:tcPr/>
                </a:tc>
                <a:extLst>
                  <a:ext uri="{0D108BD9-81ED-4DB2-BD59-A6C34878D82A}">
                    <a16:rowId xmlns:a16="http://schemas.microsoft.com/office/drawing/2014/main" val="3580020870"/>
                  </a:ext>
                </a:extLst>
              </a:tr>
              <a:tr h="370840">
                <a:tc>
                  <a:txBody>
                    <a:bodyPr/>
                    <a:lstStyle/>
                    <a:p>
                      <a:r>
                        <a:rPr lang="en-US" sz="1200" dirty="0">
                          <a:latin typeface="Garamond" panose="02020404030301010803" pitchFamily="18" charset="0"/>
                        </a:rPr>
                        <a:t>Handles missing values reasonably well in many implementations</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May struggle with highly imbalance datasets</a:t>
                      </a:r>
                      <a:endParaRPr lang="en-IN" sz="1200" dirty="0">
                        <a:latin typeface="Garamond" panose="02020404030301010803" pitchFamily="18" charset="0"/>
                      </a:endParaRPr>
                    </a:p>
                  </a:txBody>
                  <a:tcPr/>
                </a:tc>
                <a:extLst>
                  <a:ext uri="{0D108BD9-81ED-4DB2-BD59-A6C34878D82A}">
                    <a16:rowId xmlns:a16="http://schemas.microsoft.com/office/drawing/2014/main" val="4200051071"/>
                  </a:ext>
                </a:extLst>
              </a:tr>
            </a:tbl>
          </a:graphicData>
        </a:graphic>
      </p:graphicFrame>
    </p:spTree>
    <p:extLst>
      <p:ext uri="{BB962C8B-B14F-4D97-AF65-F5344CB8AC3E}">
        <p14:creationId xmlns:p14="http://schemas.microsoft.com/office/powerpoint/2010/main" val="3568269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301752"/>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36576"/>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KEY ALGORITHMS</a:t>
            </a:r>
            <a:endParaRPr lang="en-US" sz="800" dirty="0"/>
          </a:p>
        </p:txBody>
      </p:sp>
      <p:sp>
        <p:nvSpPr>
          <p:cNvPr id="4" name="Text 2"/>
          <p:cNvSpPr/>
          <p:nvPr/>
        </p:nvSpPr>
        <p:spPr>
          <a:xfrm>
            <a:off x="457200" y="347472"/>
            <a:ext cx="8229600" cy="603504"/>
          </a:xfrm>
          <a:prstGeom prst="rect">
            <a:avLst/>
          </a:prstGeom>
          <a:noFill/>
          <a:ln/>
        </p:spPr>
        <p:txBody>
          <a:bodyPr wrap="square" rtlCol="0" anchor="ctr"/>
          <a:lstStyle/>
          <a:p>
            <a:pPr marL="0" indent="0">
              <a:buNone/>
            </a:pPr>
            <a:r>
              <a:rPr lang="en-US" sz="2700" b="1" dirty="0">
                <a:solidFill>
                  <a:srgbClr val="1C2B5E"/>
                </a:solidFill>
                <a:latin typeface="Calibri" pitchFamily="34" charset="0"/>
                <a:ea typeface="Calibri" pitchFamily="34" charset="-122"/>
                <a:cs typeface="Calibri" pitchFamily="34" charset="-120"/>
              </a:rPr>
              <a:t>Random Forests — Ensemble of Trees</a:t>
            </a:r>
            <a:endParaRPr lang="en-US" sz="2700" dirty="0"/>
          </a:p>
        </p:txBody>
      </p:sp>
      <p:pic>
        <p:nvPicPr>
          <p:cNvPr id="35" name="Picture 34">
            <a:extLst>
              <a:ext uri="{FF2B5EF4-FFF2-40B4-BE49-F238E27FC236}">
                <a16:creationId xmlns:a16="http://schemas.microsoft.com/office/drawing/2014/main" id="{8A6380E1-FD53-2F7B-5AA5-165D92997DC2}"/>
              </a:ext>
            </a:extLst>
          </p:cNvPr>
          <p:cNvPicPr>
            <a:picLocks noChangeAspect="1"/>
          </p:cNvPicPr>
          <p:nvPr/>
        </p:nvPicPr>
        <p:blipFill>
          <a:blip r:embed="rId3"/>
          <a:stretch>
            <a:fillRect/>
          </a:stretch>
        </p:blipFill>
        <p:spPr>
          <a:xfrm>
            <a:off x="1444464" y="1079824"/>
            <a:ext cx="6255071" cy="381654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8E8B1-6B9D-8A7D-B3C8-33F533F9C5E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A6DDAA5-8E97-AB44-4C2F-119C41FCEACE}"/>
              </a:ext>
            </a:extLst>
          </p:cNvPr>
          <p:cNvSpPr/>
          <p:nvPr/>
        </p:nvSpPr>
        <p:spPr>
          <a:xfrm>
            <a:off x="0" y="0"/>
            <a:ext cx="9144000" cy="301752"/>
          </a:xfrm>
          <a:prstGeom prst="rect">
            <a:avLst/>
          </a:prstGeom>
          <a:solidFill>
            <a:srgbClr val="1565C0"/>
          </a:solidFill>
          <a:ln w="12700">
            <a:solidFill>
              <a:srgbClr val="1565C0"/>
            </a:solidFill>
            <a:prstDash val="solid"/>
          </a:ln>
        </p:spPr>
        <p:txBody>
          <a:bodyPr/>
          <a:lstStyle/>
          <a:p>
            <a:endParaRPr lang="en-IN"/>
          </a:p>
        </p:txBody>
      </p:sp>
      <p:sp>
        <p:nvSpPr>
          <p:cNvPr id="3" name="Text 1">
            <a:extLst>
              <a:ext uri="{FF2B5EF4-FFF2-40B4-BE49-F238E27FC236}">
                <a16:creationId xmlns:a16="http://schemas.microsoft.com/office/drawing/2014/main" id="{411E87D3-3B0E-F930-DF63-4EDF294C27E5}"/>
              </a:ext>
            </a:extLst>
          </p:cNvPr>
          <p:cNvSpPr/>
          <p:nvPr/>
        </p:nvSpPr>
        <p:spPr>
          <a:xfrm>
            <a:off x="274320" y="36576"/>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KEY ALGORITHMS</a:t>
            </a:r>
            <a:endParaRPr lang="en-US" sz="800" dirty="0"/>
          </a:p>
        </p:txBody>
      </p:sp>
      <p:sp>
        <p:nvSpPr>
          <p:cNvPr id="4" name="Text 2">
            <a:extLst>
              <a:ext uri="{FF2B5EF4-FFF2-40B4-BE49-F238E27FC236}">
                <a16:creationId xmlns:a16="http://schemas.microsoft.com/office/drawing/2014/main" id="{B058EF48-18CC-2081-D6E0-11B7F60FCCC7}"/>
              </a:ext>
            </a:extLst>
          </p:cNvPr>
          <p:cNvSpPr/>
          <p:nvPr/>
        </p:nvSpPr>
        <p:spPr>
          <a:xfrm>
            <a:off x="457200" y="347472"/>
            <a:ext cx="8229600" cy="603504"/>
          </a:xfrm>
          <a:prstGeom prst="rect">
            <a:avLst/>
          </a:prstGeom>
          <a:noFill/>
          <a:ln/>
        </p:spPr>
        <p:txBody>
          <a:bodyPr wrap="square" rtlCol="0" anchor="ctr"/>
          <a:lstStyle/>
          <a:p>
            <a:pPr marL="0" indent="0">
              <a:buNone/>
            </a:pPr>
            <a:r>
              <a:rPr lang="en-US" sz="2700" b="1" dirty="0">
                <a:solidFill>
                  <a:srgbClr val="1C2B5E"/>
                </a:solidFill>
                <a:latin typeface="Calibri" pitchFamily="34" charset="0"/>
                <a:ea typeface="Calibri" pitchFamily="34" charset="-122"/>
                <a:cs typeface="Calibri" pitchFamily="34" charset="-120"/>
              </a:rPr>
              <a:t>Random Forests — Ensemble of Decorrelated Trees</a:t>
            </a:r>
            <a:endParaRPr lang="en-US" sz="2700" dirty="0"/>
          </a:p>
        </p:txBody>
      </p:sp>
      <p:sp>
        <p:nvSpPr>
          <p:cNvPr id="5" name="Shape 3">
            <a:extLst>
              <a:ext uri="{FF2B5EF4-FFF2-40B4-BE49-F238E27FC236}">
                <a16:creationId xmlns:a16="http://schemas.microsoft.com/office/drawing/2014/main" id="{41036C3C-69F8-7912-0663-0C7C88CD81F2}"/>
              </a:ext>
            </a:extLst>
          </p:cNvPr>
          <p:cNvSpPr/>
          <p:nvPr/>
        </p:nvSpPr>
        <p:spPr>
          <a:xfrm>
            <a:off x="457200" y="1051560"/>
            <a:ext cx="1572768" cy="594360"/>
          </a:xfrm>
          <a:prstGeom prst="rect">
            <a:avLst/>
          </a:prstGeom>
          <a:solidFill>
            <a:srgbClr val="1C2B5E"/>
          </a:solidFill>
          <a:ln w="12700">
            <a:solidFill>
              <a:srgbClr val="1C2B5E"/>
            </a:solidFill>
            <a:prstDash val="solid"/>
          </a:ln>
        </p:spPr>
        <p:txBody>
          <a:bodyPr/>
          <a:lstStyle/>
          <a:p>
            <a:endParaRPr lang="en-IN"/>
          </a:p>
        </p:txBody>
      </p:sp>
      <p:sp>
        <p:nvSpPr>
          <p:cNvPr id="6" name="Text 4">
            <a:extLst>
              <a:ext uri="{FF2B5EF4-FFF2-40B4-BE49-F238E27FC236}">
                <a16:creationId xmlns:a16="http://schemas.microsoft.com/office/drawing/2014/main" id="{D08A4F58-52E7-3F36-EA77-49283FAFBC83}"/>
              </a:ext>
            </a:extLst>
          </p:cNvPr>
          <p:cNvSpPr/>
          <p:nvPr/>
        </p:nvSpPr>
        <p:spPr>
          <a:xfrm>
            <a:off x="457200" y="1051560"/>
            <a:ext cx="1572768" cy="594360"/>
          </a:xfrm>
          <a:prstGeom prst="rect">
            <a:avLst/>
          </a:prstGeom>
          <a:noFill/>
          <a:ln/>
        </p:spPr>
        <p:txBody>
          <a:bodyPr wrap="square" rtlCol="0" anchor="ctr"/>
          <a:lstStyle/>
          <a:p>
            <a:pPr marL="0" indent="0" algn="ctr">
              <a:buNone/>
            </a:pPr>
            <a:r>
              <a:rPr lang="en-US" sz="1400" b="1" dirty="0">
                <a:solidFill>
                  <a:srgbClr val="FFFFFF"/>
                </a:solidFill>
                <a:latin typeface="Garamond" panose="02020404030301010803" pitchFamily="18" charset="0"/>
                <a:ea typeface="Calibri" pitchFamily="34" charset="-122"/>
                <a:cs typeface="Calibri" pitchFamily="34" charset="-120"/>
              </a:rPr>
              <a:t>Bootstrap</a:t>
            </a:r>
            <a:endParaRPr lang="en-US" sz="1400" dirty="0">
              <a:latin typeface="Garamond" panose="02020404030301010803" pitchFamily="18" charset="0"/>
            </a:endParaRPr>
          </a:p>
          <a:p>
            <a:pPr marL="0" indent="0" algn="ctr">
              <a:buNone/>
            </a:pPr>
            <a:r>
              <a:rPr lang="en-US" sz="1400" b="1" dirty="0">
                <a:solidFill>
                  <a:srgbClr val="FFFFFF"/>
                </a:solidFill>
                <a:latin typeface="Garamond" panose="02020404030301010803" pitchFamily="18" charset="0"/>
                <a:ea typeface="Calibri" pitchFamily="34" charset="-122"/>
                <a:cs typeface="Calibri" pitchFamily="34" charset="-120"/>
              </a:rPr>
              <a:t>Sampling</a:t>
            </a:r>
            <a:endParaRPr lang="en-US" sz="1400" dirty="0">
              <a:latin typeface="Garamond" panose="02020404030301010803" pitchFamily="18" charset="0"/>
            </a:endParaRPr>
          </a:p>
        </p:txBody>
      </p:sp>
      <p:sp>
        <p:nvSpPr>
          <p:cNvPr id="7" name="Shape 5">
            <a:extLst>
              <a:ext uri="{FF2B5EF4-FFF2-40B4-BE49-F238E27FC236}">
                <a16:creationId xmlns:a16="http://schemas.microsoft.com/office/drawing/2014/main" id="{1BBAC388-8845-C9FB-A2AB-73517B721594}"/>
              </a:ext>
            </a:extLst>
          </p:cNvPr>
          <p:cNvSpPr/>
          <p:nvPr/>
        </p:nvSpPr>
        <p:spPr>
          <a:xfrm>
            <a:off x="2029968" y="1348740"/>
            <a:ext cx="73152" cy="0"/>
          </a:xfrm>
          <a:prstGeom prst="line">
            <a:avLst/>
          </a:prstGeom>
          <a:noFill/>
          <a:ln w="25400">
            <a:solidFill>
              <a:srgbClr val="E59E0A"/>
            </a:solidFill>
            <a:prstDash val="solid"/>
          </a:ln>
        </p:spPr>
        <p:txBody>
          <a:bodyPr/>
          <a:lstStyle/>
          <a:p>
            <a:endParaRPr lang="en-IN"/>
          </a:p>
        </p:txBody>
      </p:sp>
      <p:sp>
        <p:nvSpPr>
          <p:cNvPr id="8" name="Shape 6">
            <a:extLst>
              <a:ext uri="{FF2B5EF4-FFF2-40B4-BE49-F238E27FC236}">
                <a16:creationId xmlns:a16="http://schemas.microsoft.com/office/drawing/2014/main" id="{34353870-C0F1-32E9-E9DA-DA840D659E1F}"/>
              </a:ext>
            </a:extLst>
          </p:cNvPr>
          <p:cNvSpPr/>
          <p:nvPr/>
        </p:nvSpPr>
        <p:spPr>
          <a:xfrm>
            <a:off x="457200" y="1709928"/>
            <a:ext cx="1572768" cy="3246120"/>
          </a:xfrm>
          <a:prstGeom prst="rect">
            <a:avLst/>
          </a:prstGeom>
          <a:solidFill>
            <a:srgbClr val="FFFFFF"/>
          </a:solidFill>
          <a:ln w="12700">
            <a:solidFill>
              <a:srgbClr val="E2E8F0"/>
            </a:solidFill>
            <a:prstDash val="solid"/>
          </a:ln>
          <a:effectLst>
            <a:outerShdw blurRad="88900" dist="38100" dir="8100000" algn="bl" rotWithShape="0">
              <a:srgbClr val="000000">
                <a:alpha val="11000"/>
              </a:srgbClr>
            </a:outerShdw>
          </a:effectLst>
        </p:spPr>
        <p:txBody>
          <a:bodyPr/>
          <a:lstStyle/>
          <a:p>
            <a:endParaRPr lang="en-IN"/>
          </a:p>
        </p:txBody>
      </p:sp>
      <p:sp>
        <p:nvSpPr>
          <p:cNvPr id="9" name="Text 7">
            <a:extLst>
              <a:ext uri="{FF2B5EF4-FFF2-40B4-BE49-F238E27FC236}">
                <a16:creationId xmlns:a16="http://schemas.microsoft.com/office/drawing/2014/main" id="{E87D4546-7985-2DDA-348F-62D598693EDE}"/>
              </a:ext>
            </a:extLst>
          </p:cNvPr>
          <p:cNvSpPr/>
          <p:nvPr/>
        </p:nvSpPr>
        <p:spPr>
          <a:xfrm>
            <a:off x="548640" y="1801368"/>
            <a:ext cx="1389888" cy="3063240"/>
          </a:xfrm>
          <a:prstGeom prst="rect">
            <a:avLst/>
          </a:prstGeom>
          <a:noFill/>
          <a:ln/>
        </p:spPr>
        <p:txBody>
          <a:bodyPr wrap="square" rtlCol="0" anchor="t"/>
          <a:lstStyle/>
          <a:p>
            <a:pPr marL="0" indent="0">
              <a:buNone/>
            </a:pPr>
            <a:r>
              <a:rPr lang="en-US" sz="1200" dirty="0">
                <a:latin typeface="Garamond" panose="02020404030301010803" pitchFamily="18" charset="0"/>
                <a:ea typeface="Calibri" pitchFamily="34" charset="-122"/>
                <a:cs typeface="Calibri" pitchFamily="34" charset="-120"/>
              </a:rPr>
              <a:t>Draw n observations with replacement (bootstrap sample). ~63% of original observations appear. Remaining ~37% = 'out-of-bag' (OOB) data.</a:t>
            </a:r>
            <a:endParaRPr lang="en-US" sz="1200" dirty="0">
              <a:latin typeface="Garamond" panose="02020404030301010803" pitchFamily="18" charset="0"/>
            </a:endParaRPr>
          </a:p>
        </p:txBody>
      </p:sp>
      <p:sp>
        <p:nvSpPr>
          <p:cNvPr id="10" name="Shape 8">
            <a:extLst>
              <a:ext uri="{FF2B5EF4-FFF2-40B4-BE49-F238E27FC236}">
                <a16:creationId xmlns:a16="http://schemas.microsoft.com/office/drawing/2014/main" id="{0260497E-7D1E-3ADA-E454-9828765CF487}"/>
              </a:ext>
            </a:extLst>
          </p:cNvPr>
          <p:cNvSpPr/>
          <p:nvPr/>
        </p:nvSpPr>
        <p:spPr>
          <a:xfrm>
            <a:off x="2103120" y="1051560"/>
            <a:ext cx="1572768" cy="594360"/>
          </a:xfrm>
          <a:prstGeom prst="rect">
            <a:avLst/>
          </a:prstGeom>
          <a:solidFill>
            <a:srgbClr val="0D9488"/>
          </a:solidFill>
          <a:ln w="12700">
            <a:solidFill>
              <a:srgbClr val="0D9488"/>
            </a:solidFill>
            <a:prstDash val="solid"/>
          </a:ln>
        </p:spPr>
        <p:txBody>
          <a:bodyPr/>
          <a:lstStyle/>
          <a:p>
            <a:endParaRPr lang="en-IN"/>
          </a:p>
        </p:txBody>
      </p:sp>
      <p:sp>
        <p:nvSpPr>
          <p:cNvPr id="11" name="Text 9">
            <a:extLst>
              <a:ext uri="{FF2B5EF4-FFF2-40B4-BE49-F238E27FC236}">
                <a16:creationId xmlns:a16="http://schemas.microsoft.com/office/drawing/2014/main" id="{7C0486FF-E650-D4E5-1975-15AD5A52B01D}"/>
              </a:ext>
            </a:extLst>
          </p:cNvPr>
          <p:cNvSpPr/>
          <p:nvPr/>
        </p:nvSpPr>
        <p:spPr>
          <a:xfrm>
            <a:off x="2103120" y="1051560"/>
            <a:ext cx="1572768" cy="594360"/>
          </a:xfrm>
          <a:prstGeom prst="rect">
            <a:avLst/>
          </a:prstGeom>
          <a:noFill/>
          <a:ln/>
        </p:spPr>
        <p:txBody>
          <a:bodyPr wrap="square" rtlCol="0" anchor="ctr"/>
          <a:lstStyle/>
          <a:p>
            <a:pPr algn="ctr"/>
            <a:r>
              <a:rPr lang="en-US" sz="1400" b="1" dirty="0">
                <a:solidFill>
                  <a:srgbClr val="FFFFFF"/>
                </a:solidFill>
                <a:latin typeface="Garamond" panose="02020404030301010803" pitchFamily="18" charset="0"/>
                <a:cs typeface="Calibri" pitchFamily="34" charset="-120"/>
              </a:rPr>
              <a:t>Random</a:t>
            </a:r>
          </a:p>
          <a:p>
            <a:pPr algn="ctr"/>
            <a:r>
              <a:rPr lang="en-US" sz="1400" b="1" dirty="0">
                <a:solidFill>
                  <a:srgbClr val="FFFFFF"/>
                </a:solidFill>
                <a:latin typeface="Garamond" panose="02020404030301010803" pitchFamily="18" charset="0"/>
                <a:cs typeface="Calibri" pitchFamily="34" charset="-120"/>
              </a:rPr>
              <a:t>Feature Subset</a:t>
            </a:r>
          </a:p>
        </p:txBody>
      </p:sp>
      <p:sp>
        <p:nvSpPr>
          <p:cNvPr id="12" name="Shape 10">
            <a:extLst>
              <a:ext uri="{FF2B5EF4-FFF2-40B4-BE49-F238E27FC236}">
                <a16:creationId xmlns:a16="http://schemas.microsoft.com/office/drawing/2014/main" id="{C7A7B122-949C-E5E5-A585-41B1CDB5AFBC}"/>
              </a:ext>
            </a:extLst>
          </p:cNvPr>
          <p:cNvSpPr/>
          <p:nvPr/>
        </p:nvSpPr>
        <p:spPr>
          <a:xfrm>
            <a:off x="3675888" y="1348740"/>
            <a:ext cx="73152" cy="0"/>
          </a:xfrm>
          <a:prstGeom prst="line">
            <a:avLst/>
          </a:prstGeom>
          <a:noFill/>
          <a:ln w="25400">
            <a:solidFill>
              <a:srgbClr val="E59E0A"/>
            </a:solidFill>
            <a:prstDash val="solid"/>
          </a:ln>
        </p:spPr>
        <p:txBody>
          <a:bodyPr/>
          <a:lstStyle/>
          <a:p>
            <a:endParaRPr lang="en-IN"/>
          </a:p>
        </p:txBody>
      </p:sp>
      <p:sp>
        <p:nvSpPr>
          <p:cNvPr id="13" name="Shape 11">
            <a:extLst>
              <a:ext uri="{FF2B5EF4-FFF2-40B4-BE49-F238E27FC236}">
                <a16:creationId xmlns:a16="http://schemas.microsoft.com/office/drawing/2014/main" id="{A862D55E-47BB-CBEB-6833-CDBADB3DC2FF}"/>
              </a:ext>
            </a:extLst>
          </p:cNvPr>
          <p:cNvSpPr/>
          <p:nvPr/>
        </p:nvSpPr>
        <p:spPr>
          <a:xfrm>
            <a:off x="2103120" y="1709928"/>
            <a:ext cx="1572768" cy="3246120"/>
          </a:xfrm>
          <a:prstGeom prst="rect">
            <a:avLst/>
          </a:prstGeom>
          <a:solidFill>
            <a:srgbClr val="FFFFFF"/>
          </a:solidFill>
          <a:ln w="12700">
            <a:solidFill>
              <a:srgbClr val="E2E8F0"/>
            </a:solidFill>
            <a:prstDash val="solid"/>
          </a:ln>
          <a:effectLst>
            <a:outerShdw blurRad="88900" dist="38100" dir="8100000" algn="bl" rotWithShape="0">
              <a:srgbClr val="000000">
                <a:alpha val="11000"/>
              </a:srgbClr>
            </a:outerShdw>
          </a:effectLst>
        </p:spPr>
        <p:txBody>
          <a:bodyPr/>
          <a:lstStyle/>
          <a:p>
            <a:endParaRPr lang="en-IN"/>
          </a:p>
        </p:txBody>
      </p:sp>
      <p:sp>
        <p:nvSpPr>
          <p:cNvPr id="14" name="Text 12">
            <a:extLst>
              <a:ext uri="{FF2B5EF4-FFF2-40B4-BE49-F238E27FC236}">
                <a16:creationId xmlns:a16="http://schemas.microsoft.com/office/drawing/2014/main" id="{37BC2A89-CE7A-771C-8D77-E24EEE03B0F5}"/>
              </a:ext>
            </a:extLst>
          </p:cNvPr>
          <p:cNvSpPr/>
          <p:nvPr/>
        </p:nvSpPr>
        <p:spPr>
          <a:xfrm>
            <a:off x="2194560" y="1801368"/>
            <a:ext cx="1389888" cy="3063240"/>
          </a:xfrm>
          <a:prstGeom prst="rect">
            <a:avLst/>
          </a:prstGeom>
          <a:noFill/>
          <a:ln/>
        </p:spPr>
        <p:txBody>
          <a:bodyPr wrap="square" rtlCol="0" anchor="t"/>
          <a:lstStyle/>
          <a:p>
            <a:r>
              <a:rPr lang="en-US" sz="1200" dirty="0">
                <a:solidFill>
                  <a:srgbClr val="1E293B"/>
                </a:solidFill>
                <a:latin typeface="Garamond" panose="02020404030301010803" pitchFamily="18" charset="0"/>
                <a:cs typeface="Calibri" pitchFamily="34" charset="-120"/>
              </a:rPr>
              <a:t>At each split, consider only √p (classification) or p/3 (regression) randomly chosen features. Decorrelates trees.</a:t>
            </a:r>
          </a:p>
        </p:txBody>
      </p:sp>
      <p:sp>
        <p:nvSpPr>
          <p:cNvPr id="15" name="Shape 13">
            <a:extLst>
              <a:ext uri="{FF2B5EF4-FFF2-40B4-BE49-F238E27FC236}">
                <a16:creationId xmlns:a16="http://schemas.microsoft.com/office/drawing/2014/main" id="{50A19773-AFAF-A39C-D2C8-D47C56C09500}"/>
              </a:ext>
            </a:extLst>
          </p:cNvPr>
          <p:cNvSpPr/>
          <p:nvPr/>
        </p:nvSpPr>
        <p:spPr>
          <a:xfrm>
            <a:off x="3749040" y="1051560"/>
            <a:ext cx="1572768" cy="594360"/>
          </a:xfrm>
          <a:prstGeom prst="rect">
            <a:avLst/>
          </a:prstGeom>
          <a:solidFill>
            <a:srgbClr val="1C2B5E"/>
          </a:solidFill>
          <a:ln w="12700">
            <a:solidFill>
              <a:srgbClr val="1C2B5E"/>
            </a:solidFill>
            <a:prstDash val="solid"/>
          </a:ln>
        </p:spPr>
        <p:txBody>
          <a:bodyPr/>
          <a:lstStyle/>
          <a:p>
            <a:endParaRPr lang="en-IN"/>
          </a:p>
        </p:txBody>
      </p:sp>
      <p:sp>
        <p:nvSpPr>
          <p:cNvPr id="16" name="Text 14">
            <a:extLst>
              <a:ext uri="{FF2B5EF4-FFF2-40B4-BE49-F238E27FC236}">
                <a16:creationId xmlns:a16="http://schemas.microsoft.com/office/drawing/2014/main" id="{E890107A-100F-B453-CC75-89C2CE8B4D1B}"/>
              </a:ext>
            </a:extLst>
          </p:cNvPr>
          <p:cNvSpPr/>
          <p:nvPr/>
        </p:nvSpPr>
        <p:spPr>
          <a:xfrm>
            <a:off x="3749040" y="1051560"/>
            <a:ext cx="1572768" cy="594360"/>
          </a:xfrm>
          <a:prstGeom prst="rect">
            <a:avLst/>
          </a:prstGeom>
          <a:noFill/>
          <a:ln/>
        </p:spPr>
        <p:txBody>
          <a:bodyPr wrap="square" rtlCol="0" anchor="ctr"/>
          <a:lstStyle/>
          <a:p>
            <a:pPr algn="ctr"/>
            <a:r>
              <a:rPr lang="en-US" sz="1400" b="1" dirty="0">
                <a:solidFill>
                  <a:srgbClr val="FFFFFF"/>
                </a:solidFill>
                <a:latin typeface="Garamond" panose="02020404030301010803" pitchFamily="18" charset="0"/>
                <a:cs typeface="Calibri" pitchFamily="34" charset="-120"/>
              </a:rPr>
              <a:t>Grow Deep</a:t>
            </a:r>
          </a:p>
          <a:p>
            <a:pPr algn="ctr"/>
            <a:r>
              <a:rPr lang="en-US" sz="1400" b="1" dirty="0">
                <a:solidFill>
                  <a:srgbClr val="FFFFFF"/>
                </a:solidFill>
                <a:latin typeface="Garamond" panose="02020404030301010803" pitchFamily="18" charset="0"/>
                <a:cs typeface="Calibri" pitchFamily="34" charset="-120"/>
              </a:rPr>
              <a:t>Tree</a:t>
            </a:r>
          </a:p>
        </p:txBody>
      </p:sp>
      <p:sp>
        <p:nvSpPr>
          <p:cNvPr id="17" name="Shape 15">
            <a:extLst>
              <a:ext uri="{FF2B5EF4-FFF2-40B4-BE49-F238E27FC236}">
                <a16:creationId xmlns:a16="http://schemas.microsoft.com/office/drawing/2014/main" id="{7A8A88C8-EAB8-B06A-12FA-427440B8C380}"/>
              </a:ext>
            </a:extLst>
          </p:cNvPr>
          <p:cNvSpPr/>
          <p:nvPr/>
        </p:nvSpPr>
        <p:spPr>
          <a:xfrm>
            <a:off x="5321808" y="1348740"/>
            <a:ext cx="73152" cy="0"/>
          </a:xfrm>
          <a:prstGeom prst="line">
            <a:avLst/>
          </a:prstGeom>
          <a:noFill/>
          <a:ln w="25400">
            <a:solidFill>
              <a:srgbClr val="E59E0A"/>
            </a:solidFill>
            <a:prstDash val="solid"/>
          </a:ln>
        </p:spPr>
        <p:txBody>
          <a:bodyPr/>
          <a:lstStyle/>
          <a:p>
            <a:endParaRPr lang="en-IN"/>
          </a:p>
        </p:txBody>
      </p:sp>
      <p:sp>
        <p:nvSpPr>
          <p:cNvPr id="18" name="Shape 16">
            <a:extLst>
              <a:ext uri="{FF2B5EF4-FFF2-40B4-BE49-F238E27FC236}">
                <a16:creationId xmlns:a16="http://schemas.microsoft.com/office/drawing/2014/main" id="{B27ED4B3-1F44-7621-F282-BC44893903CC}"/>
              </a:ext>
            </a:extLst>
          </p:cNvPr>
          <p:cNvSpPr/>
          <p:nvPr/>
        </p:nvSpPr>
        <p:spPr>
          <a:xfrm>
            <a:off x="3749040" y="1709928"/>
            <a:ext cx="1572768" cy="3246120"/>
          </a:xfrm>
          <a:prstGeom prst="rect">
            <a:avLst/>
          </a:prstGeom>
          <a:solidFill>
            <a:srgbClr val="FFFFFF"/>
          </a:solidFill>
          <a:ln w="12700">
            <a:solidFill>
              <a:srgbClr val="E2E8F0"/>
            </a:solidFill>
            <a:prstDash val="solid"/>
          </a:ln>
          <a:effectLst>
            <a:outerShdw blurRad="88900" dist="38100" dir="8100000" algn="bl" rotWithShape="0">
              <a:srgbClr val="000000">
                <a:alpha val="11000"/>
              </a:srgbClr>
            </a:outerShdw>
          </a:effectLst>
        </p:spPr>
        <p:txBody>
          <a:bodyPr/>
          <a:lstStyle/>
          <a:p>
            <a:endParaRPr lang="en-IN"/>
          </a:p>
        </p:txBody>
      </p:sp>
      <p:sp>
        <p:nvSpPr>
          <p:cNvPr id="19" name="Text 17">
            <a:extLst>
              <a:ext uri="{FF2B5EF4-FFF2-40B4-BE49-F238E27FC236}">
                <a16:creationId xmlns:a16="http://schemas.microsoft.com/office/drawing/2014/main" id="{C3906A3A-2D55-2C51-F997-FA44E18E70AC}"/>
              </a:ext>
            </a:extLst>
          </p:cNvPr>
          <p:cNvSpPr/>
          <p:nvPr/>
        </p:nvSpPr>
        <p:spPr>
          <a:xfrm>
            <a:off x="3840480" y="1801368"/>
            <a:ext cx="1389888" cy="3063240"/>
          </a:xfrm>
          <a:prstGeom prst="rect">
            <a:avLst/>
          </a:prstGeom>
          <a:noFill/>
          <a:ln/>
        </p:spPr>
        <p:txBody>
          <a:bodyPr wrap="square" rtlCol="0" anchor="t"/>
          <a:lstStyle/>
          <a:p>
            <a:r>
              <a:rPr lang="en-US" sz="1200" dirty="0">
                <a:solidFill>
                  <a:srgbClr val="1E293B"/>
                </a:solidFill>
                <a:latin typeface="Garamond" panose="02020404030301010803" pitchFamily="18" charset="0"/>
                <a:cs typeface="Calibri" pitchFamily="34" charset="-120"/>
              </a:rPr>
              <a:t>Grow each tree to maximum depth (low bias, high variance). No pruning. Each tree is a high-variance, low-bias estimator.</a:t>
            </a:r>
          </a:p>
        </p:txBody>
      </p:sp>
      <p:sp>
        <p:nvSpPr>
          <p:cNvPr id="20" name="Shape 18">
            <a:extLst>
              <a:ext uri="{FF2B5EF4-FFF2-40B4-BE49-F238E27FC236}">
                <a16:creationId xmlns:a16="http://schemas.microsoft.com/office/drawing/2014/main" id="{A43B06E3-B024-4507-7D0B-8711AE0C09C9}"/>
              </a:ext>
            </a:extLst>
          </p:cNvPr>
          <p:cNvSpPr/>
          <p:nvPr/>
        </p:nvSpPr>
        <p:spPr>
          <a:xfrm>
            <a:off x="5394960" y="1051560"/>
            <a:ext cx="1572768" cy="594360"/>
          </a:xfrm>
          <a:prstGeom prst="rect">
            <a:avLst/>
          </a:prstGeom>
          <a:solidFill>
            <a:srgbClr val="0D9488"/>
          </a:solidFill>
          <a:ln w="12700">
            <a:solidFill>
              <a:srgbClr val="0D9488"/>
            </a:solidFill>
            <a:prstDash val="solid"/>
          </a:ln>
        </p:spPr>
        <p:txBody>
          <a:bodyPr/>
          <a:lstStyle/>
          <a:p>
            <a:endParaRPr lang="en-IN"/>
          </a:p>
        </p:txBody>
      </p:sp>
      <p:sp>
        <p:nvSpPr>
          <p:cNvPr id="21" name="Text 19">
            <a:extLst>
              <a:ext uri="{FF2B5EF4-FFF2-40B4-BE49-F238E27FC236}">
                <a16:creationId xmlns:a16="http://schemas.microsoft.com/office/drawing/2014/main" id="{E54E2590-2946-A02D-A8AB-BDE92EDD5318}"/>
              </a:ext>
            </a:extLst>
          </p:cNvPr>
          <p:cNvSpPr/>
          <p:nvPr/>
        </p:nvSpPr>
        <p:spPr>
          <a:xfrm>
            <a:off x="5394960" y="1051560"/>
            <a:ext cx="1572768" cy="594360"/>
          </a:xfrm>
          <a:prstGeom prst="rect">
            <a:avLst/>
          </a:prstGeom>
          <a:noFill/>
          <a:ln/>
        </p:spPr>
        <p:txBody>
          <a:bodyPr wrap="square" rtlCol="0" anchor="ctr"/>
          <a:lstStyle/>
          <a:p>
            <a:pPr algn="ctr"/>
            <a:r>
              <a:rPr lang="en-US" sz="1400" b="1" dirty="0">
                <a:solidFill>
                  <a:srgbClr val="FFFFFF"/>
                </a:solidFill>
                <a:latin typeface="Garamond" panose="02020404030301010803" pitchFamily="18" charset="0"/>
                <a:cs typeface="Calibri" pitchFamily="34" charset="-120"/>
              </a:rPr>
              <a:t>Aggregate</a:t>
            </a:r>
          </a:p>
          <a:p>
            <a:pPr algn="ctr"/>
            <a:r>
              <a:rPr lang="en-US" sz="1400" b="1" dirty="0">
                <a:solidFill>
                  <a:srgbClr val="FFFFFF"/>
                </a:solidFill>
                <a:latin typeface="Garamond" panose="02020404030301010803" pitchFamily="18" charset="0"/>
                <a:cs typeface="Calibri" pitchFamily="34" charset="-120"/>
              </a:rPr>
              <a:t>Predictions</a:t>
            </a:r>
          </a:p>
        </p:txBody>
      </p:sp>
      <p:sp>
        <p:nvSpPr>
          <p:cNvPr id="22" name="Shape 20">
            <a:extLst>
              <a:ext uri="{FF2B5EF4-FFF2-40B4-BE49-F238E27FC236}">
                <a16:creationId xmlns:a16="http://schemas.microsoft.com/office/drawing/2014/main" id="{90CCA7A9-0B5D-74B0-D9F0-B221F584175D}"/>
              </a:ext>
            </a:extLst>
          </p:cNvPr>
          <p:cNvSpPr/>
          <p:nvPr/>
        </p:nvSpPr>
        <p:spPr>
          <a:xfrm>
            <a:off x="6967728" y="1348740"/>
            <a:ext cx="73152" cy="0"/>
          </a:xfrm>
          <a:prstGeom prst="line">
            <a:avLst/>
          </a:prstGeom>
          <a:noFill/>
          <a:ln w="25400">
            <a:solidFill>
              <a:srgbClr val="E59E0A"/>
            </a:solidFill>
            <a:prstDash val="solid"/>
          </a:ln>
        </p:spPr>
        <p:txBody>
          <a:bodyPr/>
          <a:lstStyle/>
          <a:p>
            <a:endParaRPr lang="en-IN"/>
          </a:p>
        </p:txBody>
      </p:sp>
      <p:sp>
        <p:nvSpPr>
          <p:cNvPr id="23" name="Shape 21">
            <a:extLst>
              <a:ext uri="{FF2B5EF4-FFF2-40B4-BE49-F238E27FC236}">
                <a16:creationId xmlns:a16="http://schemas.microsoft.com/office/drawing/2014/main" id="{EE021A9F-38FA-2C3B-C905-A065765FE1D5}"/>
              </a:ext>
            </a:extLst>
          </p:cNvPr>
          <p:cNvSpPr/>
          <p:nvPr/>
        </p:nvSpPr>
        <p:spPr>
          <a:xfrm>
            <a:off x="5394960" y="1709928"/>
            <a:ext cx="1572768" cy="3246120"/>
          </a:xfrm>
          <a:prstGeom prst="rect">
            <a:avLst/>
          </a:prstGeom>
          <a:solidFill>
            <a:srgbClr val="FFFFFF"/>
          </a:solidFill>
          <a:ln w="12700">
            <a:solidFill>
              <a:srgbClr val="E2E8F0"/>
            </a:solidFill>
            <a:prstDash val="solid"/>
          </a:ln>
          <a:effectLst>
            <a:outerShdw blurRad="88900" dist="38100" dir="8100000" algn="bl" rotWithShape="0">
              <a:srgbClr val="000000">
                <a:alpha val="11000"/>
              </a:srgbClr>
            </a:outerShdw>
          </a:effectLst>
        </p:spPr>
        <p:txBody>
          <a:bodyPr/>
          <a:lstStyle/>
          <a:p>
            <a:endParaRPr lang="en-IN"/>
          </a:p>
        </p:txBody>
      </p:sp>
      <p:sp>
        <p:nvSpPr>
          <p:cNvPr id="24" name="Text 22">
            <a:extLst>
              <a:ext uri="{FF2B5EF4-FFF2-40B4-BE49-F238E27FC236}">
                <a16:creationId xmlns:a16="http://schemas.microsoft.com/office/drawing/2014/main" id="{51108DBE-6475-34B3-88AD-63367E4E0344}"/>
              </a:ext>
            </a:extLst>
          </p:cNvPr>
          <p:cNvSpPr/>
          <p:nvPr/>
        </p:nvSpPr>
        <p:spPr>
          <a:xfrm>
            <a:off x="5486400" y="1801368"/>
            <a:ext cx="1389888" cy="3063240"/>
          </a:xfrm>
          <a:prstGeom prst="rect">
            <a:avLst/>
          </a:prstGeom>
          <a:noFill/>
          <a:ln/>
        </p:spPr>
        <p:txBody>
          <a:bodyPr wrap="square" rtlCol="0" anchor="t"/>
          <a:lstStyle/>
          <a:p>
            <a:r>
              <a:rPr lang="en-US" sz="1200" dirty="0">
                <a:solidFill>
                  <a:srgbClr val="1E293B"/>
                </a:solidFill>
                <a:latin typeface="Garamond" panose="02020404030301010803" pitchFamily="18" charset="0"/>
                <a:cs typeface="Calibri" pitchFamily="34" charset="-120"/>
              </a:rPr>
              <a:t>Classification: majority vote across all trees.</a:t>
            </a:r>
          </a:p>
          <a:p>
            <a:r>
              <a:rPr lang="en-US" sz="1200" dirty="0">
                <a:solidFill>
                  <a:srgbClr val="1E293B"/>
                </a:solidFill>
                <a:latin typeface="Garamond" panose="02020404030301010803" pitchFamily="18" charset="0"/>
                <a:cs typeface="Calibri" pitchFamily="34" charset="-120"/>
              </a:rPr>
              <a:t>Regression: average predictions.</a:t>
            </a:r>
          </a:p>
          <a:p>
            <a:r>
              <a:rPr lang="en-US" sz="1200" dirty="0">
                <a:solidFill>
                  <a:srgbClr val="1E293B"/>
                </a:solidFill>
                <a:latin typeface="Garamond" panose="02020404030301010803" pitchFamily="18" charset="0"/>
                <a:cs typeface="Calibri" pitchFamily="34" charset="-120"/>
              </a:rPr>
              <a:t>Averaging reduces variance while bias stays low.</a:t>
            </a:r>
          </a:p>
        </p:txBody>
      </p:sp>
      <p:sp>
        <p:nvSpPr>
          <p:cNvPr id="25" name="Shape 23">
            <a:extLst>
              <a:ext uri="{FF2B5EF4-FFF2-40B4-BE49-F238E27FC236}">
                <a16:creationId xmlns:a16="http://schemas.microsoft.com/office/drawing/2014/main" id="{EC585688-470E-9F08-AB7F-C8BF7A318F05}"/>
              </a:ext>
            </a:extLst>
          </p:cNvPr>
          <p:cNvSpPr/>
          <p:nvPr/>
        </p:nvSpPr>
        <p:spPr>
          <a:xfrm>
            <a:off x="7040880" y="1051560"/>
            <a:ext cx="1572768" cy="594360"/>
          </a:xfrm>
          <a:prstGeom prst="rect">
            <a:avLst/>
          </a:prstGeom>
          <a:solidFill>
            <a:srgbClr val="1C2B5E"/>
          </a:solidFill>
          <a:ln w="12700">
            <a:solidFill>
              <a:srgbClr val="1C2B5E"/>
            </a:solidFill>
            <a:prstDash val="solid"/>
          </a:ln>
        </p:spPr>
        <p:txBody>
          <a:bodyPr/>
          <a:lstStyle/>
          <a:p>
            <a:endParaRPr lang="en-IN"/>
          </a:p>
        </p:txBody>
      </p:sp>
      <p:sp>
        <p:nvSpPr>
          <p:cNvPr id="26" name="Text 24">
            <a:extLst>
              <a:ext uri="{FF2B5EF4-FFF2-40B4-BE49-F238E27FC236}">
                <a16:creationId xmlns:a16="http://schemas.microsoft.com/office/drawing/2014/main" id="{C4976D1D-573A-4D01-807E-C682BAE6D0F0}"/>
              </a:ext>
            </a:extLst>
          </p:cNvPr>
          <p:cNvSpPr/>
          <p:nvPr/>
        </p:nvSpPr>
        <p:spPr>
          <a:xfrm>
            <a:off x="7040880" y="1051560"/>
            <a:ext cx="1572768" cy="594360"/>
          </a:xfrm>
          <a:prstGeom prst="rect">
            <a:avLst/>
          </a:prstGeom>
          <a:noFill/>
          <a:ln/>
        </p:spPr>
        <p:txBody>
          <a:bodyPr wrap="square" rtlCol="0" anchor="ctr"/>
          <a:lstStyle/>
          <a:p>
            <a:pPr algn="ctr"/>
            <a:r>
              <a:rPr lang="en-US" sz="1400" b="1" dirty="0">
                <a:solidFill>
                  <a:srgbClr val="FFFFFF"/>
                </a:solidFill>
                <a:latin typeface="Garamond" panose="02020404030301010803" pitchFamily="18" charset="0"/>
                <a:cs typeface="Calibri" pitchFamily="34" charset="-120"/>
              </a:rPr>
              <a:t>OOB</a:t>
            </a:r>
          </a:p>
          <a:p>
            <a:pPr algn="ctr"/>
            <a:r>
              <a:rPr lang="en-US" sz="1400" b="1" dirty="0">
                <a:solidFill>
                  <a:srgbClr val="FFFFFF"/>
                </a:solidFill>
                <a:latin typeface="Garamond" panose="02020404030301010803" pitchFamily="18" charset="0"/>
                <a:cs typeface="Calibri" pitchFamily="34" charset="-120"/>
              </a:rPr>
              <a:t>Evaluation</a:t>
            </a:r>
          </a:p>
        </p:txBody>
      </p:sp>
      <p:sp>
        <p:nvSpPr>
          <p:cNvPr id="27" name="Shape 25">
            <a:extLst>
              <a:ext uri="{FF2B5EF4-FFF2-40B4-BE49-F238E27FC236}">
                <a16:creationId xmlns:a16="http://schemas.microsoft.com/office/drawing/2014/main" id="{5A231754-9E0C-AA15-3226-C8B724DE2B8A}"/>
              </a:ext>
            </a:extLst>
          </p:cNvPr>
          <p:cNvSpPr/>
          <p:nvPr/>
        </p:nvSpPr>
        <p:spPr>
          <a:xfrm>
            <a:off x="7040880" y="1709928"/>
            <a:ext cx="1572768" cy="3246120"/>
          </a:xfrm>
          <a:prstGeom prst="rect">
            <a:avLst/>
          </a:prstGeom>
          <a:solidFill>
            <a:srgbClr val="FFFFFF"/>
          </a:solidFill>
          <a:ln w="12700">
            <a:solidFill>
              <a:srgbClr val="E2E8F0"/>
            </a:solidFill>
            <a:prstDash val="solid"/>
          </a:ln>
          <a:effectLst>
            <a:outerShdw blurRad="88900" dist="38100" dir="8100000" algn="bl" rotWithShape="0">
              <a:srgbClr val="000000">
                <a:alpha val="11000"/>
              </a:srgbClr>
            </a:outerShdw>
          </a:effectLst>
        </p:spPr>
        <p:txBody>
          <a:bodyPr/>
          <a:lstStyle/>
          <a:p>
            <a:endParaRPr lang="en-IN"/>
          </a:p>
        </p:txBody>
      </p:sp>
      <p:sp>
        <p:nvSpPr>
          <p:cNvPr id="28" name="Text 26">
            <a:extLst>
              <a:ext uri="{FF2B5EF4-FFF2-40B4-BE49-F238E27FC236}">
                <a16:creationId xmlns:a16="http://schemas.microsoft.com/office/drawing/2014/main" id="{64DDCD2D-D2A9-6309-4504-A5373CF3A797}"/>
              </a:ext>
            </a:extLst>
          </p:cNvPr>
          <p:cNvSpPr/>
          <p:nvPr/>
        </p:nvSpPr>
        <p:spPr>
          <a:xfrm>
            <a:off x="7132320" y="1801368"/>
            <a:ext cx="1389888" cy="3063240"/>
          </a:xfrm>
          <a:prstGeom prst="rect">
            <a:avLst/>
          </a:prstGeom>
          <a:noFill/>
          <a:ln/>
        </p:spPr>
        <p:txBody>
          <a:bodyPr wrap="square" rtlCol="0" anchor="t"/>
          <a:lstStyle/>
          <a:p>
            <a:r>
              <a:rPr lang="en-US" sz="1200" dirty="0">
                <a:solidFill>
                  <a:srgbClr val="1E293B"/>
                </a:solidFill>
                <a:latin typeface="Garamond" panose="02020404030301010803" pitchFamily="18" charset="0"/>
                <a:cs typeface="Calibri" pitchFamily="34" charset="-120"/>
              </a:rPr>
              <a:t>Each observation is OOB for ~37% of trees. Evaluate on OOB samples → free internal validation without a separate validation set.</a:t>
            </a:r>
          </a:p>
        </p:txBody>
      </p:sp>
      <p:sp>
        <p:nvSpPr>
          <p:cNvPr id="29" name="Shape 27">
            <a:extLst>
              <a:ext uri="{FF2B5EF4-FFF2-40B4-BE49-F238E27FC236}">
                <a16:creationId xmlns:a16="http://schemas.microsoft.com/office/drawing/2014/main" id="{D01E3F91-37AE-44BA-1576-1E9D480C7C1F}"/>
              </a:ext>
            </a:extLst>
          </p:cNvPr>
          <p:cNvSpPr/>
          <p:nvPr/>
        </p:nvSpPr>
        <p:spPr>
          <a:xfrm>
            <a:off x="457200" y="4526280"/>
            <a:ext cx="8229600" cy="411480"/>
          </a:xfrm>
          <a:prstGeom prst="rect">
            <a:avLst/>
          </a:prstGeom>
          <a:solidFill>
            <a:srgbClr val="E3F2FD"/>
          </a:solidFill>
          <a:ln w="12700">
            <a:solidFill>
              <a:srgbClr val="42A5F5"/>
            </a:solidFill>
            <a:prstDash val="solid"/>
          </a:ln>
        </p:spPr>
        <p:txBody>
          <a:bodyPr/>
          <a:lstStyle/>
          <a:p>
            <a:endParaRPr lang="en-IN"/>
          </a:p>
        </p:txBody>
      </p:sp>
      <p:sp>
        <p:nvSpPr>
          <p:cNvPr id="30" name="Text 28">
            <a:extLst>
              <a:ext uri="{FF2B5EF4-FFF2-40B4-BE49-F238E27FC236}">
                <a16:creationId xmlns:a16="http://schemas.microsoft.com/office/drawing/2014/main" id="{DB71E535-A30F-C969-3732-1E41C0692754}"/>
              </a:ext>
            </a:extLst>
          </p:cNvPr>
          <p:cNvSpPr/>
          <p:nvPr/>
        </p:nvSpPr>
        <p:spPr>
          <a:xfrm>
            <a:off x="594360" y="4526280"/>
            <a:ext cx="7955280" cy="365760"/>
          </a:xfrm>
          <a:prstGeom prst="rect">
            <a:avLst/>
          </a:prstGeom>
          <a:noFill/>
          <a:ln/>
        </p:spPr>
        <p:txBody>
          <a:bodyPr wrap="square" rtlCol="0" anchor="ctr"/>
          <a:lstStyle/>
          <a:p>
            <a:r>
              <a:rPr lang="en-US" sz="1000" b="1" dirty="0">
                <a:solidFill>
                  <a:srgbClr val="1565C0"/>
                </a:solidFill>
                <a:latin typeface="Garamond" panose="02020404030301010803" pitchFamily="18" charset="0"/>
                <a:cs typeface="Calibri" pitchFamily="34" charset="-120"/>
              </a:rPr>
              <a:t>Key hyperparameters: n_estimators (more = better, diminishing returns), max_features (√p for classification, p/3 for regression), max_depth</a:t>
            </a:r>
          </a:p>
        </p:txBody>
      </p:sp>
    </p:spTree>
    <p:extLst>
      <p:ext uri="{BB962C8B-B14F-4D97-AF65-F5344CB8AC3E}">
        <p14:creationId xmlns:p14="http://schemas.microsoft.com/office/powerpoint/2010/main" val="306578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7D202-3411-86E8-5A19-19370A0B550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C115F07-A3D4-721C-3545-C638A0980E6B}"/>
              </a:ext>
            </a:extLst>
          </p:cNvPr>
          <p:cNvSpPr/>
          <p:nvPr/>
        </p:nvSpPr>
        <p:spPr>
          <a:xfrm>
            <a:off x="0" y="0"/>
            <a:ext cx="9144000" cy="301752"/>
          </a:xfrm>
          <a:prstGeom prst="rect">
            <a:avLst/>
          </a:prstGeom>
          <a:solidFill>
            <a:srgbClr val="1565C0"/>
          </a:solidFill>
          <a:ln w="12700">
            <a:solidFill>
              <a:srgbClr val="1565C0"/>
            </a:solidFill>
            <a:prstDash val="solid"/>
          </a:ln>
        </p:spPr>
        <p:txBody>
          <a:bodyPr/>
          <a:lstStyle/>
          <a:p>
            <a:endParaRPr lang="en-IN"/>
          </a:p>
        </p:txBody>
      </p:sp>
      <p:sp>
        <p:nvSpPr>
          <p:cNvPr id="3" name="Text 1">
            <a:extLst>
              <a:ext uri="{FF2B5EF4-FFF2-40B4-BE49-F238E27FC236}">
                <a16:creationId xmlns:a16="http://schemas.microsoft.com/office/drawing/2014/main" id="{82C520E3-0B30-7F18-35FE-D39B98031B27}"/>
              </a:ext>
            </a:extLst>
          </p:cNvPr>
          <p:cNvSpPr/>
          <p:nvPr/>
        </p:nvSpPr>
        <p:spPr>
          <a:xfrm>
            <a:off x="274320" y="36576"/>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KEY ALGORITHMS</a:t>
            </a:r>
            <a:endParaRPr lang="en-US" sz="800" dirty="0"/>
          </a:p>
        </p:txBody>
      </p:sp>
      <p:sp>
        <p:nvSpPr>
          <p:cNvPr id="4" name="Text 2">
            <a:extLst>
              <a:ext uri="{FF2B5EF4-FFF2-40B4-BE49-F238E27FC236}">
                <a16:creationId xmlns:a16="http://schemas.microsoft.com/office/drawing/2014/main" id="{012228F6-019B-CFA3-4D36-6366D5A1A002}"/>
              </a:ext>
            </a:extLst>
          </p:cNvPr>
          <p:cNvSpPr/>
          <p:nvPr/>
        </p:nvSpPr>
        <p:spPr>
          <a:xfrm>
            <a:off x="457200" y="347472"/>
            <a:ext cx="8229600" cy="603504"/>
          </a:xfrm>
          <a:prstGeom prst="rect">
            <a:avLst/>
          </a:prstGeom>
          <a:noFill/>
          <a:ln/>
        </p:spPr>
        <p:txBody>
          <a:bodyPr wrap="square" rtlCol="0" anchor="ctr"/>
          <a:lstStyle/>
          <a:p>
            <a:pPr marL="0" indent="0">
              <a:buNone/>
            </a:pPr>
            <a:r>
              <a:rPr lang="en-US" sz="2700" b="1" dirty="0">
                <a:solidFill>
                  <a:srgbClr val="1C2B5E"/>
                </a:solidFill>
                <a:latin typeface="Calibri" pitchFamily="34" charset="0"/>
                <a:ea typeface="Calibri" pitchFamily="34" charset="-122"/>
                <a:cs typeface="Calibri" pitchFamily="34" charset="-120"/>
              </a:rPr>
              <a:t>Random Forests vs. Decision Tree</a:t>
            </a:r>
            <a:endParaRPr lang="en-US" sz="2700" dirty="0"/>
          </a:p>
        </p:txBody>
      </p:sp>
      <p:graphicFrame>
        <p:nvGraphicFramePr>
          <p:cNvPr id="5" name="Table 4">
            <a:extLst>
              <a:ext uri="{FF2B5EF4-FFF2-40B4-BE49-F238E27FC236}">
                <a16:creationId xmlns:a16="http://schemas.microsoft.com/office/drawing/2014/main" id="{E3E5EB5C-F5E6-AB36-7761-C9F1AFCB619D}"/>
              </a:ext>
            </a:extLst>
          </p:cNvPr>
          <p:cNvGraphicFramePr>
            <a:graphicFrameLocks noGrp="1"/>
          </p:cNvGraphicFramePr>
          <p:nvPr>
            <p:extLst>
              <p:ext uri="{D42A27DB-BD31-4B8C-83A1-F6EECF244321}">
                <p14:modId xmlns:p14="http://schemas.microsoft.com/office/powerpoint/2010/main" val="2939395593"/>
              </p:ext>
            </p:extLst>
          </p:nvPr>
        </p:nvGraphicFramePr>
        <p:xfrm>
          <a:off x="1073726" y="1014156"/>
          <a:ext cx="6234546" cy="3781871"/>
        </p:xfrm>
        <a:graphic>
          <a:graphicData uri="http://schemas.openxmlformats.org/drawingml/2006/table">
            <a:tbl>
              <a:tblPr firstRow="1" bandRow="1">
                <a:tableStyleId>{5C22544A-7EE6-4342-B048-85BDC9FD1C3A}</a:tableStyleId>
              </a:tblPr>
              <a:tblGrid>
                <a:gridCol w="2078182">
                  <a:extLst>
                    <a:ext uri="{9D8B030D-6E8A-4147-A177-3AD203B41FA5}">
                      <a16:colId xmlns:a16="http://schemas.microsoft.com/office/drawing/2014/main" val="425342146"/>
                    </a:ext>
                  </a:extLst>
                </a:gridCol>
                <a:gridCol w="2078182">
                  <a:extLst>
                    <a:ext uri="{9D8B030D-6E8A-4147-A177-3AD203B41FA5}">
                      <a16:colId xmlns:a16="http://schemas.microsoft.com/office/drawing/2014/main" val="2393618749"/>
                    </a:ext>
                  </a:extLst>
                </a:gridCol>
                <a:gridCol w="2078182">
                  <a:extLst>
                    <a:ext uri="{9D8B030D-6E8A-4147-A177-3AD203B41FA5}">
                      <a16:colId xmlns:a16="http://schemas.microsoft.com/office/drawing/2014/main" val="1444545873"/>
                    </a:ext>
                  </a:extLst>
                </a:gridCol>
              </a:tblGrid>
              <a:tr h="318838">
                <a:tc>
                  <a:txBody>
                    <a:bodyPr/>
                    <a:lstStyle/>
                    <a:p>
                      <a:pPr algn="ctr"/>
                      <a:r>
                        <a:rPr lang="en-US" sz="1400" dirty="0">
                          <a:latin typeface="Garamond" panose="02020404030301010803" pitchFamily="18" charset="0"/>
                        </a:rPr>
                        <a:t>Aspect</a:t>
                      </a:r>
                      <a:endParaRPr lang="en-IN" sz="1400" dirty="0">
                        <a:latin typeface="Garamond" panose="02020404030301010803" pitchFamily="18" charset="0"/>
                      </a:endParaRPr>
                    </a:p>
                  </a:txBody>
                  <a:tcPr/>
                </a:tc>
                <a:tc>
                  <a:txBody>
                    <a:bodyPr/>
                    <a:lstStyle/>
                    <a:p>
                      <a:pPr algn="ctr"/>
                      <a:r>
                        <a:rPr lang="en-US" sz="1400" dirty="0">
                          <a:latin typeface="Garamond" panose="02020404030301010803" pitchFamily="18" charset="0"/>
                        </a:rPr>
                        <a:t>Decision Tree</a:t>
                      </a:r>
                      <a:endParaRPr lang="en-IN" sz="1400" dirty="0">
                        <a:latin typeface="Garamond" panose="02020404030301010803" pitchFamily="18" charset="0"/>
                      </a:endParaRPr>
                    </a:p>
                  </a:txBody>
                  <a:tcPr/>
                </a:tc>
                <a:tc>
                  <a:txBody>
                    <a:bodyPr/>
                    <a:lstStyle/>
                    <a:p>
                      <a:pPr algn="ctr"/>
                      <a:r>
                        <a:rPr lang="en-US" sz="1400" dirty="0">
                          <a:latin typeface="Garamond" panose="02020404030301010803" pitchFamily="18" charset="0"/>
                        </a:rPr>
                        <a:t>Random Forest</a:t>
                      </a:r>
                      <a:endParaRPr lang="en-IN" sz="1400" dirty="0">
                        <a:latin typeface="Garamond" panose="02020404030301010803" pitchFamily="18" charset="0"/>
                      </a:endParaRPr>
                    </a:p>
                  </a:txBody>
                  <a:tcPr/>
                </a:tc>
                <a:extLst>
                  <a:ext uri="{0D108BD9-81ED-4DB2-BD59-A6C34878D82A}">
                    <a16:rowId xmlns:a16="http://schemas.microsoft.com/office/drawing/2014/main" val="1894119137"/>
                  </a:ext>
                </a:extLst>
              </a:tr>
              <a:tr h="286954">
                <a:tc>
                  <a:txBody>
                    <a:bodyPr/>
                    <a:lstStyle/>
                    <a:p>
                      <a:r>
                        <a:rPr lang="en-US" sz="1200" dirty="0">
                          <a:latin typeface="Garamond" panose="02020404030301010803" pitchFamily="18" charset="0"/>
                        </a:rPr>
                        <a:t>Accuracy</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Moderate</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Higher</a:t>
                      </a:r>
                      <a:endParaRPr lang="en-IN" sz="1200" dirty="0">
                        <a:latin typeface="Garamond" panose="02020404030301010803" pitchFamily="18" charset="0"/>
                      </a:endParaRPr>
                    </a:p>
                  </a:txBody>
                  <a:tcPr/>
                </a:tc>
                <a:extLst>
                  <a:ext uri="{0D108BD9-81ED-4DB2-BD59-A6C34878D82A}">
                    <a16:rowId xmlns:a16="http://schemas.microsoft.com/office/drawing/2014/main" val="151378738"/>
                  </a:ext>
                </a:extLst>
              </a:tr>
              <a:tr h="286954">
                <a:tc>
                  <a:txBody>
                    <a:bodyPr/>
                    <a:lstStyle/>
                    <a:p>
                      <a:r>
                        <a:rPr lang="en-US" sz="1200" dirty="0">
                          <a:latin typeface="Garamond" panose="02020404030301010803" pitchFamily="18" charset="0"/>
                        </a:rPr>
                        <a:t>Overfitting</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High</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Low</a:t>
                      </a:r>
                      <a:endParaRPr lang="en-IN" sz="1200" dirty="0">
                        <a:latin typeface="Garamond" panose="02020404030301010803" pitchFamily="18" charset="0"/>
                      </a:endParaRPr>
                    </a:p>
                  </a:txBody>
                  <a:tcPr/>
                </a:tc>
                <a:extLst>
                  <a:ext uri="{0D108BD9-81ED-4DB2-BD59-A6C34878D82A}">
                    <a16:rowId xmlns:a16="http://schemas.microsoft.com/office/drawing/2014/main" val="2437771585"/>
                  </a:ext>
                </a:extLst>
              </a:tr>
              <a:tr h="286954">
                <a:tc>
                  <a:txBody>
                    <a:bodyPr/>
                    <a:lstStyle/>
                    <a:p>
                      <a:r>
                        <a:rPr lang="en-US" sz="1200" dirty="0">
                          <a:latin typeface="Garamond" panose="02020404030301010803" pitchFamily="18" charset="0"/>
                        </a:rPr>
                        <a:t>Interpretability</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Excellent</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Moderate/Poor</a:t>
                      </a:r>
                      <a:endParaRPr lang="en-IN" sz="1200" dirty="0">
                        <a:latin typeface="Garamond" panose="02020404030301010803" pitchFamily="18" charset="0"/>
                      </a:endParaRPr>
                    </a:p>
                  </a:txBody>
                  <a:tcPr/>
                </a:tc>
                <a:extLst>
                  <a:ext uri="{0D108BD9-81ED-4DB2-BD59-A6C34878D82A}">
                    <a16:rowId xmlns:a16="http://schemas.microsoft.com/office/drawing/2014/main" val="2768899312"/>
                  </a:ext>
                </a:extLst>
              </a:tr>
              <a:tr h="286954">
                <a:tc>
                  <a:txBody>
                    <a:bodyPr/>
                    <a:lstStyle/>
                    <a:p>
                      <a:r>
                        <a:rPr lang="en-US" sz="1200" dirty="0">
                          <a:latin typeface="Garamond" panose="02020404030301010803" pitchFamily="18" charset="0"/>
                        </a:rPr>
                        <a:t>Training Speed</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Fast</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Slower</a:t>
                      </a:r>
                      <a:endParaRPr lang="en-IN" sz="1200" dirty="0">
                        <a:latin typeface="Garamond" panose="02020404030301010803" pitchFamily="18" charset="0"/>
                      </a:endParaRPr>
                    </a:p>
                  </a:txBody>
                  <a:tcPr/>
                </a:tc>
                <a:extLst>
                  <a:ext uri="{0D108BD9-81ED-4DB2-BD59-A6C34878D82A}">
                    <a16:rowId xmlns:a16="http://schemas.microsoft.com/office/drawing/2014/main" val="1075664999"/>
                  </a:ext>
                </a:extLst>
              </a:tr>
              <a:tr h="286954">
                <a:tc>
                  <a:txBody>
                    <a:bodyPr/>
                    <a:lstStyle/>
                    <a:p>
                      <a:r>
                        <a:rPr lang="en-US" sz="1200" dirty="0">
                          <a:latin typeface="Garamond" panose="02020404030301010803" pitchFamily="18" charset="0"/>
                        </a:rPr>
                        <a:t>Prediction Speed</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Very Fast</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Slower</a:t>
                      </a:r>
                      <a:endParaRPr lang="en-IN" sz="1200" dirty="0">
                        <a:latin typeface="Garamond" panose="02020404030301010803" pitchFamily="18" charset="0"/>
                      </a:endParaRPr>
                    </a:p>
                  </a:txBody>
                  <a:tcPr/>
                </a:tc>
                <a:extLst>
                  <a:ext uri="{0D108BD9-81ED-4DB2-BD59-A6C34878D82A}">
                    <a16:rowId xmlns:a16="http://schemas.microsoft.com/office/drawing/2014/main" val="580172208"/>
                  </a:ext>
                </a:extLst>
              </a:tr>
              <a:tr h="286954">
                <a:tc>
                  <a:txBody>
                    <a:bodyPr/>
                    <a:lstStyle/>
                    <a:p>
                      <a:r>
                        <a:rPr lang="en-US" sz="1200" dirty="0">
                          <a:latin typeface="Garamond" panose="02020404030301010803" pitchFamily="18" charset="0"/>
                        </a:rPr>
                        <a:t>Complexity</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Simple</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More complex</a:t>
                      </a:r>
                      <a:endParaRPr lang="en-IN" sz="1200" dirty="0">
                        <a:latin typeface="Garamond" panose="02020404030301010803" pitchFamily="18" charset="0"/>
                      </a:endParaRPr>
                    </a:p>
                  </a:txBody>
                  <a:tcPr/>
                </a:tc>
                <a:extLst>
                  <a:ext uri="{0D108BD9-81ED-4DB2-BD59-A6C34878D82A}">
                    <a16:rowId xmlns:a16="http://schemas.microsoft.com/office/drawing/2014/main" val="3721408509"/>
                  </a:ext>
                </a:extLst>
              </a:tr>
              <a:tr h="344572">
                <a:tc>
                  <a:txBody>
                    <a:bodyPr/>
                    <a:lstStyle/>
                    <a:p>
                      <a:r>
                        <a:rPr lang="en-US" sz="1200" dirty="0">
                          <a:latin typeface="Garamond" panose="02020404030301010803" pitchFamily="18" charset="0"/>
                        </a:rPr>
                        <a:t>Scalability</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Limited</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Better for larger dataset</a:t>
                      </a:r>
                      <a:endParaRPr lang="en-IN" sz="1200" dirty="0">
                        <a:latin typeface="Garamond" panose="02020404030301010803" pitchFamily="18" charset="0"/>
                      </a:endParaRPr>
                    </a:p>
                  </a:txBody>
                  <a:tcPr/>
                </a:tc>
                <a:extLst>
                  <a:ext uri="{0D108BD9-81ED-4DB2-BD59-A6C34878D82A}">
                    <a16:rowId xmlns:a16="http://schemas.microsoft.com/office/drawing/2014/main" val="2642627539"/>
                  </a:ext>
                </a:extLst>
              </a:tr>
              <a:tr h="286954">
                <a:tc>
                  <a:txBody>
                    <a:bodyPr/>
                    <a:lstStyle/>
                    <a:p>
                      <a:r>
                        <a:rPr lang="en-US" sz="1200" dirty="0">
                          <a:latin typeface="Garamond" panose="02020404030301010803" pitchFamily="18" charset="0"/>
                        </a:rPr>
                        <a:t>Robustness to Noise</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Sensitive</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More Robust</a:t>
                      </a:r>
                      <a:endParaRPr lang="en-IN" sz="1200" dirty="0">
                        <a:latin typeface="Garamond" panose="02020404030301010803" pitchFamily="18" charset="0"/>
                      </a:endParaRPr>
                    </a:p>
                  </a:txBody>
                  <a:tcPr/>
                </a:tc>
                <a:extLst>
                  <a:ext uri="{0D108BD9-81ED-4DB2-BD59-A6C34878D82A}">
                    <a16:rowId xmlns:a16="http://schemas.microsoft.com/office/drawing/2014/main" val="1743263581"/>
                  </a:ext>
                </a:extLst>
              </a:tr>
              <a:tr h="344572">
                <a:tc>
                  <a:txBody>
                    <a:bodyPr/>
                    <a:lstStyle/>
                    <a:p>
                      <a:r>
                        <a:rPr lang="en-US" sz="1200" dirty="0">
                          <a:latin typeface="Garamond" panose="02020404030301010803" pitchFamily="18" charset="0"/>
                        </a:rPr>
                        <a:t>Feature Selection</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Implicitly performs selection</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Uses random feature subsets</a:t>
                      </a:r>
                      <a:endParaRPr lang="en-IN" sz="1200" dirty="0">
                        <a:latin typeface="Garamond" panose="02020404030301010803" pitchFamily="18" charset="0"/>
                      </a:endParaRPr>
                    </a:p>
                  </a:txBody>
                  <a:tcPr/>
                </a:tc>
                <a:extLst>
                  <a:ext uri="{0D108BD9-81ED-4DB2-BD59-A6C34878D82A}">
                    <a16:rowId xmlns:a16="http://schemas.microsoft.com/office/drawing/2014/main" val="2325660010"/>
                  </a:ext>
                </a:extLst>
              </a:tr>
              <a:tr h="286954">
                <a:tc>
                  <a:txBody>
                    <a:bodyPr/>
                    <a:lstStyle/>
                    <a:p>
                      <a:r>
                        <a:rPr lang="en-US" sz="1200" dirty="0">
                          <a:latin typeface="Garamond" panose="02020404030301010803" pitchFamily="18" charset="0"/>
                        </a:rPr>
                        <a:t>Memory Usage</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Low</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Higher</a:t>
                      </a:r>
                      <a:endParaRPr lang="en-IN" sz="1200" dirty="0">
                        <a:latin typeface="Garamond" panose="02020404030301010803" pitchFamily="18" charset="0"/>
                      </a:endParaRPr>
                    </a:p>
                  </a:txBody>
                  <a:tcPr/>
                </a:tc>
                <a:extLst>
                  <a:ext uri="{0D108BD9-81ED-4DB2-BD59-A6C34878D82A}">
                    <a16:rowId xmlns:a16="http://schemas.microsoft.com/office/drawing/2014/main" val="2115077571"/>
                  </a:ext>
                </a:extLst>
              </a:tr>
              <a:tr h="478257">
                <a:tc>
                  <a:txBody>
                    <a:bodyPr/>
                    <a:lstStyle/>
                    <a:p>
                      <a:r>
                        <a:rPr lang="en-US" sz="1200" dirty="0">
                          <a:latin typeface="Garamond" panose="02020404030301010803" pitchFamily="18" charset="0"/>
                        </a:rPr>
                        <a:t>Best Use Case</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Simple, Explainable Models</a:t>
                      </a:r>
                      <a:endParaRPr lang="en-IN" sz="1200" dirty="0">
                        <a:latin typeface="Garamond" panose="02020404030301010803" pitchFamily="18" charset="0"/>
                      </a:endParaRPr>
                    </a:p>
                  </a:txBody>
                  <a:tcPr/>
                </a:tc>
                <a:tc>
                  <a:txBody>
                    <a:bodyPr/>
                    <a:lstStyle/>
                    <a:p>
                      <a:r>
                        <a:rPr lang="en-US" sz="1200" dirty="0">
                          <a:latin typeface="Garamond" panose="02020404030301010803" pitchFamily="18" charset="0"/>
                        </a:rPr>
                        <a:t>High-accuracy Predictive Models</a:t>
                      </a:r>
                      <a:endParaRPr lang="en-IN" sz="1200" dirty="0">
                        <a:latin typeface="Garamond" panose="02020404030301010803" pitchFamily="18" charset="0"/>
                      </a:endParaRPr>
                    </a:p>
                  </a:txBody>
                  <a:tcPr/>
                </a:tc>
                <a:extLst>
                  <a:ext uri="{0D108BD9-81ED-4DB2-BD59-A6C34878D82A}">
                    <a16:rowId xmlns:a16="http://schemas.microsoft.com/office/drawing/2014/main" val="4202317050"/>
                  </a:ext>
                </a:extLst>
              </a:tr>
            </a:tbl>
          </a:graphicData>
        </a:graphic>
      </p:graphicFrame>
    </p:spTree>
    <p:extLst>
      <p:ext uri="{BB962C8B-B14F-4D97-AF65-F5344CB8AC3E}">
        <p14:creationId xmlns:p14="http://schemas.microsoft.com/office/powerpoint/2010/main" val="1518160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301752"/>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36576"/>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KEY ALGORITHMS</a:t>
            </a:r>
            <a:endParaRPr lang="en-US" sz="800" dirty="0"/>
          </a:p>
        </p:txBody>
      </p:sp>
      <p:sp>
        <p:nvSpPr>
          <p:cNvPr id="4" name="Text 2"/>
          <p:cNvSpPr/>
          <p:nvPr/>
        </p:nvSpPr>
        <p:spPr>
          <a:xfrm>
            <a:off x="457200" y="347472"/>
            <a:ext cx="8229600" cy="603504"/>
          </a:xfrm>
          <a:prstGeom prst="rect">
            <a:avLst/>
          </a:prstGeom>
          <a:noFill/>
          <a:ln/>
        </p:spPr>
        <p:txBody>
          <a:bodyPr wrap="square" rtlCol="0" anchor="ctr"/>
          <a:lstStyle/>
          <a:p>
            <a:pPr marL="0" indent="0">
              <a:buNone/>
            </a:pPr>
            <a:r>
              <a:rPr lang="en-US" sz="2700" b="1" dirty="0" err="1">
                <a:solidFill>
                  <a:srgbClr val="1C2B5E"/>
                </a:solidFill>
                <a:latin typeface="Calibri" pitchFamily="34" charset="0"/>
                <a:ea typeface="Calibri" pitchFamily="34" charset="-122"/>
                <a:cs typeface="Calibri" pitchFamily="34" charset="-120"/>
              </a:rPr>
              <a:t>XGBoost</a:t>
            </a:r>
            <a:r>
              <a:rPr lang="en-US" sz="2700" b="1" dirty="0">
                <a:solidFill>
                  <a:srgbClr val="1C2B5E"/>
                </a:solidFill>
                <a:latin typeface="Calibri" pitchFamily="34" charset="0"/>
                <a:ea typeface="Calibri" pitchFamily="34" charset="-122"/>
                <a:cs typeface="Calibri" pitchFamily="34" charset="-120"/>
              </a:rPr>
              <a:t>— Sequential Error Correction</a:t>
            </a:r>
            <a:endParaRPr lang="en-US" sz="2700" dirty="0"/>
          </a:p>
        </p:txBody>
      </p:sp>
      <p:sp>
        <p:nvSpPr>
          <p:cNvPr id="13" name="Text 3">
            <a:extLst>
              <a:ext uri="{FF2B5EF4-FFF2-40B4-BE49-F238E27FC236}">
                <a16:creationId xmlns:a16="http://schemas.microsoft.com/office/drawing/2014/main" id="{51D88549-094B-93FC-8A93-C1B97807A3CB}"/>
              </a:ext>
            </a:extLst>
          </p:cNvPr>
          <p:cNvSpPr/>
          <p:nvPr/>
        </p:nvSpPr>
        <p:spPr>
          <a:xfrm>
            <a:off x="457200" y="1051560"/>
            <a:ext cx="8229600" cy="3977640"/>
          </a:xfrm>
          <a:prstGeom prst="rect">
            <a:avLst/>
          </a:prstGeom>
          <a:noFill/>
          <a:ln/>
        </p:spPr>
        <p:txBody>
          <a:bodyPr wrap="square" rtlCol="0" anchor="t"/>
          <a:lstStyle/>
          <a:p>
            <a:pPr marL="342900" indent="-342900">
              <a:spcAft>
                <a:spcPts val="500"/>
              </a:spcAft>
              <a:buSzPct val="100000"/>
              <a:buChar char="•"/>
            </a:pPr>
            <a:r>
              <a:rPr lang="en-IN" sz="1300" dirty="0" err="1">
                <a:latin typeface="Garamond" panose="02020404030301010803" pitchFamily="18" charset="0"/>
              </a:rPr>
              <a:t>XGBoost</a:t>
            </a:r>
            <a:r>
              <a:rPr lang="en-IN" sz="1300" dirty="0">
                <a:latin typeface="Garamond" panose="02020404030301010803" pitchFamily="18" charset="0"/>
              </a:rPr>
              <a:t> is an advanced boosting algorithm that builds decision trees sequentially, learns from previous errors, uses regularisation to avoid overfitting, and delivers highly accurate predictions on structured data.</a:t>
            </a:r>
          </a:p>
          <a:p>
            <a:pPr marL="342900" indent="-342900">
              <a:spcAft>
                <a:spcPts val="500"/>
              </a:spcAft>
              <a:buSzPct val="100000"/>
              <a:buChar char="•"/>
            </a:pPr>
            <a:r>
              <a:rPr lang="en-IN" sz="1300" dirty="0">
                <a:latin typeface="Garamond" panose="02020404030301010803" pitchFamily="18" charset="0"/>
              </a:rPr>
              <a:t>Uses gradient descent-based optimization to improve predictions and to minimise loss function such as RMSE and Log Loss.</a:t>
            </a:r>
          </a:p>
          <a:p>
            <a:pPr marL="342900" indent="-342900">
              <a:spcAft>
                <a:spcPts val="500"/>
              </a:spcAft>
              <a:buSzPct val="100000"/>
              <a:buChar char="•"/>
            </a:pPr>
            <a:r>
              <a:rPr lang="en-IN" sz="1300" dirty="0">
                <a:latin typeface="Garamond" panose="02020404030301010803" pitchFamily="18" charset="0"/>
              </a:rPr>
              <a:t>Built-in regularization: Includes L1 and L2 regularization to control model complexity. Help prevent overfitting and improve generalization.</a:t>
            </a:r>
          </a:p>
          <a:p>
            <a:pPr marL="342900" indent="-342900">
              <a:spcAft>
                <a:spcPts val="500"/>
              </a:spcAft>
              <a:buSzPct val="100000"/>
              <a:buChar char="•"/>
            </a:pPr>
            <a:r>
              <a:rPr lang="en-IN" sz="1300" dirty="0">
                <a:latin typeface="Garamond" panose="02020404030301010803" pitchFamily="18" charset="0"/>
              </a:rPr>
              <a:t>Learns the best path for records with missing values during training, therefore handles missing values automatically.</a:t>
            </a:r>
          </a:p>
          <a:p>
            <a:pPr marL="342900" indent="-342900">
              <a:spcAft>
                <a:spcPts val="500"/>
              </a:spcAft>
              <a:buSzPct val="100000"/>
              <a:buChar char="•"/>
            </a:pPr>
            <a:r>
              <a:rPr lang="en-IN" sz="1300" dirty="0">
                <a:latin typeface="Garamond" panose="02020404030301010803" pitchFamily="18" charset="0"/>
              </a:rPr>
              <a:t>Works best with structured data (e.g. tabular business and healthcare datasets)</a:t>
            </a:r>
          </a:p>
          <a:p>
            <a:pPr marL="342900" indent="-342900">
              <a:spcAft>
                <a:spcPts val="500"/>
              </a:spcAft>
              <a:buSzPct val="100000"/>
              <a:buChar char="•"/>
            </a:pPr>
            <a:r>
              <a:rPr lang="en-IN" sz="1300" dirty="0">
                <a:latin typeface="Garamond" panose="02020404030301010803" pitchFamily="18" charset="0"/>
              </a:rPr>
              <a:t>Provides feature importance by identifying features that contribute most to predictions.</a:t>
            </a:r>
          </a:p>
          <a:p>
            <a:pPr marL="342900" indent="-342900">
              <a:spcAft>
                <a:spcPts val="500"/>
              </a:spcAft>
              <a:buSzPct val="100000"/>
              <a:buChar char="•"/>
            </a:pPr>
            <a:r>
              <a:rPr lang="en-IN" sz="1300" b="1" dirty="0">
                <a:latin typeface="Garamond" panose="02020404030301010803" pitchFamily="18" charset="0"/>
              </a:rPr>
              <a:t>Initial Prediction </a:t>
            </a:r>
            <a:r>
              <a:rPr lang="en-IN" sz="1300" b="1" dirty="0">
                <a:latin typeface="Garamond" panose="02020404030301010803" pitchFamily="18" charset="0"/>
                <a:sym typeface="Wingdings" panose="05000000000000000000" pitchFamily="2" charset="2"/>
              </a:rPr>
              <a:t> </a:t>
            </a:r>
            <a:r>
              <a:rPr lang="en-IN" sz="1300" b="1" dirty="0">
                <a:latin typeface="Garamond" panose="02020404030301010803" pitchFamily="18" charset="0"/>
              </a:rPr>
              <a:t>Calculate Errors </a:t>
            </a:r>
            <a:r>
              <a:rPr lang="en-IN" sz="1300" b="1" dirty="0">
                <a:latin typeface="Garamond" panose="02020404030301010803" pitchFamily="18" charset="0"/>
                <a:sym typeface="Wingdings" panose="05000000000000000000" pitchFamily="2" charset="2"/>
              </a:rPr>
              <a:t></a:t>
            </a:r>
            <a:r>
              <a:rPr lang="en-IN" sz="1300" b="1" dirty="0">
                <a:latin typeface="Garamond" panose="02020404030301010803" pitchFamily="18" charset="0"/>
              </a:rPr>
              <a:t> Build New Tree to Correct Errors </a:t>
            </a:r>
            <a:r>
              <a:rPr lang="en-IN" sz="1300" b="1" dirty="0">
                <a:latin typeface="Garamond" panose="02020404030301010803" pitchFamily="18" charset="0"/>
                <a:sym typeface="Wingdings" panose="05000000000000000000" pitchFamily="2" charset="2"/>
              </a:rPr>
              <a:t></a:t>
            </a:r>
            <a:r>
              <a:rPr lang="en-IN" sz="1300" b="1" dirty="0">
                <a:latin typeface="Garamond" panose="02020404030301010803" pitchFamily="18" charset="0"/>
              </a:rPr>
              <a:t> Update Prediction </a:t>
            </a:r>
            <a:r>
              <a:rPr lang="en-IN" sz="1300" b="1" dirty="0">
                <a:latin typeface="Garamond" panose="02020404030301010803" pitchFamily="18" charset="0"/>
                <a:sym typeface="Wingdings" panose="05000000000000000000" pitchFamily="2" charset="2"/>
              </a:rPr>
              <a:t></a:t>
            </a:r>
            <a:r>
              <a:rPr lang="en-IN" sz="1300" b="1" dirty="0">
                <a:latin typeface="Garamond" panose="02020404030301010803" pitchFamily="18" charset="0"/>
              </a:rPr>
              <a:t> Repeat Until Error Is Minimized</a:t>
            </a:r>
            <a:endParaRPr lang="en-US" sz="1300" b="1" dirty="0">
              <a:latin typeface="Garamond" panose="02020404030301010803" pitchFamily="18" charset="0"/>
            </a:endParaRPr>
          </a:p>
        </p:txBody>
      </p:sp>
      <p:sp>
        <p:nvSpPr>
          <p:cNvPr id="14" name="Shape 4">
            <a:extLst>
              <a:ext uri="{FF2B5EF4-FFF2-40B4-BE49-F238E27FC236}">
                <a16:creationId xmlns:a16="http://schemas.microsoft.com/office/drawing/2014/main" id="{5619EF0D-38A7-F390-71D5-2BDB2FC0455B}"/>
              </a:ext>
            </a:extLst>
          </p:cNvPr>
          <p:cNvSpPr/>
          <p:nvPr/>
        </p:nvSpPr>
        <p:spPr>
          <a:xfrm>
            <a:off x="457200" y="4572000"/>
            <a:ext cx="8229600" cy="384048"/>
          </a:xfrm>
          <a:prstGeom prst="rect">
            <a:avLst/>
          </a:prstGeom>
          <a:solidFill>
            <a:srgbClr val="E3F2FD"/>
          </a:solidFill>
          <a:ln w="12700">
            <a:solidFill>
              <a:srgbClr val="42A5F5"/>
            </a:solidFill>
            <a:prstDash val="solid"/>
          </a:ln>
        </p:spPr>
        <p:txBody>
          <a:bodyPr/>
          <a:lstStyle/>
          <a:p>
            <a:endParaRPr lang="en-IN"/>
          </a:p>
        </p:txBody>
      </p:sp>
      <p:sp>
        <p:nvSpPr>
          <p:cNvPr id="15" name="Text 5">
            <a:extLst>
              <a:ext uri="{FF2B5EF4-FFF2-40B4-BE49-F238E27FC236}">
                <a16:creationId xmlns:a16="http://schemas.microsoft.com/office/drawing/2014/main" id="{9FA257D1-6090-243D-FB9C-128E80101855}"/>
              </a:ext>
            </a:extLst>
          </p:cNvPr>
          <p:cNvSpPr/>
          <p:nvPr/>
        </p:nvSpPr>
        <p:spPr>
          <a:xfrm>
            <a:off x="594360" y="4599432"/>
            <a:ext cx="7955280" cy="320040"/>
          </a:xfrm>
          <a:prstGeom prst="rect">
            <a:avLst/>
          </a:prstGeom>
          <a:noFill/>
          <a:ln/>
        </p:spPr>
        <p:txBody>
          <a:bodyPr wrap="square" rtlCol="0" anchor="ctr"/>
          <a:lstStyle/>
          <a:p>
            <a:r>
              <a:rPr lang="en-US" sz="1000" b="1" dirty="0">
                <a:solidFill>
                  <a:srgbClr val="1565C0"/>
                </a:solidFill>
                <a:latin typeface="Garamond" panose="02020404030301010803" pitchFamily="18" charset="0"/>
                <a:cs typeface="Calibri" pitchFamily="34" charset="-120"/>
              </a:rPr>
              <a:t>Key insight: Random Forest reduces variance by averaging many trees, while </a:t>
            </a:r>
            <a:r>
              <a:rPr lang="en-US" sz="1000" b="1" dirty="0" err="1">
                <a:solidFill>
                  <a:srgbClr val="1565C0"/>
                </a:solidFill>
                <a:latin typeface="Garamond" panose="02020404030301010803" pitchFamily="18" charset="0"/>
                <a:cs typeface="Calibri" pitchFamily="34" charset="-120"/>
              </a:rPr>
              <a:t>XGBoost</a:t>
            </a:r>
            <a:r>
              <a:rPr lang="en-US" sz="1000" b="1" dirty="0">
                <a:solidFill>
                  <a:srgbClr val="1565C0"/>
                </a:solidFill>
                <a:latin typeface="Garamond" panose="02020404030301010803" pitchFamily="18" charset="0"/>
                <a:cs typeface="Calibri" pitchFamily="34" charset="-120"/>
              </a:rPr>
              <a:t> reduces bias by sequentially correcting errors.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301752"/>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36576"/>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KEY ALGORITHMS</a:t>
            </a:r>
            <a:endParaRPr lang="en-US" sz="800" dirty="0"/>
          </a:p>
        </p:txBody>
      </p:sp>
      <p:sp>
        <p:nvSpPr>
          <p:cNvPr id="4" name="Text 2"/>
          <p:cNvSpPr/>
          <p:nvPr/>
        </p:nvSpPr>
        <p:spPr>
          <a:xfrm>
            <a:off x="457200" y="532667"/>
            <a:ext cx="8229600" cy="603504"/>
          </a:xfrm>
          <a:prstGeom prst="rect">
            <a:avLst/>
          </a:prstGeom>
          <a:noFill/>
          <a:ln/>
        </p:spPr>
        <p:txBody>
          <a:bodyPr wrap="square" rtlCol="0" anchor="ctr"/>
          <a:lstStyle/>
          <a:p>
            <a:pPr marL="0" indent="0">
              <a:buNone/>
            </a:pPr>
            <a:r>
              <a:rPr lang="en-US" sz="2700" b="1" dirty="0">
                <a:solidFill>
                  <a:srgbClr val="1C2B5E"/>
                </a:solidFill>
                <a:latin typeface="Calibri" pitchFamily="34" charset="0"/>
                <a:ea typeface="Calibri" pitchFamily="34" charset="-122"/>
                <a:cs typeface="Calibri" pitchFamily="34" charset="-120"/>
              </a:rPr>
              <a:t>Support Vector Machines — Maximum Margin Classification</a:t>
            </a:r>
            <a:endParaRPr lang="en-US" sz="2700" dirty="0"/>
          </a:p>
        </p:txBody>
      </p:sp>
      <p:sp>
        <p:nvSpPr>
          <p:cNvPr id="5" name="Text 3"/>
          <p:cNvSpPr/>
          <p:nvPr/>
        </p:nvSpPr>
        <p:spPr>
          <a:xfrm>
            <a:off x="457200" y="1388962"/>
            <a:ext cx="8229600" cy="3594518"/>
          </a:xfrm>
          <a:prstGeom prst="rect">
            <a:avLst/>
          </a:prstGeom>
          <a:noFill/>
          <a:ln/>
        </p:spPr>
        <p:txBody>
          <a:bodyPr wrap="square" rtlCol="0" anchor="t"/>
          <a:lstStyle/>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Core idea: find the hyperplane that separates classes with MAXIMUM MARGIN. The margin is the distance from the hyperplane to the nearest points from each class (support vectors).</a:t>
            </a:r>
            <a:endParaRPr lang="en-US" sz="1300" dirty="0">
              <a:latin typeface="Garamond" panose="02020404030301010803" pitchFamily="18" charset="0"/>
            </a:endParaRPr>
          </a:p>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Hard margin SVM: assumes perfect linear separability — rarely applicable in clinical data (noisy labels, class overlap).</a:t>
            </a:r>
            <a:endParaRPr lang="en-US" sz="1300" dirty="0">
              <a:latin typeface="Garamond" panose="02020404030301010803" pitchFamily="18" charset="0"/>
            </a:endParaRPr>
          </a:p>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Soft margin SVM (C-SVM): allows some misclassifications, controlled by penalty C. Large C → smaller margin, fewer errors on training data; small C → wider margin, more misclassifications tolerated.</a:t>
            </a:r>
            <a:endParaRPr lang="en-US" sz="1300" dirty="0">
              <a:latin typeface="Garamond" panose="02020404030301010803" pitchFamily="18" charset="0"/>
            </a:endParaRPr>
          </a:p>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Kernel trick: maps features to a high-dimensional space where linear separation is possible. Linear kernel: dot product (fast, equivalent to linear classifier). RBF (Gaussian) kernel: Euclidean distance-based; captures non-linear boundaries. Polynomial kernel: degree-d polynomial boundaries.</a:t>
            </a:r>
            <a:endParaRPr lang="en-US" sz="1300" dirty="0">
              <a:latin typeface="Garamond" panose="02020404030301010803" pitchFamily="18" charset="0"/>
            </a:endParaRPr>
          </a:p>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SVMs produce no natural probability output (requires Platt scaling). SVMs are not interpretable. Computationally expensive for large n (O(n²–n³)). Require feature scaling.</a:t>
            </a:r>
            <a:endParaRPr lang="en-US" sz="1300" dirty="0">
              <a:latin typeface="Garamond" panose="02020404030301010803" pitchFamily="18" charset="0"/>
            </a:endParaRPr>
          </a:p>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Clinical use: historically popular for genomic classification (gene expression, proteomics); now largely superseded by Random Forests and Gradient Boosting for tabular clinical data; still used in some image classification tasks.</a:t>
            </a:r>
            <a:endParaRPr lang="en-US" sz="1300" dirty="0">
              <a:latin typeface="Garamond" panose="02020404030301010803"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02 — MODELS AND THEIR USES</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Unsupervised Learning — Discovering Structure Without Labels</a:t>
            </a:r>
            <a:endParaRPr lang="en-US" sz="2400" dirty="0"/>
          </a:p>
        </p:txBody>
      </p:sp>
      <p:sp>
        <p:nvSpPr>
          <p:cNvPr id="5" name="Shape 3"/>
          <p:cNvSpPr/>
          <p:nvPr/>
        </p:nvSpPr>
        <p:spPr>
          <a:xfrm>
            <a:off x="320040" y="821302"/>
            <a:ext cx="2743200"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p:cNvSpPr/>
          <p:nvPr/>
        </p:nvSpPr>
        <p:spPr>
          <a:xfrm>
            <a:off x="320040" y="821302"/>
            <a:ext cx="2743200" cy="45720"/>
          </a:xfrm>
          <a:prstGeom prst="rect">
            <a:avLst/>
          </a:prstGeom>
          <a:solidFill>
            <a:srgbClr val="1565C0"/>
          </a:solidFill>
          <a:ln w="12700">
            <a:solidFill>
              <a:srgbClr val="1565C0"/>
            </a:solidFill>
            <a:prstDash val="solid"/>
          </a:ln>
        </p:spPr>
        <p:txBody>
          <a:bodyPr/>
          <a:lstStyle/>
          <a:p>
            <a:endParaRPr lang="en-IN"/>
          </a:p>
        </p:txBody>
      </p:sp>
      <p:sp>
        <p:nvSpPr>
          <p:cNvPr id="7" name="Text 5"/>
          <p:cNvSpPr/>
          <p:nvPr/>
        </p:nvSpPr>
        <p:spPr>
          <a:xfrm>
            <a:off x="429768" y="912742"/>
            <a:ext cx="2523744"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Clustering</a:t>
            </a:r>
          </a:p>
        </p:txBody>
      </p:sp>
      <p:sp>
        <p:nvSpPr>
          <p:cNvPr id="8" name="Text 6"/>
          <p:cNvSpPr/>
          <p:nvPr/>
        </p:nvSpPr>
        <p:spPr>
          <a:xfrm>
            <a:off x="429768" y="1177320"/>
            <a:ext cx="2523744" cy="2816352"/>
          </a:xfrm>
          <a:prstGeom prst="rect">
            <a:avLst/>
          </a:prstGeom>
          <a:noFill/>
          <a:ln/>
        </p:spPr>
        <p:txBody>
          <a:bodyPr wrap="square" rtlCol="0" anchor="t"/>
          <a:lstStyle/>
          <a:p>
            <a:pPr marL="171450" indent="-171450">
              <a:buFont typeface="Arial" panose="020B0604020202020204" pitchFamily="34" charset="0"/>
              <a:buChar char="•"/>
            </a:pPr>
            <a:r>
              <a:rPr lang="en-US" sz="1200" dirty="0">
                <a:latin typeface="Garamond" panose="02020404030301010803" pitchFamily="18" charset="0"/>
                <a:ea typeface="Calibri" pitchFamily="34" charset="-122"/>
                <a:cs typeface="Calibri" pitchFamily="34" charset="-120"/>
              </a:rPr>
              <a:t>Group observations by similarity without outcome labels.</a:t>
            </a:r>
            <a:endParaRPr lang="en-US" sz="1200" dirty="0">
              <a:latin typeface="Garamond" panose="02020404030301010803" pitchFamily="18" charset="0"/>
            </a:endParaRPr>
          </a:p>
          <a:p>
            <a:pPr marL="171450" indent="-171450">
              <a:buFont typeface="Arial" panose="020B0604020202020204" pitchFamily="34" charset="0"/>
              <a:buChar char="•"/>
            </a:pPr>
            <a:r>
              <a:rPr lang="en-US" sz="1200" b="1" dirty="0">
                <a:latin typeface="Garamond" panose="02020404030301010803" pitchFamily="18" charset="0"/>
                <a:ea typeface="Calibri" pitchFamily="34" charset="-122"/>
                <a:cs typeface="Calibri" pitchFamily="34" charset="-120"/>
              </a:rPr>
              <a:t>K-Means: </a:t>
            </a:r>
            <a:r>
              <a:rPr lang="en-US" sz="1200" dirty="0">
                <a:latin typeface="Garamond" panose="02020404030301010803" pitchFamily="18" charset="0"/>
                <a:ea typeface="Calibri" pitchFamily="34" charset="-122"/>
                <a:cs typeface="Calibri" pitchFamily="34" charset="-120"/>
              </a:rPr>
              <a:t>Minimise within-cluster variance.</a:t>
            </a:r>
            <a:endParaRPr lang="en-US" sz="1200" dirty="0">
              <a:latin typeface="Garamond" panose="02020404030301010803" pitchFamily="18" charset="0"/>
            </a:endParaRPr>
          </a:p>
          <a:p>
            <a:pPr marL="171450" indent="-171450">
              <a:buFont typeface="Arial" panose="020B0604020202020204" pitchFamily="34" charset="0"/>
              <a:buChar char="•"/>
            </a:pPr>
            <a:r>
              <a:rPr lang="en-US" sz="1200" b="1" dirty="0">
                <a:latin typeface="Garamond" panose="02020404030301010803" pitchFamily="18" charset="0"/>
                <a:ea typeface="Calibri" pitchFamily="34" charset="-122"/>
                <a:cs typeface="Calibri" pitchFamily="34" charset="-120"/>
              </a:rPr>
              <a:t>Hierarchical: </a:t>
            </a:r>
            <a:r>
              <a:rPr lang="en-US" sz="1200" dirty="0">
                <a:latin typeface="Garamond" panose="02020404030301010803" pitchFamily="18" charset="0"/>
                <a:ea typeface="Calibri" pitchFamily="34" charset="-122"/>
                <a:cs typeface="Calibri" pitchFamily="34" charset="-120"/>
              </a:rPr>
              <a:t>Dendrogram; agglomerative or divisive.</a:t>
            </a:r>
            <a:endParaRPr lang="en-US" sz="1200" dirty="0">
              <a:latin typeface="Garamond" panose="02020404030301010803" pitchFamily="18" charset="0"/>
            </a:endParaRPr>
          </a:p>
          <a:p>
            <a:pPr marL="171450" indent="-171450">
              <a:buFont typeface="Arial" panose="020B0604020202020204" pitchFamily="34" charset="0"/>
              <a:buChar char="•"/>
            </a:pPr>
            <a:r>
              <a:rPr lang="en-US" sz="1200" b="1" dirty="0">
                <a:latin typeface="Garamond" panose="02020404030301010803" pitchFamily="18" charset="0"/>
                <a:ea typeface="Calibri" pitchFamily="34" charset="-122"/>
                <a:cs typeface="Calibri" pitchFamily="34" charset="-120"/>
              </a:rPr>
              <a:t>DBSCAN: </a:t>
            </a:r>
            <a:r>
              <a:rPr lang="en-US" sz="1200" dirty="0">
                <a:latin typeface="Garamond" panose="02020404030301010803" pitchFamily="18" charset="0"/>
                <a:ea typeface="Calibri" pitchFamily="34" charset="-122"/>
                <a:cs typeface="Calibri" pitchFamily="34" charset="-120"/>
              </a:rPr>
              <a:t>Density-based; handles noise/outliers.</a:t>
            </a:r>
            <a:endParaRPr lang="en-US" sz="1200" dirty="0">
              <a:latin typeface="Garamond" panose="02020404030301010803" pitchFamily="18" charset="0"/>
            </a:endParaRPr>
          </a:p>
          <a:p>
            <a:pPr marL="171450" indent="-171450">
              <a:buFont typeface="Arial" panose="020B0604020202020204" pitchFamily="34" charset="0"/>
              <a:buChar char="•"/>
            </a:pPr>
            <a:r>
              <a:rPr lang="en-US" sz="1200" dirty="0" err="1">
                <a:latin typeface="Garamond" panose="02020404030301010803" pitchFamily="18" charset="0"/>
                <a:ea typeface="Calibri" pitchFamily="34" charset="-122"/>
                <a:cs typeface="Calibri" pitchFamily="34" charset="-120"/>
              </a:rPr>
              <a:t>Biostat</a:t>
            </a:r>
            <a:r>
              <a:rPr lang="en-US" sz="1200" dirty="0">
                <a:latin typeface="Garamond" panose="02020404030301010803" pitchFamily="18" charset="0"/>
                <a:ea typeface="Calibri" pitchFamily="34" charset="-122"/>
                <a:cs typeface="Calibri" pitchFamily="34" charset="-120"/>
              </a:rPr>
              <a:t> analogue: Latent class analysis (LCA)</a:t>
            </a:r>
            <a:endParaRPr lang="en-US" sz="1200" dirty="0">
              <a:latin typeface="Garamond" panose="02020404030301010803" pitchFamily="18" charset="0"/>
            </a:endParaRPr>
          </a:p>
          <a:p>
            <a:pPr marL="171450" indent="-171450">
              <a:buFont typeface="Arial" panose="020B0604020202020204" pitchFamily="34" charset="0"/>
              <a:buChar char="•"/>
            </a:pPr>
            <a:r>
              <a:rPr lang="en-US" sz="1200" dirty="0">
                <a:latin typeface="Garamond" panose="02020404030301010803" pitchFamily="18" charset="0"/>
                <a:ea typeface="Calibri" pitchFamily="34" charset="-122"/>
                <a:cs typeface="Calibri" pitchFamily="34" charset="-120"/>
              </a:rPr>
              <a:t>Oncology use: Identify molecular subtypes of cancer from gene expression. Discover patient phenotypes that respond differently to treatment.</a:t>
            </a:r>
            <a:endParaRPr lang="en-US" sz="1200" dirty="0">
              <a:latin typeface="Garamond" panose="02020404030301010803" pitchFamily="18" charset="0"/>
            </a:endParaRPr>
          </a:p>
        </p:txBody>
      </p:sp>
      <p:sp>
        <p:nvSpPr>
          <p:cNvPr id="9" name="Shape 7"/>
          <p:cNvSpPr/>
          <p:nvPr/>
        </p:nvSpPr>
        <p:spPr>
          <a:xfrm>
            <a:off x="3200400" y="821302"/>
            <a:ext cx="2743200"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0" name="Shape 8"/>
          <p:cNvSpPr/>
          <p:nvPr/>
        </p:nvSpPr>
        <p:spPr>
          <a:xfrm>
            <a:off x="3200400" y="821302"/>
            <a:ext cx="2743200" cy="45720"/>
          </a:xfrm>
          <a:prstGeom prst="rect">
            <a:avLst/>
          </a:prstGeom>
          <a:solidFill>
            <a:srgbClr val="0097A7"/>
          </a:solidFill>
          <a:ln w="12700">
            <a:solidFill>
              <a:srgbClr val="0097A7"/>
            </a:solidFill>
            <a:prstDash val="solid"/>
          </a:ln>
        </p:spPr>
        <p:txBody>
          <a:bodyPr/>
          <a:lstStyle/>
          <a:p>
            <a:endParaRPr lang="en-IN"/>
          </a:p>
        </p:txBody>
      </p:sp>
      <p:sp>
        <p:nvSpPr>
          <p:cNvPr id="11" name="Text 9"/>
          <p:cNvSpPr/>
          <p:nvPr/>
        </p:nvSpPr>
        <p:spPr>
          <a:xfrm>
            <a:off x="3310128" y="912742"/>
            <a:ext cx="2523744"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Dimensionality Reduction</a:t>
            </a:r>
          </a:p>
        </p:txBody>
      </p:sp>
      <p:sp>
        <p:nvSpPr>
          <p:cNvPr id="12" name="Text 10"/>
          <p:cNvSpPr/>
          <p:nvPr/>
        </p:nvSpPr>
        <p:spPr>
          <a:xfrm>
            <a:off x="3310128" y="1155059"/>
            <a:ext cx="2523744" cy="2816352"/>
          </a:xfrm>
          <a:prstGeom prst="rect">
            <a:avLst/>
          </a:prstGeom>
          <a:noFill/>
          <a:ln/>
        </p:spPr>
        <p:txBody>
          <a:bodyPr wrap="square" rtlCol="0" anchor="t"/>
          <a:lstStyle/>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Compress many variables into a smaller set.</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PCA: Linear; orthogonal axes of max variance.</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t-SNE / UMAP: Non-linear; preserves local structure; standard for single-cell RNA-seq visualisation.</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Autoencoders: Neural network-based compression.</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Biostat analogue: PCA, factor analysis</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Oncology use: Compress 500,000-SNP genomic data for visualisation; control population stratification in GWAS.</a:t>
            </a:r>
          </a:p>
        </p:txBody>
      </p:sp>
      <p:sp>
        <p:nvSpPr>
          <p:cNvPr id="13" name="Shape 11"/>
          <p:cNvSpPr/>
          <p:nvPr/>
        </p:nvSpPr>
        <p:spPr>
          <a:xfrm>
            <a:off x="6080760" y="821302"/>
            <a:ext cx="2743200"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4" name="Shape 12"/>
          <p:cNvSpPr/>
          <p:nvPr/>
        </p:nvSpPr>
        <p:spPr>
          <a:xfrm>
            <a:off x="6080760" y="821302"/>
            <a:ext cx="2743200" cy="45720"/>
          </a:xfrm>
          <a:prstGeom prst="rect">
            <a:avLst/>
          </a:prstGeom>
          <a:solidFill>
            <a:srgbClr val="2E7D32"/>
          </a:solidFill>
          <a:ln w="12700">
            <a:solidFill>
              <a:srgbClr val="2E7D32"/>
            </a:solidFill>
            <a:prstDash val="solid"/>
          </a:ln>
        </p:spPr>
        <p:txBody>
          <a:bodyPr/>
          <a:lstStyle/>
          <a:p>
            <a:endParaRPr lang="en-IN"/>
          </a:p>
        </p:txBody>
      </p:sp>
      <p:sp>
        <p:nvSpPr>
          <p:cNvPr id="15" name="Text 13"/>
          <p:cNvSpPr/>
          <p:nvPr/>
        </p:nvSpPr>
        <p:spPr>
          <a:xfrm>
            <a:off x="6190488" y="912742"/>
            <a:ext cx="2523744"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Anomaly Detection &amp; Density</a:t>
            </a:r>
          </a:p>
        </p:txBody>
      </p:sp>
      <p:sp>
        <p:nvSpPr>
          <p:cNvPr id="16" name="Text 14"/>
          <p:cNvSpPr/>
          <p:nvPr/>
        </p:nvSpPr>
        <p:spPr>
          <a:xfrm>
            <a:off x="6190488" y="1208494"/>
            <a:ext cx="2523744" cy="2816352"/>
          </a:xfrm>
          <a:prstGeom prst="rect">
            <a:avLst/>
          </a:prstGeom>
          <a:noFill/>
          <a:ln/>
        </p:spPr>
        <p:txBody>
          <a:bodyPr wrap="square" rtlCol="0" anchor="t"/>
          <a:lstStyle/>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Identify outliers or estimate data distribution.</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Isolation Forest: Isolates anomalies via random splits.</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One-class SVM: Learns normal boundary.</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Gaussian Mixture Models (GMMs): Probabilistic clustering.</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VAEs / GANs: Learn generative distributions.</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Biostat analogue: Outlier detection, KDE</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Oncology use: Flag implausible lab values in EHR data quality control; pharmacovigilance signal detection.</a:t>
            </a:r>
          </a:p>
        </p:txBody>
      </p:sp>
      <p:sp>
        <p:nvSpPr>
          <p:cNvPr id="19" name="Shape 17"/>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20" name="Shape 18"/>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21" name="Shape 19"/>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
        <p:nvSpPr>
          <p:cNvPr id="17" name="Shape 15"/>
          <p:cNvSpPr/>
          <p:nvPr/>
        </p:nvSpPr>
        <p:spPr>
          <a:xfrm>
            <a:off x="320040" y="4658818"/>
            <a:ext cx="8503920" cy="347472"/>
          </a:xfrm>
          <a:prstGeom prst="rect">
            <a:avLst/>
          </a:prstGeom>
          <a:solidFill>
            <a:srgbClr val="E3F2FD"/>
          </a:solidFill>
          <a:ln w="12700">
            <a:solidFill>
              <a:srgbClr val="42A5F5"/>
            </a:solidFill>
            <a:prstDash val="solid"/>
          </a:ln>
        </p:spPr>
        <p:txBody>
          <a:bodyPr/>
          <a:lstStyle/>
          <a:p>
            <a:endParaRPr lang="en-IN"/>
          </a:p>
        </p:txBody>
      </p:sp>
      <p:sp>
        <p:nvSpPr>
          <p:cNvPr id="18" name="Text 16"/>
          <p:cNvSpPr/>
          <p:nvPr/>
        </p:nvSpPr>
        <p:spPr>
          <a:xfrm>
            <a:off x="457200" y="4695394"/>
            <a:ext cx="8229600" cy="274320"/>
          </a:xfrm>
          <a:prstGeom prst="rect">
            <a:avLst/>
          </a:prstGeom>
          <a:noFill/>
          <a:ln/>
        </p:spPr>
        <p:txBody>
          <a:bodyPr wrap="square" rtlCol="0" anchor="ctr"/>
          <a:lstStyle/>
          <a:p>
            <a:r>
              <a:rPr lang="en-US" sz="1000" b="1" dirty="0">
                <a:solidFill>
                  <a:srgbClr val="1565C0"/>
                </a:solidFill>
                <a:latin typeface="Garamond" panose="02020404030301010803" pitchFamily="18" charset="0"/>
                <a:cs typeface="Calibri" pitchFamily="34" charset="-120"/>
              </a:rPr>
              <a:t>⚠  Evaluation challenge: No ground truth labels → assessment is subjective. Use internal metrics (silhouette, inertia) + domain expert interpretation. External validation against clinical outcomes when possible.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02 — MODELS AND THEIR USES</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Feature Selection &amp; Regularisation</a:t>
            </a:r>
            <a:endParaRPr lang="en-US" sz="2400" dirty="0"/>
          </a:p>
        </p:txBody>
      </p:sp>
      <p:sp>
        <p:nvSpPr>
          <p:cNvPr id="5" name="Shape 3"/>
          <p:cNvSpPr/>
          <p:nvPr/>
        </p:nvSpPr>
        <p:spPr>
          <a:xfrm>
            <a:off x="320040" y="960120"/>
            <a:ext cx="2743200"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p:cNvSpPr/>
          <p:nvPr/>
        </p:nvSpPr>
        <p:spPr>
          <a:xfrm>
            <a:off x="320040" y="960120"/>
            <a:ext cx="2743200" cy="45720"/>
          </a:xfrm>
          <a:prstGeom prst="rect">
            <a:avLst/>
          </a:prstGeom>
          <a:solidFill>
            <a:srgbClr val="1565C0"/>
          </a:solidFill>
          <a:ln w="12700">
            <a:solidFill>
              <a:srgbClr val="1565C0"/>
            </a:solidFill>
            <a:prstDash val="solid"/>
          </a:ln>
        </p:spPr>
        <p:txBody>
          <a:bodyPr/>
          <a:lstStyle/>
          <a:p>
            <a:endParaRPr lang="en-IN"/>
          </a:p>
        </p:txBody>
      </p:sp>
      <p:sp>
        <p:nvSpPr>
          <p:cNvPr id="7" name="Text 5"/>
          <p:cNvSpPr/>
          <p:nvPr/>
        </p:nvSpPr>
        <p:spPr>
          <a:xfrm>
            <a:off x="429768" y="1051560"/>
            <a:ext cx="2523744"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Classical Feature Selection</a:t>
            </a:r>
          </a:p>
        </p:txBody>
      </p:sp>
      <p:sp>
        <p:nvSpPr>
          <p:cNvPr id="8" name="Text 6"/>
          <p:cNvSpPr/>
          <p:nvPr/>
        </p:nvSpPr>
        <p:spPr>
          <a:xfrm>
            <a:off x="429768" y="1389888"/>
            <a:ext cx="2523744" cy="2816352"/>
          </a:xfrm>
          <a:prstGeom prst="rect">
            <a:avLst/>
          </a:prstGeom>
          <a:noFill/>
          <a:ln/>
        </p:spPr>
        <p:txBody>
          <a:bodyPr wrap="square" rtlCol="0" anchor="t"/>
          <a:lstStyle/>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Stepwise regression: forward/backward/both.</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Problems: inflated R², path-dependent, doesn't correct for multiple testing, produces unstable variable sets.</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Biostat analogue: Manual variable selection guided by domain knowledge.</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Still valid: When n is large, p is small, and interpretability is primary.</a:t>
            </a:r>
          </a:p>
        </p:txBody>
      </p:sp>
      <p:sp>
        <p:nvSpPr>
          <p:cNvPr id="9" name="Shape 7"/>
          <p:cNvSpPr/>
          <p:nvPr/>
        </p:nvSpPr>
        <p:spPr>
          <a:xfrm>
            <a:off x="3200400" y="960120"/>
            <a:ext cx="2743200"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0" name="Shape 8"/>
          <p:cNvSpPr/>
          <p:nvPr/>
        </p:nvSpPr>
        <p:spPr>
          <a:xfrm>
            <a:off x="3200400" y="960120"/>
            <a:ext cx="2743200" cy="45720"/>
          </a:xfrm>
          <a:prstGeom prst="rect">
            <a:avLst/>
          </a:prstGeom>
          <a:solidFill>
            <a:srgbClr val="0097A7"/>
          </a:solidFill>
          <a:ln w="12700">
            <a:solidFill>
              <a:srgbClr val="0097A7"/>
            </a:solidFill>
            <a:prstDash val="solid"/>
          </a:ln>
        </p:spPr>
        <p:txBody>
          <a:bodyPr/>
          <a:lstStyle/>
          <a:p>
            <a:endParaRPr lang="en-IN"/>
          </a:p>
        </p:txBody>
      </p:sp>
      <p:sp>
        <p:nvSpPr>
          <p:cNvPr id="11" name="Text 9"/>
          <p:cNvSpPr/>
          <p:nvPr/>
        </p:nvSpPr>
        <p:spPr>
          <a:xfrm>
            <a:off x="3310128" y="1051560"/>
            <a:ext cx="2523744"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LASSO Regression (L1)</a:t>
            </a:r>
          </a:p>
        </p:txBody>
      </p:sp>
      <p:sp>
        <p:nvSpPr>
          <p:cNvPr id="12" name="Text 10"/>
          <p:cNvSpPr/>
          <p:nvPr/>
        </p:nvSpPr>
        <p:spPr>
          <a:xfrm>
            <a:off x="3310128" y="1389888"/>
            <a:ext cx="2523744" cy="2816352"/>
          </a:xfrm>
          <a:prstGeom prst="rect">
            <a:avLst/>
          </a:prstGeom>
          <a:noFill/>
          <a:ln/>
        </p:spPr>
        <p:txBody>
          <a:bodyPr wrap="square" rtlCol="0" anchor="t"/>
          <a:lstStyle/>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Penalty: λ·Σ|βⱼ|</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Shrinks some coefficients to EXACTLY zero → automatic variable selection.</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Produces sparse, interpretable models.</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Tune λ via CV — plot the regularisation path.</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Bayesian interpretation: Laplace prior on coefficients.</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R: glmnet(alpha=1)</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Best for: Many predictors, sparse truth (few truly important features). GWAS biomarker discovery.</a:t>
            </a:r>
          </a:p>
        </p:txBody>
      </p:sp>
      <p:sp>
        <p:nvSpPr>
          <p:cNvPr id="13" name="Shape 11"/>
          <p:cNvSpPr/>
          <p:nvPr/>
        </p:nvSpPr>
        <p:spPr>
          <a:xfrm>
            <a:off x="6080760" y="960120"/>
            <a:ext cx="2743200"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4" name="Shape 12"/>
          <p:cNvSpPr/>
          <p:nvPr/>
        </p:nvSpPr>
        <p:spPr>
          <a:xfrm>
            <a:off x="6080760" y="960120"/>
            <a:ext cx="2743200" cy="45720"/>
          </a:xfrm>
          <a:prstGeom prst="rect">
            <a:avLst/>
          </a:prstGeom>
          <a:solidFill>
            <a:srgbClr val="2E7D32"/>
          </a:solidFill>
          <a:ln w="12700">
            <a:solidFill>
              <a:srgbClr val="2E7D32"/>
            </a:solidFill>
            <a:prstDash val="solid"/>
          </a:ln>
        </p:spPr>
        <p:txBody>
          <a:bodyPr/>
          <a:lstStyle/>
          <a:p>
            <a:endParaRPr lang="en-IN"/>
          </a:p>
        </p:txBody>
      </p:sp>
      <p:sp>
        <p:nvSpPr>
          <p:cNvPr id="15" name="Text 13"/>
          <p:cNvSpPr/>
          <p:nvPr/>
        </p:nvSpPr>
        <p:spPr>
          <a:xfrm>
            <a:off x="6190488" y="1051560"/>
            <a:ext cx="2523744"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Ridge &amp; Elastic Net</a:t>
            </a:r>
          </a:p>
        </p:txBody>
      </p:sp>
      <p:sp>
        <p:nvSpPr>
          <p:cNvPr id="16" name="Text 14"/>
          <p:cNvSpPr/>
          <p:nvPr/>
        </p:nvSpPr>
        <p:spPr>
          <a:xfrm>
            <a:off x="6190488" y="1389888"/>
            <a:ext cx="2523744" cy="2816352"/>
          </a:xfrm>
          <a:prstGeom prst="rect">
            <a:avLst/>
          </a:prstGeom>
          <a:noFill/>
          <a:ln/>
        </p:spPr>
        <p:txBody>
          <a:bodyPr wrap="square" rtlCol="0" anchor="t"/>
          <a:lstStyle/>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Ridge (L2): λ·Σβⱼ². Shrinks all toward zero, none to exactly zero. Handles multicollinearity well.</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Elastic Net: α·L1 + (1−α)·L2. Best of both worlds.</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R: glmnet(alpha=0) for Ridge, glmnet(alpha=0.5) for Elastic Net.</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In tree models: Feature importance via MDI (mean decrease in Gini) or permutation (preferred).</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SHAP values: Per-observation feature contributions. Clinical-grade explanation.</a:t>
            </a:r>
          </a:p>
        </p:txBody>
      </p:sp>
      <p:sp>
        <p:nvSpPr>
          <p:cNvPr id="17" name="Shape 15"/>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18" name="Shape 16"/>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19" name="Shape 17"/>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02 — MODELS AND THEIR USES</a:t>
            </a:r>
            <a:endParaRPr lang="en-US" sz="800" dirty="0"/>
          </a:p>
        </p:txBody>
      </p:sp>
      <p:sp>
        <p:nvSpPr>
          <p:cNvPr id="4" name="Text 2"/>
          <p:cNvSpPr/>
          <p:nvPr/>
        </p:nvSpPr>
        <p:spPr>
          <a:xfrm>
            <a:off x="320040" y="245381"/>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Choosing the Right Model — Decision Framework</a:t>
            </a:r>
            <a:endParaRPr lang="en-US" sz="2400" dirty="0"/>
          </a:p>
        </p:txBody>
      </p:sp>
      <p:graphicFrame>
        <p:nvGraphicFramePr>
          <p:cNvPr id="19" name="Table 0"/>
          <p:cNvGraphicFramePr>
            <a:graphicFrameLocks noGrp="1"/>
          </p:cNvGraphicFramePr>
          <p:nvPr>
            <p:extLst>
              <p:ext uri="{D42A27DB-BD31-4B8C-83A1-F6EECF244321}">
                <p14:modId xmlns:p14="http://schemas.microsoft.com/office/powerpoint/2010/main" val="2915972206"/>
              </p:ext>
            </p:extLst>
          </p:nvPr>
        </p:nvGraphicFramePr>
        <p:xfrm>
          <a:off x="320040" y="803910"/>
          <a:ext cx="8503920" cy="3566160"/>
        </p:xfrm>
        <a:graphic>
          <a:graphicData uri="http://schemas.openxmlformats.org/drawingml/2006/table">
            <a:tbl>
              <a:tblPr/>
              <a:tblGrid>
                <a:gridCol w="29260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Research Question</a:t>
                      </a:r>
                      <a:endParaRPr lang="en-US" sz="1400" dirty="0">
                        <a:latin typeface="Garamond" panose="02020404030301010803" pitchFamily="18" charset="0"/>
                        <a:ea typeface="Calibri" charset="0"/>
                        <a:cs typeface="Calibri" charset="0"/>
                      </a:endParaRPr>
                    </a:p>
                  </a:txBody>
                  <a:tcPr marL="76200" marR="76200" marT="38100" marB="38100">
                    <a:lnL w="12700" cap="flat" cmpd="sng" algn="ctr">
                      <a:solidFill>
                        <a:schemeClr val="tx1"/>
                      </a:solidFill>
                      <a:prstDash val="solid"/>
                      <a:round/>
                      <a:headEnd type="none" w="med" len="med"/>
                      <a:tailEnd type="none" w="med" len="med"/>
                    </a:lnL>
                    <a:lnR w="0" cap="flat" cmpd="sng" algn="ctr">
                      <a:noFill/>
                    </a:lnR>
                    <a:lnT w="12700" cap="flat" cmpd="sng" algn="ctr">
                      <a:solidFill>
                        <a:schemeClr val="tx1"/>
                      </a:solidFill>
                      <a:prstDash val="solid"/>
                      <a:round/>
                      <a:headEnd type="none" w="med" len="med"/>
                      <a:tailEnd type="none" w="med" len="med"/>
                    </a:lnT>
                    <a:lnB w="0" cap="flat" cmpd="sng" algn="ctr">
                      <a:noFill/>
                    </a:lnB>
                    <a:solidFill>
                      <a:srgbClr val="1565C0"/>
                    </a:solidFill>
                  </a:tcPr>
                </a:tc>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Recommended Approach</a:t>
                      </a:r>
                      <a:endParaRPr lang="en-US" sz="14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12700" cap="flat" cmpd="sng" algn="ctr">
                      <a:solidFill>
                        <a:schemeClr val="tx1"/>
                      </a:solidFill>
                      <a:prstDash val="solid"/>
                      <a:round/>
                      <a:headEnd type="none" w="med" len="med"/>
                      <a:tailEnd type="none" w="med" len="med"/>
                    </a:lnT>
                    <a:lnB w="0" cap="flat" cmpd="sng" algn="ctr">
                      <a:noFill/>
                    </a:lnB>
                    <a:solidFill>
                      <a:srgbClr val="1565C0"/>
                    </a:solidFill>
                  </a:tcPr>
                </a:tc>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Why</a:t>
                      </a:r>
                      <a:endParaRPr lang="en-US" sz="1400" dirty="0">
                        <a:latin typeface="Garamond" panose="02020404030301010803" pitchFamily="18" charset="0"/>
                        <a:ea typeface="Calibri" charset="0"/>
                        <a:cs typeface="Calibri" charset="0"/>
                      </a:endParaRPr>
                    </a:p>
                  </a:txBody>
                  <a:tcPr marL="76200" marR="76200" marT="38100" marB="38100">
                    <a:lnL w="0" cap="flat" cmpd="sng" algn="ctr">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cap="flat" cmpd="sng" algn="ctr">
                      <a:noFill/>
                    </a:lnB>
                    <a:solidFill>
                      <a:srgbClr val="1565C0"/>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565C0"/>
                          </a:solidFill>
                          <a:latin typeface="Garamond" panose="02020404030301010803" pitchFamily="18" charset="0"/>
                          <a:ea typeface="Calibri" pitchFamily="34" charset="-122"/>
                          <a:cs typeface="Calibri" pitchFamily="34" charset="-120"/>
                        </a:rPr>
                        <a:t>Does Drug A reduce mortality vs placebo? (RCT)</a:t>
                      </a:r>
                      <a:endParaRPr lang="en-US" sz="1200" dirty="0">
                        <a:latin typeface="Garamond" panose="02020404030301010803" pitchFamily="18" charset="0"/>
                        <a:ea typeface="Calibri" charset="0"/>
                        <a:cs typeface="Calibri" charset="0"/>
                      </a:endParaRPr>
                    </a:p>
                  </a:txBody>
                  <a:tcPr marL="76200" marR="762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Cox / Logistic regression (classical)</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Causal question; pre-specified estimand; regulatory requirement; interpretable HR/OR</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565C0"/>
                          </a:solidFill>
                          <a:latin typeface="Garamond" panose="02020404030301010803" pitchFamily="18" charset="0"/>
                          <a:ea typeface="Calibri" pitchFamily="34" charset="-122"/>
                          <a:cs typeface="Calibri" pitchFamily="34" charset="-120"/>
                        </a:rPr>
                        <a:t>Which patients will be readmitted within 30 days?</a:t>
                      </a:r>
                      <a:endParaRPr lang="en-US" sz="1200" dirty="0">
                        <a:latin typeface="Garamond" panose="02020404030301010803" pitchFamily="18" charset="0"/>
                        <a:ea typeface="Calibri" charset="0"/>
                        <a:cs typeface="Calibri" charset="0"/>
                      </a:endParaRPr>
                    </a:p>
                  </a:txBody>
                  <a:tcPr marL="76200" marR="762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XGBoost / Random Forest</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High-dimensional EHR features; prediction task; AUC optimisation; SHAP for explanation</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5F5F5"/>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565C0"/>
                          </a:solidFill>
                          <a:latin typeface="Garamond" panose="02020404030301010803" pitchFamily="18" charset="0"/>
                          <a:ea typeface="Calibri" pitchFamily="34" charset="-122"/>
                          <a:cs typeface="Calibri" pitchFamily="34" charset="-120"/>
                        </a:rPr>
                        <a:t>Identify cancer molecular subtypes from omics</a:t>
                      </a:r>
                      <a:endParaRPr lang="en-US" sz="1200" dirty="0">
                        <a:latin typeface="Garamond" panose="02020404030301010803" pitchFamily="18" charset="0"/>
                        <a:ea typeface="Calibri" charset="0"/>
                        <a:cs typeface="Calibri" charset="0"/>
                      </a:endParaRPr>
                    </a:p>
                  </a:txBody>
                  <a:tcPr marL="76200" marR="762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Unsupervised clustering + PCA</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No ground-truth subtypes; discovery task; generate hypotheses for confirmatory studies</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1565C0"/>
                          </a:solidFill>
                          <a:latin typeface="Garamond" panose="02020404030301010803" pitchFamily="18" charset="0"/>
                          <a:ea typeface="Calibri" pitchFamily="34" charset="-122"/>
                          <a:cs typeface="Calibri" pitchFamily="34" charset="-120"/>
                        </a:rPr>
                        <a:t>Classify tumour malignancy from FNA features</a:t>
                      </a:r>
                      <a:endParaRPr lang="en-US" sz="1200" dirty="0">
                        <a:latin typeface="Garamond" panose="02020404030301010803" pitchFamily="18" charset="0"/>
                        <a:ea typeface="Calibri" charset="0"/>
                        <a:cs typeface="Calibri" charset="0"/>
                      </a:endParaRPr>
                    </a:p>
                  </a:txBody>
                  <a:tcPr marL="76200" marR="762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SVM or Random Forest</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Clear binary outcome; labelled data; structured tabular features; high clinical stakes → validate externally</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5F5F5"/>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1565C0"/>
                          </a:solidFill>
                          <a:latin typeface="Garamond" panose="02020404030301010803" pitchFamily="18" charset="0"/>
                          <a:ea typeface="Calibri" pitchFamily="34" charset="-122"/>
                          <a:cs typeface="Calibri" pitchFamily="34" charset="-120"/>
                        </a:rPr>
                        <a:t>Predict 5-year survival after surgery</a:t>
                      </a:r>
                      <a:endParaRPr lang="en-US" sz="1200" dirty="0">
                        <a:latin typeface="Garamond" panose="02020404030301010803" pitchFamily="18" charset="0"/>
                        <a:ea typeface="Calibri" charset="0"/>
                        <a:cs typeface="Calibri" charset="0"/>
                      </a:endParaRPr>
                    </a:p>
                  </a:txBody>
                  <a:tcPr marL="76200" marR="762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Random Survival Forest / DeepSurv</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Time-to-event with censoring; high-dimensional clinical + pathological features</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200" dirty="0">
                          <a:solidFill>
                            <a:srgbClr val="1565C0"/>
                          </a:solidFill>
                          <a:latin typeface="Garamond" panose="02020404030301010803" pitchFamily="18" charset="0"/>
                          <a:ea typeface="Calibri" pitchFamily="34" charset="-122"/>
                          <a:cs typeface="Calibri" pitchFamily="34" charset="-120"/>
                        </a:rPr>
                        <a:t>Genomic biomarker selection (n=100, p=50,000)</a:t>
                      </a:r>
                      <a:endParaRPr lang="en-US" sz="1200" dirty="0">
                        <a:latin typeface="Garamond" panose="02020404030301010803" pitchFamily="18" charset="0"/>
                        <a:ea typeface="Calibri" charset="0"/>
                        <a:cs typeface="Calibri" charset="0"/>
                      </a:endParaRPr>
                    </a:p>
                  </a:txBody>
                  <a:tcPr marL="76200" marR="762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LASSO / SVM (linear)</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p &gt;&gt; n regime; needs regularisation/sparsity; LOOCV for evaluation</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5F5F5"/>
                    </a:solidFill>
                  </a:tcPr>
                </a:tc>
                <a:extLst>
                  <a:ext uri="{0D108BD9-81ED-4DB2-BD59-A6C34878D82A}">
                    <a16:rowId xmlns:a16="http://schemas.microsoft.com/office/drawing/2014/main" val="10006"/>
                  </a:ext>
                </a:extLst>
              </a:tr>
              <a:tr h="0">
                <a:tc>
                  <a:txBody>
                    <a:bodyPr/>
                    <a:lstStyle/>
                    <a:p>
                      <a:pPr marL="0" indent="0">
                        <a:buNone/>
                      </a:pPr>
                      <a:r>
                        <a:rPr lang="en-US" sz="1200" dirty="0">
                          <a:solidFill>
                            <a:srgbClr val="1565C0"/>
                          </a:solidFill>
                          <a:latin typeface="Garamond" panose="02020404030301010803" pitchFamily="18" charset="0"/>
                          <a:ea typeface="Calibri" pitchFamily="34" charset="-122"/>
                          <a:cs typeface="Calibri" pitchFamily="34" charset="-120"/>
                        </a:rPr>
                        <a:t>Causal effect of treatment in observational data</a:t>
                      </a:r>
                      <a:endParaRPr lang="en-US" sz="1200" dirty="0">
                        <a:latin typeface="Garamond" panose="02020404030301010803" pitchFamily="18" charset="0"/>
                        <a:ea typeface="Calibri" charset="0"/>
                        <a:cs typeface="Calibri" charset="0"/>
                      </a:endParaRPr>
                    </a:p>
                  </a:txBody>
                  <a:tcPr marL="76200" marR="762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TMLE / Double ML + causal forests</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Causal question + observational data + high-dimensional confounders</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hape 3"/>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7" name="Shape 4"/>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8" name="Shape 5"/>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565C0"/>
        </a:solidFill>
        <a:effectLst/>
      </p:bgPr>
    </p:bg>
    <p:spTree>
      <p:nvGrpSpPr>
        <p:cNvPr id="1" name="">
          <a:extLst>
            <a:ext uri="{FF2B5EF4-FFF2-40B4-BE49-F238E27FC236}">
              <a16:creationId xmlns:a16="http://schemas.microsoft.com/office/drawing/2014/main" id="{36632C47-71BE-50B7-6EBF-A0AE111BCE2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C6F602E-C8C4-D2CB-0D36-3628E6B2AB9A}"/>
              </a:ext>
            </a:extLst>
          </p:cNvPr>
          <p:cNvSpPr/>
          <p:nvPr/>
        </p:nvSpPr>
        <p:spPr>
          <a:xfrm>
            <a:off x="0" y="0"/>
            <a:ext cx="9144000" cy="73152"/>
          </a:xfrm>
          <a:prstGeom prst="rect">
            <a:avLst/>
          </a:prstGeom>
          <a:solidFill>
            <a:srgbClr val="F9A825"/>
          </a:solidFill>
          <a:ln w="12700">
            <a:solidFill>
              <a:srgbClr val="F9A825"/>
            </a:solidFill>
            <a:prstDash val="solid"/>
          </a:ln>
        </p:spPr>
        <p:txBody>
          <a:bodyPr/>
          <a:lstStyle/>
          <a:p>
            <a:endParaRPr lang="en-IN"/>
          </a:p>
        </p:txBody>
      </p:sp>
      <p:sp>
        <p:nvSpPr>
          <p:cNvPr id="3" name="Shape 1">
            <a:extLst>
              <a:ext uri="{FF2B5EF4-FFF2-40B4-BE49-F238E27FC236}">
                <a16:creationId xmlns:a16="http://schemas.microsoft.com/office/drawing/2014/main" id="{629EAF55-24EC-9E53-72C4-2976A49626D3}"/>
              </a:ext>
            </a:extLst>
          </p:cNvPr>
          <p:cNvSpPr/>
          <p:nvPr/>
        </p:nvSpPr>
        <p:spPr>
          <a:xfrm>
            <a:off x="0" y="5070348"/>
            <a:ext cx="9144000" cy="73152"/>
          </a:xfrm>
          <a:prstGeom prst="rect">
            <a:avLst/>
          </a:prstGeom>
          <a:solidFill>
            <a:srgbClr val="F9A825"/>
          </a:solidFill>
          <a:ln w="12700">
            <a:solidFill>
              <a:srgbClr val="F9A825"/>
            </a:solidFill>
            <a:prstDash val="solid"/>
          </a:ln>
        </p:spPr>
        <p:txBody>
          <a:bodyPr/>
          <a:lstStyle/>
          <a:p>
            <a:endParaRPr lang="en-IN"/>
          </a:p>
        </p:txBody>
      </p:sp>
      <p:sp>
        <p:nvSpPr>
          <p:cNvPr id="4" name="Text 2">
            <a:extLst>
              <a:ext uri="{FF2B5EF4-FFF2-40B4-BE49-F238E27FC236}">
                <a16:creationId xmlns:a16="http://schemas.microsoft.com/office/drawing/2014/main" id="{B07E9369-2458-1200-09B2-E35BCD234D9B}"/>
              </a:ext>
            </a:extLst>
          </p:cNvPr>
          <p:cNvSpPr/>
          <p:nvPr/>
        </p:nvSpPr>
        <p:spPr>
          <a:xfrm>
            <a:off x="457200" y="731520"/>
            <a:ext cx="8229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F9A825"/>
                </a:solidFill>
                <a:effectLst/>
                <a:uLnTx/>
                <a:uFillTx/>
                <a:latin typeface="Calibri" pitchFamily="34" charset="0"/>
                <a:ea typeface="Calibri" pitchFamily="34" charset="-122"/>
                <a:cs typeface="Calibri" pitchFamily="34" charset="-120"/>
              </a:rPr>
              <a:t>SECTION 3</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7C844549-9A28-970D-075C-986495D2653E}"/>
              </a:ext>
            </a:extLst>
          </p:cNvPr>
          <p:cNvSpPr/>
          <p:nvPr/>
        </p:nvSpPr>
        <p:spPr>
          <a:xfrm>
            <a:off x="457200" y="1143000"/>
            <a:ext cx="8412480" cy="1097280"/>
          </a:xfrm>
          <a:prstGeom prst="rect">
            <a:avLst/>
          </a:prstGeom>
          <a:noFill/>
          <a:ln/>
        </p:spPr>
        <p:txBody>
          <a:bodyPr wrap="square" rtlCol="0" anchor="ctr"/>
          <a:lstStyle/>
          <a:p>
            <a:pPr lvl="0">
              <a:defRPr/>
            </a:pPr>
            <a:r>
              <a:rPr lang="en-US" sz="4000" b="1" dirty="0">
                <a:solidFill>
                  <a:srgbClr val="FFFFFF"/>
                </a:solidFill>
                <a:latin typeface="Calibri" pitchFamily="34" charset="0"/>
                <a:ea typeface="Calibri" pitchFamily="34" charset="-122"/>
                <a:cs typeface="Calibri" pitchFamily="34" charset="-120"/>
              </a:rPr>
              <a:t>Model Evaluation</a:t>
            </a:r>
            <a:endParaRPr lang="en-US" sz="4000" dirty="0">
              <a:solidFill>
                <a:prstClr val="black"/>
              </a:solidFill>
            </a:endParaRPr>
          </a:p>
        </p:txBody>
      </p:sp>
      <p:sp>
        <p:nvSpPr>
          <p:cNvPr id="6" name="Text 4">
            <a:extLst>
              <a:ext uri="{FF2B5EF4-FFF2-40B4-BE49-F238E27FC236}">
                <a16:creationId xmlns:a16="http://schemas.microsoft.com/office/drawing/2014/main" id="{AF19AC10-54B7-DCA6-F373-7C47AFBE3DB5}"/>
              </a:ext>
            </a:extLst>
          </p:cNvPr>
          <p:cNvSpPr/>
          <p:nvPr/>
        </p:nvSpPr>
        <p:spPr>
          <a:xfrm>
            <a:off x="457200" y="2331720"/>
            <a:ext cx="8412480" cy="548640"/>
          </a:xfrm>
          <a:prstGeom prst="rect">
            <a:avLst/>
          </a:prstGeom>
          <a:noFill/>
          <a:ln/>
        </p:spPr>
        <p:txBody>
          <a:bodyPr wrap="square" rtlCol="0" anchor="ctr"/>
          <a:lstStyle/>
          <a:p>
            <a:pPr lvl="0">
              <a:defRPr/>
            </a:pPr>
            <a:r>
              <a:rPr lang="en-US" sz="1700" dirty="0">
                <a:solidFill>
                  <a:srgbClr val="E0F2F1"/>
                </a:solidFill>
                <a:latin typeface="Calibri" pitchFamily="34" charset="0"/>
                <a:ea typeface="Calibri" pitchFamily="34" charset="-122"/>
                <a:cs typeface="Calibri" pitchFamily="34" charset="-120"/>
              </a:rPr>
              <a:t>Metrics, calibration, discrimination, and clinical utility</a:t>
            </a:r>
            <a:endParaRPr lang="en-US" sz="1700" dirty="0">
              <a:solidFill>
                <a:prstClr val="black"/>
              </a:solidFill>
            </a:endParaRPr>
          </a:p>
        </p:txBody>
      </p:sp>
      <p:sp>
        <p:nvSpPr>
          <p:cNvPr id="7" name="Text 5">
            <a:extLst>
              <a:ext uri="{FF2B5EF4-FFF2-40B4-BE49-F238E27FC236}">
                <a16:creationId xmlns:a16="http://schemas.microsoft.com/office/drawing/2014/main" id="{1DF3665E-E148-7C21-98F0-137E944D6E8C}"/>
              </a:ext>
            </a:extLst>
          </p:cNvPr>
          <p:cNvSpPr/>
          <p:nvPr/>
        </p:nvSpPr>
        <p:spPr>
          <a:xfrm>
            <a:off x="6858000" y="914400"/>
            <a:ext cx="2011680" cy="2743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0" b="1" i="0" u="none" strike="noStrike" kern="1200" cap="none" spc="0" normalizeH="0" baseline="0" noProof="0" dirty="0">
                <a:ln>
                  <a:noFill/>
                </a:ln>
                <a:solidFill>
                  <a:srgbClr val="FFFFFF">
                    <a:alpha val="15000"/>
                  </a:srgbClr>
                </a:solidFill>
                <a:effectLst/>
                <a:uLnTx/>
                <a:uFillTx/>
                <a:latin typeface="Calibri" pitchFamily="34" charset="0"/>
                <a:ea typeface="Calibri" pitchFamily="34" charset="-122"/>
                <a:cs typeface="Calibri" pitchFamily="34" charset="-120"/>
              </a:rPr>
              <a:t>3</a:t>
            </a:r>
            <a:endParaRPr kumimoji="0" lang="en-US" sz="16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52457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01752"/>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36576"/>
            <a:ext cx="8229600" cy="237744"/>
          </a:xfrm>
          <a:prstGeom prst="rect">
            <a:avLst/>
          </a:prstGeom>
          <a:noFill/>
          <a:ln/>
        </p:spPr>
        <p:txBody>
          <a:bodyPr wrap="square" rtlCol="0" anchor="ctr"/>
          <a:lstStyle/>
          <a:p>
            <a:pPr lvl="0"/>
            <a:r>
              <a:rPr kumimoji="0" lang="en-US" sz="800" b="1" i="0" u="none" strike="noStrike" kern="0" cap="none" spc="300" normalizeH="0" baseline="0" noProof="0" dirty="0">
                <a:ln>
                  <a:noFill/>
                </a:ln>
                <a:solidFill>
                  <a:srgbClr val="FFFFFF"/>
                </a:solidFill>
                <a:effectLst/>
                <a:uLnTx/>
                <a:uFillTx/>
                <a:latin typeface="Calibri" pitchFamily="34" charset="0"/>
                <a:ea typeface="Calibri" pitchFamily="34" charset="-122"/>
                <a:cs typeface="Calibri" pitchFamily="34" charset="-120"/>
              </a:rPr>
              <a:t>Section 3 </a:t>
            </a:r>
            <a:r>
              <a:rPr lang="en-US" sz="800" b="1" dirty="0">
                <a:solidFill>
                  <a:schemeClr val="bg1"/>
                </a:solidFill>
                <a:latin typeface="Calibri" pitchFamily="34" charset="0"/>
                <a:ea typeface="Calibri" pitchFamily="34" charset="-122"/>
                <a:cs typeface="Calibri" pitchFamily="34" charset="-120"/>
              </a:rPr>
              <a:t>—</a:t>
            </a:r>
            <a:r>
              <a:rPr kumimoji="0" lang="en-US" sz="800" b="1" i="0" u="none" strike="noStrike" kern="0" cap="none" spc="300" normalizeH="0" baseline="0" noProof="0" dirty="0">
                <a:ln>
                  <a:noFill/>
                </a:ln>
                <a:solidFill>
                  <a:srgbClr val="FFFFFF"/>
                </a:solidFill>
                <a:effectLst/>
                <a:uLnTx/>
                <a:uFillTx/>
                <a:latin typeface="Calibri" pitchFamily="34" charset="0"/>
                <a:ea typeface="Calibri" pitchFamily="34" charset="-122"/>
                <a:cs typeface="Calibri" pitchFamily="34" charset="-120"/>
              </a:rPr>
              <a:t> MODEL EVALUATION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250907"/>
            <a:ext cx="8229600" cy="60350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1C2B5E"/>
                </a:solidFill>
                <a:effectLst/>
                <a:uLnTx/>
                <a:uFillTx/>
                <a:latin typeface="Calibri" pitchFamily="34" charset="0"/>
                <a:ea typeface="Calibri" pitchFamily="34" charset="-122"/>
                <a:cs typeface="Calibri" pitchFamily="34" charset="-120"/>
              </a:rPr>
              <a:t>Classification Metrics — The Full Picture</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30" name="Table 0"/>
          <p:cNvGraphicFramePr>
            <a:graphicFrameLocks noGrp="1"/>
          </p:cNvGraphicFramePr>
          <p:nvPr>
            <p:extLst>
              <p:ext uri="{D42A27DB-BD31-4B8C-83A1-F6EECF244321}">
                <p14:modId xmlns:p14="http://schemas.microsoft.com/office/powerpoint/2010/main" val="855100772"/>
              </p:ext>
            </p:extLst>
          </p:nvPr>
        </p:nvGraphicFramePr>
        <p:xfrm>
          <a:off x="457200" y="754380"/>
          <a:ext cx="8229600" cy="4419600"/>
        </p:xfrm>
        <a:graphic>
          <a:graphicData uri="http://schemas.openxmlformats.org/drawingml/2006/table">
            <a:tbl>
              <a:tblPr/>
              <a:tblGrid>
                <a:gridCol w="14630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0">
                <a:tc>
                  <a:txBody>
                    <a:bodyPr/>
                    <a:lstStyle/>
                    <a:p>
                      <a:pPr marL="0" indent="0">
                        <a:buNone/>
                      </a:pPr>
                      <a:r>
                        <a:rPr lang="en-US" sz="1400" b="1" dirty="0">
                          <a:solidFill>
                            <a:srgbClr val="FFFFFF"/>
                          </a:solidFill>
                          <a:latin typeface="Garamond" panose="02020404030301010803" pitchFamily="18" charset="0"/>
                          <a:ea typeface="+mn-ea"/>
                          <a:cs typeface="Calibri" pitchFamily="34" charset="-120"/>
                        </a:rPr>
                        <a:t>Metric</a:t>
                      </a:r>
                      <a:endParaRPr lang="en-US" sz="1400" dirty="0">
                        <a:latin typeface="Garamond" panose="02020404030301010803" pitchFamily="18" charset="0"/>
                        <a:ea typeface="+mn-ea"/>
                        <a:cs typeface="Calibri" charset="0"/>
                      </a:endParaRPr>
                    </a:p>
                  </a:txBody>
                  <a:tcPr marL="88900" marR="88900" marT="50800" marB="50800">
                    <a:lnL w="12700" cap="flat" cmpd="sng" algn="ctr">
                      <a:solidFill>
                        <a:schemeClr val="tx1"/>
                      </a:solidFill>
                      <a:prstDash val="solid"/>
                      <a:round/>
                      <a:headEnd type="none" w="med" len="med"/>
                      <a:tailEnd type="none" w="med" len="med"/>
                    </a:lnL>
                    <a:lnR w="0" cap="flat" cmpd="sng" algn="ctr">
                      <a:noFill/>
                    </a:lnR>
                    <a:lnT w="12700" cap="flat" cmpd="sng" algn="ctr">
                      <a:solidFill>
                        <a:schemeClr val="tx1"/>
                      </a:solidFill>
                      <a:prstDash val="solid"/>
                      <a:round/>
                      <a:headEnd type="none" w="med" len="med"/>
                      <a:tailEnd type="none" w="med" len="med"/>
                    </a:lnT>
                    <a:lnB w="0" cap="flat" cmpd="sng" algn="ctr">
                      <a:noFill/>
                    </a:lnB>
                    <a:solidFill>
                      <a:srgbClr val="1C2B5E"/>
                    </a:solidFill>
                  </a:tcPr>
                </a:tc>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Formula</a:t>
                      </a:r>
                      <a:endParaRPr lang="en-US" sz="1400" dirty="0">
                        <a:latin typeface="Garamond" panose="02020404030301010803" pitchFamily="18" charset="0"/>
                        <a:ea typeface="Calibri" charset="0"/>
                        <a:cs typeface="Calibri" charset="0"/>
                      </a:endParaRPr>
                    </a:p>
                  </a:txBody>
                  <a:tcPr marL="88900" marR="88900" marT="50800" marB="50800">
                    <a:lnL w="0" cap="flat" cmpd="sng" algn="ctr">
                      <a:noFill/>
                    </a:lnL>
                    <a:lnR w="0" cap="flat" cmpd="sng" algn="ctr">
                      <a:noFill/>
                    </a:lnR>
                    <a:lnT w="12700" cap="flat" cmpd="sng" algn="ctr">
                      <a:solidFill>
                        <a:schemeClr val="tx1"/>
                      </a:solidFill>
                      <a:prstDash val="solid"/>
                      <a:round/>
                      <a:headEnd type="none" w="med" len="med"/>
                      <a:tailEnd type="none" w="med" len="med"/>
                    </a:lnT>
                    <a:lnB w="0" cap="flat" cmpd="sng" algn="ctr">
                      <a:noFill/>
                    </a:lnB>
                    <a:solidFill>
                      <a:srgbClr val="1C2B5E"/>
                    </a:solidFill>
                  </a:tcPr>
                </a:tc>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When to Use</a:t>
                      </a:r>
                      <a:endParaRPr lang="en-US" sz="1400" dirty="0">
                        <a:latin typeface="Garamond" panose="02020404030301010803" pitchFamily="18" charset="0"/>
                        <a:ea typeface="Calibri" charset="0"/>
                        <a:cs typeface="Calibri" charset="0"/>
                      </a:endParaRPr>
                    </a:p>
                  </a:txBody>
                  <a:tcPr marL="88900" marR="88900" marT="50800" marB="50800">
                    <a:lnL w="0" cap="flat" cmpd="sng" algn="ctr">
                      <a:noFill/>
                    </a:lnL>
                    <a:lnR w="0" cap="flat" cmpd="sng" algn="ctr">
                      <a:noFill/>
                    </a:lnR>
                    <a:lnT w="12700" cap="flat" cmpd="sng" algn="ctr">
                      <a:solidFill>
                        <a:schemeClr val="tx1"/>
                      </a:solidFill>
                      <a:prstDash val="solid"/>
                      <a:round/>
                      <a:headEnd type="none" w="med" len="med"/>
                      <a:tailEnd type="none" w="med" len="med"/>
                    </a:lnT>
                    <a:lnB w="0" cap="flat" cmpd="sng" algn="ctr">
                      <a:noFill/>
                    </a:lnB>
                    <a:solidFill>
                      <a:srgbClr val="1C2B5E"/>
                    </a:solidFill>
                  </a:tcPr>
                </a:tc>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Clinical Example</a:t>
                      </a:r>
                      <a:endParaRPr lang="en-US" sz="1400" dirty="0">
                        <a:latin typeface="Garamond" panose="02020404030301010803" pitchFamily="18" charset="0"/>
                        <a:ea typeface="Calibri" charset="0"/>
                        <a:cs typeface="Calibri" charset="0"/>
                      </a:endParaRPr>
                    </a:p>
                  </a:txBody>
                  <a:tcPr marL="88900" marR="88900" marT="50800" marB="50800">
                    <a:lnL w="0" cap="flat" cmpd="sng" algn="ctr">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cap="flat" cmpd="sng" algn="ctr">
                      <a:noFill/>
                    </a:lnB>
                    <a:solidFill>
                      <a:srgbClr val="1C2B5E"/>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C2B5E"/>
                          </a:solidFill>
                          <a:latin typeface="Garamond" panose="02020404030301010803" pitchFamily="18" charset="0"/>
                          <a:ea typeface="Calibri" pitchFamily="34" charset="-122"/>
                          <a:cs typeface="Calibri" pitchFamily="34" charset="-120"/>
                        </a:rPr>
                        <a:t>Accuracy</a:t>
                      </a:r>
                      <a:endParaRPr lang="en-US" sz="1200" dirty="0">
                        <a:latin typeface="Garamond" panose="02020404030301010803" pitchFamily="18" charset="0"/>
                        <a:ea typeface="Calibri" charset="0"/>
                        <a:cs typeface="Calibri" charset="0"/>
                      </a:endParaRPr>
                    </a:p>
                  </a:txBody>
                  <a:tcPr marL="88900" marR="88900" marT="50800" marB="508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(TP+TN)/(TP+TN+FP+FN)</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Balanced classes only. MISLEADING with rare outcomes.</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Worthless if outcome prevalence is 5% — predict all negative → 95% accuracy</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C2B5E"/>
                          </a:solidFill>
                          <a:latin typeface="Garamond" panose="02020404030301010803" pitchFamily="18" charset="0"/>
                          <a:ea typeface="Calibri" pitchFamily="34" charset="-122"/>
                          <a:cs typeface="Calibri" pitchFamily="34" charset="-120"/>
                        </a:rPr>
                        <a:t>Sensitivity (Recall)</a:t>
                      </a:r>
                      <a:endParaRPr lang="en-US" sz="1200" dirty="0">
                        <a:latin typeface="Garamond" panose="02020404030301010803" pitchFamily="18" charset="0"/>
                        <a:ea typeface="Calibri" charset="0"/>
                        <a:cs typeface="Calibri" charset="0"/>
                      </a:endParaRPr>
                    </a:p>
                  </a:txBody>
                  <a:tcPr marL="88900" marR="88900" marT="50800" marB="508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8FAFC"/>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TP/(TP+FN)</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0" cap="flat" cmpd="sng" algn="ctr">
                      <a:noFill/>
                    </a:lnR>
                    <a:lnT w="0" cap="flat" cmpd="sng" algn="ctr">
                      <a:noFill/>
                    </a:lnT>
                    <a:lnB w="0" cap="flat" cmpd="sng" algn="ctr">
                      <a:noFill/>
                    </a:lnB>
                    <a:solidFill>
                      <a:srgbClr val="F8FAFC"/>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When missing a case (FN) is costly</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0" cap="flat" cmpd="sng" algn="ctr">
                      <a:noFill/>
                    </a:lnR>
                    <a:lnT w="0" cap="flat" cmpd="sng" algn="ctr">
                      <a:noFill/>
                    </a:lnT>
                    <a:lnB w="0" cap="flat" cmpd="sng" algn="ctr">
                      <a:noFill/>
                    </a:lnB>
                    <a:solidFill>
                      <a:srgbClr val="F8FAFC"/>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Sepsis screening: must catch all septic patients even at cost of false alarms</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8FAFC"/>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C2B5E"/>
                          </a:solidFill>
                          <a:latin typeface="Garamond" panose="02020404030301010803" pitchFamily="18" charset="0"/>
                          <a:ea typeface="Calibri" pitchFamily="34" charset="-122"/>
                          <a:cs typeface="Calibri" pitchFamily="34" charset="-120"/>
                        </a:rPr>
                        <a:t>Specificity</a:t>
                      </a:r>
                      <a:endParaRPr lang="en-US" sz="1200" dirty="0">
                        <a:latin typeface="Garamond" panose="02020404030301010803" pitchFamily="18" charset="0"/>
                        <a:ea typeface="Calibri" charset="0"/>
                        <a:cs typeface="Calibri" charset="0"/>
                      </a:endParaRPr>
                    </a:p>
                  </a:txBody>
                  <a:tcPr marL="88900" marR="88900" marT="50800" marB="508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TN/(TN+FP)</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When a false alarm is costly</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Confirmatory cancer diagnosis: avoid unnecessary biopsies</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1C2B5E"/>
                          </a:solidFill>
                          <a:latin typeface="Garamond" panose="02020404030301010803" pitchFamily="18" charset="0"/>
                          <a:ea typeface="Calibri" pitchFamily="34" charset="-122"/>
                          <a:cs typeface="Calibri" pitchFamily="34" charset="-120"/>
                        </a:rPr>
                        <a:t>PPV (Precision)</a:t>
                      </a:r>
                      <a:endParaRPr lang="en-US" sz="1200" dirty="0">
                        <a:latin typeface="Garamond" panose="02020404030301010803" pitchFamily="18" charset="0"/>
                        <a:ea typeface="Calibri" charset="0"/>
                        <a:cs typeface="Calibri" charset="0"/>
                      </a:endParaRPr>
                    </a:p>
                  </a:txBody>
                  <a:tcPr marL="88900" marR="88900" marT="50800" marB="508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8FAFC"/>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TP/(TP+FP)</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0" cap="flat" cmpd="sng" algn="ctr">
                      <a:noFill/>
                    </a:lnR>
                    <a:lnT w="0" cap="flat" cmpd="sng" algn="ctr">
                      <a:noFill/>
                    </a:lnT>
                    <a:lnB w="0" cap="flat" cmpd="sng" algn="ctr">
                      <a:noFill/>
                    </a:lnB>
                    <a:solidFill>
                      <a:srgbClr val="F8FAFC"/>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Operating in a given population prevalence</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0" cap="flat" cmpd="sng" algn="ctr">
                      <a:noFill/>
                    </a:lnR>
                    <a:lnT w="0" cap="flat" cmpd="sng" algn="ctr">
                      <a:noFill/>
                    </a:lnT>
                    <a:lnB w="0" cap="flat" cmpd="sng" algn="ctr">
                      <a:noFill/>
                    </a:lnB>
                    <a:solidFill>
                      <a:srgbClr val="F8FAFC"/>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Positive test in a low-prevalence setting has low PPV even with high sensitivity</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8FAFC"/>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1C2B5E"/>
                          </a:solidFill>
                          <a:latin typeface="Garamond" panose="02020404030301010803" pitchFamily="18" charset="0"/>
                          <a:ea typeface="Calibri" pitchFamily="34" charset="-122"/>
                          <a:cs typeface="Calibri" pitchFamily="34" charset="-120"/>
                        </a:rPr>
                        <a:t>NPV</a:t>
                      </a:r>
                      <a:endParaRPr lang="en-US" sz="1200" dirty="0">
                        <a:latin typeface="Garamond" panose="02020404030301010803" pitchFamily="18" charset="0"/>
                        <a:ea typeface="Calibri" charset="0"/>
                        <a:cs typeface="Calibri" charset="0"/>
                      </a:endParaRPr>
                    </a:p>
                  </a:txBody>
                  <a:tcPr marL="88900" marR="88900" marT="50800" marB="508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TN/(TN+FN)</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Rule-out tests</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High NPV needed to safely rule out serious pathology</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200" dirty="0">
                          <a:solidFill>
                            <a:srgbClr val="1C2B5E"/>
                          </a:solidFill>
                          <a:latin typeface="Garamond" panose="02020404030301010803" pitchFamily="18" charset="0"/>
                          <a:ea typeface="Calibri" pitchFamily="34" charset="-122"/>
                          <a:cs typeface="Calibri" pitchFamily="34" charset="-120"/>
                        </a:rPr>
                        <a:t>AUC-ROC</a:t>
                      </a:r>
                      <a:endParaRPr lang="en-US" sz="1200" dirty="0">
                        <a:latin typeface="Garamond" panose="02020404030301010803" pitchFamily="18" charset="0"/>
                        <a:ea typeface="Calibri" charset="0"/>
                        <a:cs typeface="Calibri" charset="0"/>
                      </a:endParaRPr>
                    </a:p>
                  </a:txBody>
                  <a:tcPr marL="88900" marR="88900" marT="50800" marB="508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8FAFC"/>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Area under sensitivity vs (1−specificity) curve</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0" cap="flat" cmpd="sng" algn="ctr">
                      <a:noFill/>
                    </a:lnR>
                    <a:lnT w="0" cap="flat" cmpd="sng" algn="ctr">
                      <a:noFill/>
                    </a:lnT>
                    <a:lnB w="0" cap="flat" cmpd="sng" algn="ctr">
                      <a:noFill/>
                    </a:lnB>
                    <a:solidFill>
                      <a:srgbClr val="F8FAFC"/>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Overall discrimination; threshold-independent</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0" cap="flat" cmpd="sng" algn="ctr">
                      <a:noFill/>
                    </a:lnR>
                    <a:lnT w="0" cap="flat" cmpd="sng" algn="ctr">
                      <a:noFill/>
                    </a:lnT>
                    <a:lnB w="0" cap="flat" cmpd="sng" algn="ctr">
                      <a:noFill/>
                    </a:lnB>
                    <a:solidFill>
                      <a:srgbClr val="F8FAFC"/>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Standard for clinical prediction model discrimination. Range: 0.5 (random) to 1.0 (perfect).</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8FAFC"/>
                    </a:solidFill>
                  </a:tcPr>
                </a:tc>
                <a:extLst>
                  <a:ext uri="{0D108BD9-81ED-4DB2-BD59-A6C34878D82A}">
                    <a16:rowId xmlns:a16="http://schemas.microsoft.com/office/drawing/2014/main" val="10006"/>
                  </a:ext>
                </a:extLst>
              </a:tr>
              <a:tr h="0">
                <a:tc>
                  <a:txBody>
                    <a:bodyPr/>
                    <a:lstStyle/>
                    <a:p>
                      <a:pPr marL="0" indent="0">
                        <a:buNone/>
                      </a:pPr>
                      <a:r>
                        <a:rPr lang="en-US" sz="1200" dirty="0">
                          <a:solidFill>
                            <a:srgbClr val="1C2B5E"/>
                          </a:solidFill>
                          <a:latin typeface="Garamond" panose="02020404030301010803" pitchFamily="18" charset="0"/>
                          <a:ea typeface="Calibri" pitchFamily="34" charset="-122"/>
                          <a:cs typeface="Calibri" pitchFamily="34" charset="-120"/>
                        </a:rPr>
                        <a:t>AUC-PR</a:t>
                      </a:r>
                      <a:endParaRPr lang="en-US" sz="1200" dirty="0">
                        <a:latin typeface="Garamond" panose="02020404030301010803" pitchFamily="18" charset="0"/>
                        <a:ea typeface="Calibri" charset="0"/>
                        <a:cs typeface="Calibri" charset="0"/>
                      </a:endParaRPr>
                    </a:p>
                  </a:txBody>
                  <a:tcPr marL="88900" marR="88900" marT="50800" marB="508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Area under precision-recall curve</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Imbalanced outcomes (rare events)</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Better than ROC-AUC when positives are rare (&lt;10% prevalence)</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200" dirty="0">
                          <a:solidFill>
                            <a:srgbClr val="1C2B5E"/>
                          </a:solidFill>
                          <a:latin typeface="Garamond" panose="02020404030301010803" pitchFamily="18" charset="0"/>
                          <a:ea typeface="Calibri" pitchFamily="34" charset="-122"/>
                          <a:cs typeface="Calibri" pitchFamily="34" charset="-120"/>
                        </a:rPr>
                        <a:t>Brier Score</a:t>
                      </a:r>
                      <a:endParaRPr lang="en-US" sz="1200" dirty="0">
                        <a:latin typeface="Garamond" panose="02020404030301010803" pitchFamily="18" charset="0"/>
                        <a:ea typeface="Calibri" charset="0"/>
                        <a:cs typeface="Calibri" charset="0"/>
                      </a:endParaRPr>
                    </a:p>
                  </a:txBody>
                  <a:tcPr marL="88900" marR="88900" marT="50800" marB="50800">
                    <a:lnL w="12700" cap="flat" cmpd="sng" algn="ctr">
                      <a:solidFill>
                        <a:schemeClr val="tx1"/>
                      </a:solidFill>
                      <a:prstDash val="solid"/>
                      <a:round/>
                      <a:headEnd type="none" w="med" len="med"/>
                      <a:tailEnd type="none" w="med" len="med"/>
                    </a:lnL>
                    <a:lnR w="0" cap="flat" cmpd="sng" algn="ctr">
                      <a:noFill/>
                    </a:lnR>
                    <a:lnT w="0" cap="flat" cmpd="sng" algn="ctr">
                      <a:noFill/>
                    </a:lnT>
                    <a:lnB w="12700" cap="flat" cmpd="sng" algn="ctr">
                      <a:solidFill>
                        <a:schemeClr val="tx1"/>
                      </a:solidFill>
                      <a:prstDash val="solid"/>
                      <a:round/>
                      <a:headEnd type="none" w="med" len="med"/>
                      <a:tailEnd type="none" w="med" len="med"/>
                    </a:lnB>
                    <a:solidFill>
                      <a:srgbClr val="F8FAFC"/>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Mean((p − y)²)</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solidFill>
                      <a:srgbClr val="F8FAFC"/>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Calibration + discrimination combined</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solidFill>
                      <a:srgbClr val="F8FAFC"/>
                    </a:solidFill>
                  </a:tcPr>
                </a:tc>
                <a:tc>
                  <a:txBody>
                    <a:bodyPr/>
                    <a:lstStyle/>
                    <a:p>
                      <a:pPr marL="0" indent="0">
                        <a:buNone/>
                      </a:pPr>
                      <a:r>
                        <a:rPr lang="en-US" sz="1200" dirty="0">
                          <a:solidFill>
                            <a:srgbClr val="1E293B"/>
                          </a:solidFill>
                          <a:latin typeface="Garamond" panose="02020404030301010803" pitchFamily="18" charset="0"/>
                          <a:ea typeface="Calibri" pitchFamily="34" charset="-122"/>
                          <a:cs typeface="Calibri" pitchFamily="34" charset="-120"/>
                        </a:rPr>
                        <a:t>Overall predictive performance; lower is better; 0=perfect, 0.25=random</a:t>
                      </a:r>
                      <a:endParaRPr lang="en-US" sz="1200" dirty="0">
                        <a:latin typeface="Garamond" panose="02020404030301010803" pitchFamily="18" charset="0"/>
                        <a:ea typeface="Calibri" charset="0"/>
                        <a:cs typeface="Calibri" charset="0"/>
                      </a:endParaRPr>
                    </a:p>
                  </a:txBody>
                  <a:tcPr marL="88900" marR="88900" marT="50800" marB="50800">
                    <a:lnL w="0" cap="flat" cmpd="sng" algn="ctr">
                      <a:noFill/>
                    </a:lnL>
                    <a:lnR w="12700" cap="flat" cmpd="sng" algn="ctr">
                      <a:solidFill>
                        <a:schemeClr val="tx1"/>
                      </a:solidFill>
                      <a:prstDash val="solid"/>
                      <a:round/>
                      <a:headEnd type="none" w="med" len="med"/>
                      <a:tailEnd type="none" w="med" len="med"/>
                    </a:lnR>
                    <a:lnT w="0" cap="flat" cmpd="sng" algn="ctr">
                      <a:noFill/>
                    </a:lnT>
                    <a:lnB w="12700" cap="flat" cmpd="sng" algn="ctr">
                      <a:solidFill>
                        <a:schemeClr val="tx1"/>
                      </a:solidFill>
                      <a:prstDash val="solid"/>
                      <a:round/>
                      <a:headEnd type="none" w="med" len="med"/>
                      <a:tailEnd type="none" w="med" len="med"/>
                    </a:lnB>
                    <a:solidFill>
                      <a:srgbClr val="F8FAFC"/>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1565C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A825"/>
          </a:solidFill>
          <a:ln w="12700">
            <a:solidFill>
              <a:srgbClr val="F9A825"/>
            </a:solidFill>
            <a:prstDash val="solid"/>
          </a:ln>
        </p:spPr>
        <p:txBody>
          <a:bodyPr/>
          <a:lstStyle/>
          <a:p>
            <a:endParaRPr lang="en-IN"/>
          </a:p>
        </p:txBody>
      </p:sp>
      <p:sp>
        <p:nvSpPr>
          <p:cNvPr id="3" name="Shape 1"/>
          <p:cNvSpPr/>
          <p:nvPr/>
        </p:nvSpPr>
        <p:spPr>
          <a:xfrm>
            <a:off x="0" y="5070348"/>
            <a:ext cx="9144000" cy="73152"/>
          </a:xfrm>
          <a:prstGeom prst="rect">
            <a:avLst/>
          </a:prstGeom>
          <a:solidFill>
            <a:srgbClr val="F9A825"/>
          </a:solidFill>
          <a:ln w="12700">
            <a:solidFill>
              <a:srgbClr val="F9A825"/>
            </a:solidFill>
            <a:prstDash val="solid"/>
          </a:ln>
        </p:spPr>
        <p:txBody>
          <a:bodyPr/>
          <a:lstStyle/>
          <a:p>
            <a:endParaRPr lang="en-IN"/>
          </a:p>
        </p:txBody>
      </p:sp>
      <p:sp>
        <p:nvSpPr>
          <p:cNvPr id="4" name="Text 2"/>
          <p:cNvSpPr/>
          <p:nvPr/>
        </p:nvSpPr>
        <p:spPr>
          <a:xfrm>
            <a:off x="457200" y="731520"/>
            <a:ext cx="8229600" cy="320040"/>
          </a:xfrm>
          <a:prstGeom prst="rect">
            <a:avLst/>
          </a:prstGeom>
          <a:noFill/>
          <a:ln/>
        </p:spPr>
        <p:txBody>
          <a:bodyPr wrap="square" rtlCol="0" anchor="ctr"/>
          <a:lstStyle/>
          <a:p>
            <a:pPr marL="0" indent="0">
              <a:buNone/>
            </a:pPr>
            <a:r>
              <a:rPr lang="en-US" sz="1100" b="1" kern="0" spc="400" dirty="0">
                <a:solidFill>
                  <a:srgbClr val="F9A825"/>
                </a:solidFill>
                <a:latin typeface="Calibri" pitchFamily="34" charset="0"/>
                <a:ea typeface="Calibri" pitchFamily="34" charset="-122"/>
                <a:cs typeface="Calibri" pitchFamily="34" charset="-120"/>
              </a:rPr>
              <a:t>SECTION 4</a:t>
            </a:r>
            <a:endParaRPr lang="en-US" sz="1100" dirty="0"/>
          </a:p>
        </p:txBody>
      </p:sp>
      <p:sp>
        <p:nvSpPr>
          <p:cNvPr id="5" name="Text 3"/>
          <p:cNvSpPr/>
          <p:nvPr/>
        </p:nvSpPr>
        <p:spPr>
          <a:xfrm>
            <a:off x="457200" y="1143000"/>
            <a:ext cx="8412480" cy="109728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Connection with Oncology</a:t>
            </a:r>
            <a:endParaRPr lang="en-US" sz="3800" dirty="0"/>
          </a:p>
        </p:txBody>
      </p:sp>
      <p:sp>
        <p:nvSpPr>
          <p:cNvPr id="6" name="Text 4"/>
          <p:cNvSpPr/>
          <p:nvPr/>
        </p:nvSpPr>
        <p:spPr>
          <a:xfrm>
            <a:off x="457200" y="2331720"/>
            <a:ext cx="8412480" cy="548640"/>
          </a:xfrm>
          <a:prstGeom prst="rect">
            <a:avLst/>
          </a:prstGeom>
          <a:noFill/>
          <a:ln/>
        </p:spPr>
        <p:txBody>
          <a:bodyPr wrap="square" rtlCol="0" anchor="ctr"/>
          <a:lstStyle/>
          <a:p>
            <a:pPr marL="0" indent="0">
              <a:buNone/>
            </a:pPr>
            <a:r>
              <a:rPr lang="en-US" sz="1700" dirty="0">
                <a:solidFill>
                  <a:srgbClr val="B2EBF2"/>
                </a:solidFill>
                <a:latin typeface="Calibri" pitchFamily="34" charset="0"/>
                <a:ea typeface="Calibri" pitchFamily="34" charset="-122"/>
                <a:cs typeface="Calibri" pitchFamily="34" charset="-120"/>
              </a:rPr>
              <a:t>How AI/ML is transforming cancer research and clinical care</a:t>
            </a:r>
            <a:endParaRPr lang="en-US" sz="1700" dirty="0"/>
          </a:p>
        </p:txBody>
      </p:sp>
      <p:sp>
        <p:nvSpPr>
          <p:cNvPr id="7" name="Text 5"/>
          <p:cNvSpPr/>
          <p:nvPr/>
        </p:nvSpPr>
        <p:spPr>
          <a:xfrm>
            <a:off x="6858000" y="914400"/>
            <a:ext cx="2011680" cy="2743200"/>
          </a:xfrm>
          <a:prstGeom prst="rect">
            <a:avLst/>
          </a:prstGeom>
          <a:noFill/>
          <a:ln/>
        </p:spPr>
        <p:txBody>
          <a:bodyPr wrap="square" rtlCol="0" anchor="ctr"/>
          <a:lstStyle/>
          <a:p>
            <a:pPr marL="0" indent="0" algn="ctr">
              <a:buNone/>
            </a:pPr>
            <a:r>
              <a:rPr lang="en-US" sz="16000" b="1" dirty="0">
                <a:solidFill>
                  <a:srgbClr val="FFFFFF">
                    <a:alpha val="15000"/>
                  </a:srgbClr>
                </a:solidFill>
                <a:latin typeface="Calibri" pitchFamily="34" charset="0"/>
                <a:ea typeface="Calibri" pitchFamily="34" charset="-122"/>
                <a:cs typeface="Calibri" pitchFamily="34" charset="-120"/>
              </a:rPr>
              <a:t>4</a:t>
            </a:r>
            <a:endParaRPr lang="en-US" sz="16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04 — CONNECTION WITH ONCOLOGY</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AI/ML Across the Cancer Care Continuum</a:t>
            </a:r>
            <a:endParaRPr lang="en-US" sz="2400" dirty="0"/>
          </a:p>
        </p:txBody>
      </p:sp>
      <p:sp>
        <p:nvSpPr>
          <p:cNvPr id="5" name="Shape 3"/>
          <p:cNvSpPr/>
          <p:nvPr/>
        </p:nvSpPr>
        <p:spPr>
          <a:xfrm>
            <a:off x="320040" y="960120"/>
            <a:ext cx="3931920" cy="338328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p:cNvSpPr/>
          <p:nvPr/>
        </p:nvSpPr>
        <p:spPr>
          <a:xfrm>
            <a:off x="320040" y="960120"/>
            <a:ext cx="3931920" cy="45720"/>
          </a:xfrm>
          <a:prstGeom prst="rect">
            <a:avLst/>
          </a:prstGeom>
          <a:solidFill>
            <a:srgbClr val="1565C0"/>
          </a:solidFill>
          <a:ln w="12700">
            <a:solidFill>
              <a:srgbClr val="1565C0"/>
            </a:solidFill>
            <a:prstDash val="solid"/>
          </a:ln>
        </p:spPr>
        <p:txBody>
          <a:bodyPr/>
          <a:lstStyle/>
          <a:p>
            <a:endParaRPr lang="en-IN"/>
          </a:p>
        </p:txBody>
      </p:sp>
      <p:sp>
        <p:nvSpPr>
          <p:cNvPr id="7" name="Text 5"/>
          <p:cNvSpPr/>
          <p:nvPr/>
        </p:nvSpPr>
        <p:spPr>
          <a:xfrm>
            <a:off x="429768" y="1051560"/>
            <a:ext cx="3712464" cy="310896"/>
          </a:xfrm>
          <a:prstGeom prst="rect">
            <a:avLst/>
          </a:prstGeom>
          <a:noFill/>
          <a:ln/>
        </p:spPr>
        <p:txBody>
          <a:bodyPr wrap="square" rtlCol="0" anchor="ctr"/>
          <a:lstStyle/>
          <a:p>
            <a:pPr marL="0" indent="0" algn="ctr">
              <a:buNone/>
            </a:pPr>
            <a:r>
              <a:rPr lang="en-US" sz="1400" b="1" dirty="0">
                <a:solidFill>
                  <a:srgbClr val="212121"/>
                </a:solidFill>
                <a:latin typeface="Garamond" panose="02020404030301010803" pitchFamily="18" charset="0"/>
                <a:ea typeface="Calibri" pitchFamily="34" charset="-122"/>
                <a:cs typeface="Calibri" pitchFamily="34" charset="-120"/>
              </a:rPr>
              <a:t>🔍 Screening &amp; Detection</a:t>
            </a:r>
            <a:endParaRPr lang="en-US" sz="1400" b="1" dirty="0">
              <a:latin typeface="Garamond" panose="02020404030301010803" pitchFamily="18" charset="0"/>
            </a:endParaRPr>
          </a:p>
        </p:txBody>
      </p:sp>
      <p:sp>
        <p:nvSpPr>
          <p:cNvPr id="8" name="Text 6"/>
          <p:cNvSpPr/>
          <p:nvPr/>
        </p:nvSpPr>
        <p:spPr>
          <a:xfrm>
            <a:off x="429768" y="1389888"/>
            <a:ext cx="3712464" cy="2793492"/>
          </a:xfrm>
          <a:prstGeom prst="rect">
            <a:avLst/>
          </a:prstGeom>
          <a:noFill/>
          <a:ln/>
        </p:spPr>
        <p:txBody>
          <a:bodyPr wrap="square" rtlCol="0" anchor="t"/>
          <a:lstStyle/>
          <a:p>
            <a:pPr marL="171450" indent="-171450">
              <a:buFont typeface="Arial" panose="020B0604020202020204" pitchFamily="34" charset="0"/>
              <a:buChar char="•"/>
            </a:pPr>
            <a:r>
              <a:rPr lang="en-US" sz="1400" dirty="0">
                <a:latin typeface="Garamond" panose="02020404030301010803" pitchFamily="18" charset="0"/>
                <a:ea typeface="Calibri" pitchFamily="34" charset="-122"/>
                <a:cs typeface="Calibri" pitchFamily="34" charset="-120"/>
              </a:rPr>
              <a:t>Mammography AI: Matches radiologist sensitivity (AUC≈0.88) — Mango et al., Lancet 2019</a:t>
            </a:r>
            <a:endParaRPr lang="en-US" sz="1400" dirty="0">
              <a:latin typeface="Garamond" panose="02020404030301010803" pitchFamily="18" charset="0"/>
            </a:endParaRPr>
          </a:p>
          <a:p>
            <a:pPr marL="171450" indent="-171450">
              <a:buFont typeface="Arial" panose="020B0604020202020204" pitchFamily="34" charset="0"/>
              <a:buChar char="•"/>
            </a:pPr>
            <a:r>
              <a:rPr lang="en-US" sz="1400" dirty="0">
                <a:latin typeface="Garamond" panose="02020404030301010803" pitchFamily="18" charset="0"/>
                <a:ea typeface="Calibri" pitchFamily="34" charset="-122"/>
                <a:cs typeface="Calibri" pitchFamily="34" charset="-120"/>
              </a:rPr>
              <a:t>Lung cancer CT: ≥4% reduction in lung cancer mortality — NLST + AI</a:t>
            </a:r>
            <a:endParaRPr lang="en-US" sz="1400" dirty="0">
              <a:latin typeface="Garamond" panose="02020404030301010803" pitchFamily="18" charset="0"/>
            </a:endParaRPr>
          </a:p>
          <a:p>
            <a:pPr marL="171450" indent="-171450">
              <a:buFont typeface="Arial" panose="020B0604020202020204" pitchFamily="34" charset="0"/>
              <a:buChar char="•"/>
            </a:pPr>
            <a:r>
              <a:rPr lang="en-US" sz="1400" dirty="0">
                <a:latin typeface="Garamond" panose="02020404030301010803" pitchFamily="18" charset="0"/>
                <a:ea typeface="Calibri" pitchFamily="34" charset="-122"/>
                <a:cs typeface="Calibri" pitchFamily="34" charset="-120"/>
              </a:rPr>
              <a:t>Colonoscopy AI: 50% increase in polyp detection rate</a:t>
            </a:r>
            <a:endParaRPr lang="en-US" sz="1400" dirty="0">
              <a:latin typeface="Garamond" panose="02020404030301010803" pitchFamily="18" charset="0"/>
            </a:endParaRPr>
          </a:p>
          <a:p>
            <a:pPr marL="171450" indent="-171450">
              <a:buFont typeface="Arial" panose="020B0604020202020204" pitchFamily="34" charset="0"/>
              <a:buChar char="•"/>
            </a:pPr>
            <a:r>
              <a:rPr lang="en-US" sz="1400" dirty="0">
                <a:latin typeface="Garamond" panose="02020404030301010803" pitchFamily="18" charset="0"/>
                <a:ea typeface="Calibri" pitchFamily="34" charset="-122"/>
                <a:cs typeface="Calibri" pitchFamily="34" charset="-120"/>
              </a:rPr>
              <a:t>Skin cancer dermatoscopy: Matches dermatologist accuracy (Esteva et al., Nature 2017)</a:t>
            </a:r>
            <a:endParaRPr lang="en-US" sz="1400" dirty="0">
              <a:latin typeface="Garamond" panose="02020404030301010803" pitchFamily="18" charset="0"/>
            </a:endParaRPr>
          </a:p>
          <a:p>
            <a:pPr marL="171450" indent="-171450">
              <a:buFont typeface="Arial" panose="020B0604020202020204" pitchFamily="34" charset="0"/>
              <a:buChar char="•"/>
            </a:pPr>
            <a:r>
              <a:rPr lang="en-US" sz="1400" dirty="0">
                <a:latin typeface="Garamond" panose="02020404030301010803" pitchFamily="18" charset="0"/>
                <a:ea typeface="Calibri" pitchFamily="34" charset="-122"/>
                <a:cs typeface="Calibri" pitchFamily="34" charset="-120"/>
              </a:rPr>
              <a:t>Retinal fundus: Diabetic retinopathy from primary care photographs</a:t>
            </a:r>
            <a:endParaRPr lang="en-US" sz="1400" dirty="0">
              <a:latin typeface="Garamond" panose="02020404030301010803" pitchFamily="18" charset="0"/>
            </a:endParaRPr>
          </a:p>
        </p:txBody>
      </p:sp>
      <p:sp>
        <p:nvSpPr>
          <p:cNvPr id="9" name="Shape 7"/>
          <p:cNvSpPr/>
          <p:nvPr/>
        </p:nvSpPr>
        <p:spPr>
          <a:xfrm>
            <a:off x="4663440" y="960120"/>
            <a:ext cx="3931920" cy="338328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0" name="Shape 8"/>
          <p:cNvSpPr/>
          <p:nvPr/>
        </p:nvSpPr>
        <p:spPr>
          <a:xfrm>
            <a:off x="4663440" y="960120"/>
            <a:ext cx="3931920" cy="45720"/>
          </a:xfrm>
          <a:prstGeom prst="rect">
            <a:avLst/>
          </a:prstGeom>
          <a:solidFill>
            <a:srgbClr val="0097A7"/>
          </a:solidFill>
          <a:ln w="12700">
            <a:solidFill>
              <a:srgbClr val="0097A7"/>
            </a:solidFill>
            <a:prstDash val="solid"/>
          </a:ln>
        </p:spPr>
        <p:txBody>
          <a:bodyPr/>
          <a:lstStyle/>
          <a:p>
            <a:endParaRPr lang="en-IN"/>
          </a:p>
        </p:txBody>
      </p:sp>
      <p:sp>
        <p:nvSpPr>
          <p:cNvPr id="11" name="Text 9"/>
          <p:cNvSpPr/>
          <p:nvPr/>
        </p:nvSpPr>
        <p:spPr>
          <a:xfrm>
            <a:off x="4773168" y="1051560"/>
            <a:ext cx="3712464" cy="310896"/>
          </a:xfrm>
          <a:prstGeom prst="rect">
            <a:avLst/>
          </a:prstGeom>
          <a:noFill/>
          <a:ln/>
        </p:spPr>
        <p:txBody>
          <a:bodyPr wrap="square" rtlCol="0" anchor="ctr"/>
          <a:lstStyle/>
          <a:p>
            <a:pPr algn="ctr"/>
            <a:r>
              <a:rPr lang="en-US" sz="1400" b="1" dirty="0">
                <a:solidFill>
                  <a:srgbClr val="212121"/>
                </a:solidFill>
                <a:latin typeface="Garamond" panose="02020404030301010803" pitchFamily="18" charset="0"/>
                <a:cs typeface="Calibri" pitchFamily="34" charset="-120"/>
              </a:rPr>
              <a:t>🧬 Diagnosis &amp; Molecular Subtyping</a:t>
            </a:r>
          </a:p>
        </p:txBody>
      </p:sp>
      <p:sp>
        <p:nvSpPr>
          <p:cNvPr id="12" name="Text 10"/>
          <p:cNvSpPr/>
          <p:nvPr/>
        </p:nvSpPr>
        <p:spPr>
          <a:xfrm>
            <a:off x="4773168" y="1389888"/>
            <a:ext cx="3712464" cy="2793492"/>
          </a:xfrm>
          <a:prstGeom prst="rect">
            <a:avLst/>
          </a:prstGeom>
          <a:noFill/>
          <a:ln/>
        </p:spPr>
        <p:txBody>
          <a:bodyPr wrap="square" rtlCol="0" anchor="t"/>
          <a:lstStyle/>
          <a:p>
            <a:pPr marL="171450" indent="-171450">
              <a:buFont typeface="Arial" panose="020B0604020202020204" pitchFamily="34" charset="0"/>
              <a:buChar char="•"/>
            </a:pPr>
            <a:r>
              <a:rPr lang="en-US" sz="1400" dirty="0">
                <a:latin typeface="Garamond" panose="02020404030301010803" pitchFamily="18" charset="0"/>
                <a:cs typeface="Calibri" pitchFamily="34" charset="-120"/>
              </a:rPr>
              <a:t>FNA cytology: Random Forest on morphological features (our case study!)</a:t>
            </a:r>
          </a:p>
          <a:p>
            <a:pPr marL="171450" indent="-171450">
              <a:buFont typeface="Arial" panose="020B0604020202020204" pitchFamily="34" charset="0"/>
              <a:buChar char="•"/>
            </a:pPr>
            <a:r>
              <a:rPr lang="en-US" sz="1400" dirty="0">
                <a:latin typeface="Garamond" panose="02020404030301010803" pitchFamily="18" charset="0"/>
                <a:cs typeface="Calibri" pitchFamily="34" charset="-120"/>
              </a:rPr>
              <a:t>Pathology whole-slide imaging: CNN for grading (Gleason score, Nottingham grade)</a:t>
            </a:r>
          </a:p>
          <a:p>
            <a:pPr marL="171450" indent="-171450">
              <a:buFont typeface="Arial" panose="020B0604020202020204" pitchFamily="34" charset="0"/>
              <a:buChar char="•"/>
            </a:pPr>
            <a:r>
              <a:rPr lang="en-US" sz="1400" dirty="0">
                <a:latin typeface="Garamond" panose="02020404030301010803" pitchFamily="18" charset="0"/>
                <a:cs typeface="Calibri" pitchFamily="34" charset="-120"/>
              </a:rPr>
              <a:t>Brain tumour methylation classifier: DKFZ — 100 subtypes from 850K CpG sites</a:t>
            </a:r>
          </a:p>
          <a:p>
            <a:pPr marL="171450" indent="-171450">
              <a:buFont typeface="Arial" panose="020B0604020202020204" pitchFamily="34" charset="0"/>
              <a:buChar char="•"/>
            </a:pPr>
            <a:r>
              <a:rPr lang="en-US" sz="1400" dirty="0">
                <a:latin typeface="Garamond" panose="02020404030301010803" pitchFamily="18" charset="0"/>
                <a:cs typeface="Calibri" pitchFamily="34" charset="-120"/>
              </a:rPr>
              <a:t>PAM50 breast cancer subtyping: Luminal A/B, HER2, Basal-like</a:t>
            </a:r>
          </a:p>
          <a:p>
            <a:pPr marL="171450" indent="-171450">
              <a:buFont typeface="Arial" panose="020B0604020202020204" pitchFamily="34" charset="0"/>
              <a:buChar char="•"/>
            </a:pPr>
            <a:r>
              <a:rPr lang="en-US" sz="1400" dirty="0">
                <a:latin typeface="Garamond" panose="02020404030301010803" pitchFamily="18" charset="0"/>
                <a:cs typeface="Calibri" pitchFamily="34" charset="-120"/>
              </a:rPr>
              <a:t>cfDNA liquid biopsy: ML on methylation patterns — pan-cancer early detection</a:t>
            </a:r>
          </a:p>
        </p:txBody>
      </p:sp>
      <p:sp>
        <p:nvSpPr>
          <p:cNvPr id="21" name="Shape 19"/>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22" name="Shape 20"/>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23" name="Shape 21"/>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BF23520F-7453-DC91-D7CC-7E1D7FB346D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A054961-90F7-DF15-1E66-BD39EE98D549}"/>
              </a:ext>
            </a:extLst>
          </p:cNvPr>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a:extLst>
              <a:ext uri="{FF2B5EF4-FFF2-40B4-BE49-F238E27FC236}">
                <a16:creationId xmlns:a16="http://schemas.microsoft.com/office/drawing/2014/main" id="{87F3D923-8DC4-6355-4745-6A6886258038}"/>
              </a:ext>
            </a:extLst>
          </p:cNvPr>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04 — CONNECTION WITH ONCOLOGY</a:t>
            </a:r>
            <a:endParaRPr lang="en-US" sz="800" dirty="0"/>
          </a:p>
        </p:txBody>
      </p:sp>
      <p:sp>
        <p:nvSpPr>
          <p:cNvPr id="4" name="Text 2">
            <a:extLst>
              <a:ext uri="{FF2B5EF4-FFF2-40B4-BE49-F238E27FC236}">
                <a16:creationId xmlns:a16="http://schemas.microsoft.com/office/drawing/2014/main" id="{D7D68C19-7956-02ED-BE78-F91035DE3E0E}"/>
              </a:ext>
            </a:extLst>
          </p:cNvPr>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AI/ML Across the Cancer Care Continuum</a:t>
            </a:r>
            <a:endParaRPr lang="en-US" sz="2400" dirty="0"/>
          </a:p>
        </p:txBody>
      </p:sp>
      <p:sp>
        <p:nvSpPr>
          <p:cNvPr id="13" name="Shape 11">
            <a:extLst>
              <a:ext uri="{FF2B5EF4-FFF2-40B4-BE49-F238E27FC236}">
                <a16:creationId xmlns:a16="http://schemas.microsoft.com/office/drawing/2014/main" id="{8999E48A-FB4B-BB2E-9C84-DC7C3D63AB82}"/>
              </a:ext>
            </a:extLst>
          </p:cNvPr>
          <p:cNvSpPr/>
          <p:nvPr/>
        </p:nvSpPr>
        <p:spPr>
          <a:xfrm>
            <a:off x="320040" y="965309"/>
            <a:ext cx="3931920" cy="338328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4" name="Shape 12">
            <a:extLst>
              <a:ext uri="{FF2B5EF4-FFF2-40B4-BE49-F238E27FC236}">
                <a16:creationId xmlns:a16="http://schemas.microsoft.com/office/drawing/2014/main" id="{4CD788AE-41B7-D4BF-A717-FF8B65535BAB}"/>
              </a:ext>
            </a:extLst>
          </p:cNvPr>
          <p:cNvSpPr/>
          <p:nvPr/>
        </p:nvSpPr>
        <p:spPr>
          <a:xfrm>
            <a:off x="320040" y="972600"/>
            <a:ext cx="3931920" cy="45720"/>
          </a:xfrm>
          <a:prstGeom prst="rect">
            <a:avLst/>
          </a:prstGeom>
          <a:solidFill>
            <a:srgbClr val="2E7D32"/>
          </a:solidFill>
          <a:ln w="12700">
            <a:solidFill>
              <a:srgbClr val="2E7D32"/>
            </a:solidFill>
            <a:prstDash val="solid"/>
          </a:ln>
        </p:spPr>
        <p:txBody>
          <a:bodyPr/>
          <a:lstStyle/>
          <a:p>
            <a:endParaRPr lang="en-IN"/>
          </a:p>
        </p:txBody>
      </p:sp>
      <p:sp>
        <p:nvSpPr>
          <p:cNvPr id="15" name="Text 13">
            <a:extLst>
              <a:ext uri="{FF2B5EF4-FFF2-40B4-BE49-F238E27FC236}">
                <a16:creationId xmlns:a16="http://schemas.microsoft.com/office/drawing/2014/main" id="{B415289D-263C-0989-497D-9941B1027CEE}"/>
              </a:ext>
            </a:extLst>
          </p:cNvPr>
          <p:cNvSpPr/>
          <p:nvPr/>
        </p:nvSpPr>
        <p:spPr>
          <a:xfrm>
            <a:off x="320040" y="1080615"/>
            <a:ext cx="3712464" cy="310896"/>
          </a:xfrm>
          <a:prstGeom prst="rect">
            <a:avLst/>
          </a:prstGeom>
          <a:noFill/>
          <a:ln/>
        </p:spPr>
        <p:txBody>
          <a:bodyPr wrap="square" rtlCol="0" anchor="ctr"/>
          <a:lstStyle/>
          <a:p>
            <a:pPr algn="ctr"/>
            <a:r>
              <a:rPr lang="en-US" sz="1400" b="1" dirty="0">
                <a:solidFill>
                  <a:srgbClr val="212121"/>
                </a:solidFill>
                <a:latin typeface="Garamond" panose="02020404030301010803" pitchFamily="18" charset="0"/>
                <a:cs typeface="Calibri" pitchFamily="34" charset="-120"/>
              </a:rPr>
              <a:t>💊 Treatment &amp; Prognosis</a:t>
            </a:r>
          </a:p>
        </p:txBody>
      </p:sp>
      <p:sp>
        <p:nvSpPr>
          <p:cNvPr id="16" name="Text 14">
            <a:extLst>
              <a:ext uri="{FF2B5EF4-FFF2-40B4-BE49-F238E27FC236}">
                <a16:creationId xmlns:a16="http://schemas.microsoft.com/office/drawing/2014/main" id="{372B45AE-6F72-1AA0-2529-A70883400AD6}"/>
              </a:ext>
            </a:extLst>
          </p:cNvPr>
          <p:cNvSpPr/>
          <p:nvPr/>
        </p:nvSpPr>
        <p:spPr>
          <a:xfrm>
            <a:off x="429768" y="1477761"/>
            <a:ext cx="3712464" cy="1155355"/>
          </a:xfrm>
          <a:prstGeom prst="rect">
            <a:avLst/>
          </a:prstGeom>
          <a:noFill/>
          <a:ln/>
        </p:spPr>
        <p:txBody>
          <a:bodyPr wrap="square" rtlCol="0" anchor="t"/>
          <a:lstStyle/>
          <a:p>
            <a:pPr marL="171450" indent="-171450">
              <a:buFont typeface="Arial" panose="020B0604020202020204" pitchFamily="34" charset="0"/>
              <a:buChar char="•"/>
            </a:pPr>
            <a:r>
              <a:rPr lang="en-US" sz="1400" dirty="0">
                <a:latin typeface="Garamond" panose="02020404030301010803" pitchFamily="18" charset="0"/>
                <a:cs typeface="Calibri" pitchFamily="34" charset="-120"/>
              </a:rPr>
              <a:t>Treatment response prediction: XGBoost/RF on clinical + genomic features</a:t>
            </a:r>
          </a:p>
          <a:p>
            <a:pPr marL="171450" indent="-171450">
              <a:buFont typeface="Arial" panose="020B0604020202020204" pitchFamily="34" charset="0"/>
              <a:buChar char="•"/>
            </a:pPr>
            <a:r>
              <a:rPr lang="en-US" sz="1400" dirty="0">
                <a:latin typeface="Garamond" panose="02020404030301010803" pitchFamily="18" charset="0"/>
                <a:cs typeface="Calibri" pitchFamily="34" charset="-120"/>
              </a:rPr>
              <a:t>Oncotype DX: 21-gene recurrence score (ML-derived) guiding chemotherapy decisions</a:t>
            </a:r>
          </a:p>
          <a:p>
            <a:pPr marL="171450" indent="-171450">
              <a:buFont typeface="Arial" panose="020B0604020202020204" pitchFamily="34" charset="0"/>
              <a:buChar char="•"/>
            </a:pPr>
            <a:r>
              <a:rPr lang="en-US" sz="1400" dirty="0">
                <a:latin typeface="Garamond" panose="02020404030301010803" pitchFamily="18" charset="0"/>
                <a:cs typeface="Calibri" pitchFamily="34" charset="-120"/>
              </a:rPr>
              <a:t>Immunotherapy response: Tumour mutational burden + ML → PD-L1 alternative</a:t>
            </a:r>
          </a:p>
          <a:p>
            <a:pPr marL="171450" indent="-171450">
              <a:buFont typeface="Arial" panose="020B0604020202020204" pitchFamily="34" charset="0"/>
              <a:buChar char="•"/>
            </a:pPr>
            <a:r>
              <a:rPr lang="en-US" sz="1400" dirty="0">
                <a:latin typeface="Garamond" panose="02020404030301010803" pitchFamily="18" charset="0"/>
                <a:cs typeface="Calibri" pitchFamily="34" charset="-120"/>
              </a:rPr>
              <a:t>Adaptive trial enrichment: ML identifies biomarker-defined responder subgroups</a:t>
            </a:r>
          </a:p>
          <a:p>
            <a:pPr marL="171450" indent="-171450">
              <a:buFont typeface="Arial" panose="020B0604020202020204" pitchFamily="34" charset="0"/>
              <a:buChar char="•"/>
            </a:pPr>
            <a:r>
              <a:rPr lang="en-US" sz="1400" dirty="0">
                <a:latin typeface="Garamond" panose="02020404030301010803" pitchFamily="18" charset="0"/>
                <a:cs typeface="Calibri" pitchFamily="34" charset="-120"/>
              </a:rPr>
              <a:t>Survival prediction: Random Survival Forests for personalised prognosis</a:t>
            </a:r>
          </a:p>
        </p:txBody>
      </p:sp>
      <p:sp>
        <p:nvSpPr>
          <p:cNvPr id="17" name="Shape 15">
            <a:extLst>
              <a:ext uri="{FF2B5EF4-FFF2-40B4-BE49-F238E27FC236}">
                <a16:creationId xmlns:a16="http://schemas.microsoft.com/office/drawing/2014/main" id="{5545E04C-CD1B-F7B3-AE75-480AAE3556CF}"/>
              </a:ext>
            </a:extLst>
          </p:cNvPr>
          <p:cNvSpPr/>
          <p:nvPr/>
        </p:nvSpPr>
        <p:spPr>
          <a:xfrm>
            <a:off x="4663440" y="960447"/>
            <a:ext cx="3931920" cy="338328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8" name="Shape 16">
            <a:extLst>
              <a:ext uri="{FF2B5EF4-FFF2-40B4-BE49-F238E27FC236}">
                <a16:creationId xmlns:a16="http://schemas.microsoft.com/office/drawing/2014/main" id="{E107315B-B8D6-636E-25AA-5744581B4F81}"/>
              </a:ext>
            </a:extLst>
          </p:cNvPr>
          <p:cNvSpPr/>
          <p:nvPr/>
        </p:nvSpPr>
        <p:spPr>
          <a:xfrm>
            <a:off x="4663440" y="972367"/>
            <a:ext cx="3931920" cy="45720"/>
          </a:xfrm>
          <a:prstGeom prst="rect">
            <a:avLst/>
          </a:prstGeom>
          <a:solidFill>
            <a:srgbClr val="6A1B9A"/>
          </a:solidFill>
          <a:ln w="12700">
            <a:solidFill>
              <a:srgbClr val="6A1B9A"/>
            </a:solidFill>
            <a:prstDash val="solid"/>
          </a:ln>
        </p:spPr>
        <p:txBody>
          <a:bodyPr/>
          <a:lstStyle/>
          <a:p>
            <a:endParaRPr lang="en-IN"/>
          </a:p>
        </p:txBody>
      </p:sp>
      <p:sp>
        <p:nvSpPr>
          <p:cNvPr id="19" name="Text 17">
            <a:extLst>
              <a:ext uri="{FF2B5EF4-FFF2-40B4-BE49-F238E27FC236}">
                <a16:creationId xmlns:a16="http://schemas.microsoft.com/office/drawing/2014/main" id="{D48F53D9-1CD7-1385-5BA8-E5667E8D0030}"/>
              </a:ext>
            </a:extLst>
          </p:cNvPr>
          <p:cNvSpPr/>
          <p:nvPr/>
        </p:nvSpPr>
        <p:spPr>
          <a:xfrm>
            <a:off x="4773168" y="1089672"/>
            <a:ext cx="3712464" cy="310896"/>
          </a:xfrm>
          <a:prstGeom prst="rect">
            <a:avLst/>
          </a:prstGeom>
          <a:noFill/>
          <a:ln/>
        </p:spPr>
        <p:txBody>
          <a:bodyPr wrap="square" rtlCol="0" anchor="ctr"/>
          <a:lstStyle/>
          <a:p>
            <a:pPr algn="ctr"/>
            <a:r>
              <a:rPr lang="en-US" sz="1400" b="1" dirty="0">
                <a:solidFill>
                  <a:srgbClr val="212121"/>
                </a:solidFill>
                <a:latin typeface="Garamond" panose="02020404030301010803" pitchFamily="18" charset="0"/>
                <a:cs typeface="Calibri" pitchFamily="34" charset="-120"/>
              </a:rPr>
              <a:t>🏥 Clinical Operations</a:t>
            </a:r>
          </a:p>
        </p:txBody>
      </p:sp>
      <p:sp>
        <p:nvSpPr>
          <p:cNvPr id="20" name="Text 18">
            <a:extLst>
              <a:ext uri="{FF2B5EF4-FFF2-40B4-BE49-F238E27FC236}">
                <a16:creationId xmlns:a16="http://schemas.microsoft.com/office/drawing/2014/main" id="{BE51620D-3D21-3F82-3B45-E9C56C59DA73}"/>
              </a:ext>
            </a:extLst>
          </p:cNvPr>
          <p:cNvSpPr/>
          <p:nvPr/>
        </p:nvSpPr>
        <p:spPr>
          <a:xfrm>
            <a:off x="4773168" y="1460606"/>
            <a:ext cx="3712464" cy="1147265"/>
          </a:xfrm>
          <a:prstGeom prst="rect">
            <a:avLst/>
          </a:prstGeom>
          <a:noFill/>
          <a:ln/>
        </p:spPr>
        <p:txBody>
          <a:bodyPr wrap="square" rtlCol="0" anchor="t"/>
          <a:lstStyle/>
          <a:p>
            <a:pPr marL="171450" indent="-171450">
              <a:buFont typeface="Arial" panose="020B0604020202020204" pitchFamily="34" charset="0"/>
              <a:buChar char="•"/>
            </a:pPr>
            <a:r>
              <a:rPr lang="en-US" sz="1400" dirty="0">
                <a:latin typeface="Garamond" panose="02020404030301010803" pitchFamily="18" charset="0"/>
                <a:cs typeface="Calibri" pitchFamily="34" charset="-120"/>
              </a:rPr>
              <a:t>Drug discovery: AlphaFold protein structure → target identification</a:t>
            </a:r>
          </a:p>
          <a:p>
            <a:pPr marL="171450" indent="-171450">
              <a:buFont typeface="Arial" panose="020B0604020202020204" pitchFamily="34" charset="0"/>
              <a:buChar char="•"/>
            </a:pPr>
            <a:r>
              <a:rPr lang="en-US" sz="1400" dirty="0">
                <a:latin typeface="Garamond" panose="02020404030301010803" pitchFamily="18" charset="0"/>
                <a:cs typeface="Calibri" pitchFamily="34" charset="-120"/>
              </a:rPr>
              <a:t>Clinical trial matching: NLP on eligibility criteria → patient-trial matching</a:t>
            </a:r>
          </a:p>
          <a:p>
            <a:pPr marL="171450" indent="-171450">
              <a:buFont typeface="Arial" panose="020B0604020202020204" pitchFamily="34" charset="0"/>
              <a:buChar char="•"/>
            </a:pPr>
            <a:r>
              <a:rPr lang="en-US" sz="1400" dirty="0">
                <a:latin typeface="Garamond" panose="02020404030301010803" pitchFamily="18" charset="0"/>
                <a:cs typeface="Calibri" pitchFamily="34" charset="-120"/>
              </a:rPr>
              <a:t>Pharmacovigilance: ML on spontaneous reports → safety signal detection</a:t>
            </a:r>
          </a:p>
          <a:p>
            <a:pPr marL="171450" indent="-171450">
              <a:buFont typeface="Arial" panose="020B0604020202020204" pitchFamily="34" charset="0"/>
              <a:buChar char="•"/>
            </a:pPr>
            <a:r>
              <a:rPr lang="en-US" sz="1400" dirty="0">
                <a:latin typeface="Garamond" panose="02020404030301010803" pitchFamily="18" charset="0"/>
                <a:cs typeface="Calibri" pitchFamily="34" charset="-120"/>
              </a:rPr>
              <a:t>EHR phenotyping: NLP extracts diagnoses from clinical notes</a:t>
            </a:r>
          </a:p>
          <a:p>
            <a:pPr marL="171450" indent="-171450">
              <a:buFont typeface="Arial" panose="020B0604020202020204" pitchFamily="34" charset="0"/>
              <a:buChar char="•"/>
            </a:pPr>
            <a:r>
              <a:rPr lang="en-US" sz="1400" dirty="0">
                <a:latin typeface="Garamond" panose="02020404030301010803" pitchFamily="18" charset="0"/>
                <a:cs typeface="Calibri" pitchFamily="34" charset="-120"/>
              </a:rPr>
              <a:t>Resource allocation: Predict ICU demand, bed occupancy, length of stay</a:t>
            </a:r>
          </a:p>
        </p:txBody>
      </p:sp>
      <p:sp>
        <p:nvSpPr>
          <p:cNvPr id="21" name="Shape 19">
            <a:extLst>
              <a:ext uri="{FF2B5EF4-FFF2-40B4-BE49-F238E27FC236}">
                <a16:creationId xmlns:a16="http://schemas.microsoft.com/office/drawing/2014/main" id="{CAAE723D-6D57-99C0-2BA1-72823FC5387D}"/>
              </a:ext>
            </a:extLst>
          </p:cNvPr>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22" name="Shape 20">
            <a:extLst>
              <a:ext uri="{FF2B5EF4-FFF2-40B4-BE49-F238E27FC236}">
                <a16:creationId xmlns:a16="http://schemas.microsoft.com/office/drawing/2014/main" id="{B2182B8B-BBEB-BB60-FA89-FEA365B78112}"/>
              </a:ext>
            </a:extLst>
          </p:cNvPr>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23" name="Shape 21">
            <a:extLst>
              <a:ext uri="{FF2B5EF4-FFF2-40B4-BE49-F238E27FC236}">
                <a16:creationId xmlns:a16="http://schemas.microsoft.com/office/drawing/2014/main" id="{62F84270-C61B-9648-DE6F-FC47CFAE17F2}"/>
              </a:ext>
            </a:extLst>
          </p:cNvPr>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Tree>
    <p:extLst>
      <p:ext uri="{BB962C8B-B14F-4D97-AF65-F5344CB8AC3E}">
        <p14:creationId xmlns:p14="http://schemas.microsoft.com/office/powerpoint/2010/main" val="22764349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04 — CONNECTION WITH ONCOLOGY</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Our Case Study — Wisconsin Breast Cancer FNA Dataset</a:t>
            </a:r>
            <a:endParaRPr lang="en-US" sz="2400" dirty="0"/>
          </a:p>
        </p:txBody>
      </p:sp>
      <p:sp>
        <p:nvSpPr>
          <p:cNvPr id="5" name="Shape 3"/>
          <p:cNvSpPr/>
          <p:nvPr/>
        </p:nvSpPr>
        <p:spPr>
          <a:xfrm>
            <a:off x="320040" y="960120"/>
            <a:ext cx="2743200" cy="3598164"/>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p:cNvSpPr/>
          <p:nvPr/>
        </p:nvSpPr>
        <p:spPr>
          <a:xfrm>
            <a:off x="320040" y="960120"/>
            <a:ext cx="2743200" cy="45720"/>
          </a:xfrm>
          <a:prstGeom prst="rect">
            <a:avLst/>
          </a:prstGeom>
          <a:solidFill>
            <a:srgbClr val="1565C0"/>
          </a:solidFill>
          <a:ln w="12700">
            <a:solidFill>
              <a:srgbClr val="1565C0"/>
            </a:solidFill>
            <a:prstDash val="solid"/>
          </a:ln>
        </p:spPr>
        <p:txBody>
          <a:bodyPr/>
          <a:lstStyle/>
          <a:p>
            <a:endParaRPr lang="en-IN"/>
          </a:p>
        </p:txBody>
      </p:sp>
      <p:sp>
        <p:nvSpPr>
          <p:cNvPr id="7" name="Text 5"/>
          <p:cNvSpPr/>
          <p:nvPr/>
        </p:nvSpPr>
        <p:spPr>
          <a:xfrm>
            <a:off x="429768" y="1051560"/>
            <a:ext cx="2523744"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Clinical Context</a:t>
            </a:r>
          </a:p>
        </p:txBody>
      </p:sp>
      <p:sp>
        <p:nvSpPr>
          <p:cNvPr id="8" name="Text 6"/>
          <p:cNvSpPr/>
          <p:nvPr/>
        </p:nvSpPr>
        <p:spPr>
          <a:xfrm>
            <a:off x="429768" y="1389888"/>
            <a:ext cx="2523744" cy="2816352"/>
          </a:xfrm>
          <a:prstGeom prst="rect">
            <a:avLst/>
          </a:prstGeom>
          <a:noFill/>
          <a:ln/>
        </p:spPr>
        <p:txBody>
          <a:bodyPr wrap="square" rtlCol="0" anchor="t"/>
          <a:lstStyle/>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Fine needle aspiration (FNA) biopsies of breast masses from University of Wisconsin Hospital (Dr. Wolberg).</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Digitised images of cell nuclei analysed to extract morphological features.</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Goal: Predict malignant vs benign from cytology features — to guide clinical management without waiting for surgical biopsy.</a:t>
            </a:r>
          </a:p>
        </p:txBody>
      </p:sp>
      <p:sp>
        <p:nvSpPr>
          <p:cNvPr id="9" name="Shape 7"/>
          <p:cNvSpPr/>
          <p:nvPr/>
        </p:nvSpPr>
        <p:spPr>
          <a:xfrm>
            <a:off x="3200400" y="960120"/>
            <a:ext cx="2743200" cy="3598164"/>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0" name="Shape 8"/>
          <p:cNvSpPr/>
          <p:nvPr/>
        </p:nvSpPr>
        <p:spPr>
          <a:xfrm>
            <a:off x="3200400" y="960120"/>
            <a:ext cx="2743200" cy="45720"/>
          </a:xfrm>
          <a:prstGeom prst="rect">
            <a:avLst/>
          </a:prstGeom>
          <a:solidFill>
            <a:srgbClr val="0097A7"/>
          </a:solidFill>
          <a:ln w="12700">
            <a:solidFill>
              <a:srgbClr val="0097A7"/>
            </a:solidFill>
            <a:prstDash val="solid"/>
          </a:ln>
        </p:spPr>
        <p:txBody>
          <a:bodyPr/>
          <a:lstStyle/>
          <a:p>
            <a:endParaRPr lang="en-IN"/>
          </a:p>
        </p:txBody>
      </p:sp>
      <p:sp>
        <p:nvSpPr>
          <p:cNvPr id="11" name="Text 9"/>
          <p:cNvSpPr/>
          <p:nvPr/>
        </p:nvSpPr>
        <p:spPr>
          <a:xfrm>
            <a:off x="3310128" y="1051560"/>
            <a:ext cx="2523744"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Dataset Overview</a:t>
            </a:r>
          </a:p>
        </p:txBody>
      </p:sp>
      <p:sp>
        <p:nvSpPr>
          <p:cNvPr id="12" name="Text 10"/>
          <p:cNvSpPr/>
          <p:nvPr/>
        </p:nvSpPr>
        <p:spPr>
          <a:xfrm>
            <a:off x="3310128" y="1389888"/>
            <a:ext cx="2523744" cy="2816352"/>
          </a:xfrm>
          <a:prstGeom prst="rect">
            <a:avLst/>
          </a:prstGeom>
          <a:noFill/>
          <a:ln/>
        </p:spPr>
        <p:txBody>
          <a:bodyPr wrap="square" rtlCol="0" anchor="t"/>
          <a:lstStyle/>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Total 569 patients:</a:t>
            </a:r>
          </a:p>
          <a:p>
            <a:pPr marL="628650" lvl="1" indent="-171450">
              <a:buFont typeface="Arial" panose="020B0604020202020204" pitchFamily="34" charset="0"/>
              <a:buChar char="•"/>
            </a:pPr>
            <a:r>
              <a:rPr lang="en-US" sz="1200" dirty="0">
                <a:latin typeface="Garamond" panose="02020404030301010803" pitchFamily="18" charset="0"/>
                <a:cs typeface="Calibri" pitchFamily="34" charset="-120"/>
              </a:rPr>
              <a:t>212 Malignant (37.3%)</a:t>
            </a:r>
          </a:p>
          <a:p>
            <a:pPr marL="628650" lvl="1" indent="-171450">
              <a:buFont typeface="Arial" panose="020B0604020202020204" pitchFamily="34" charset="0"/>
              <a:buChar char="•"/>
            </a:pPr>
            <a:r>
              <a:rPr lang="en-US" sz="1200" dirty="0">
                <a:latin typeface="Garamond" panose="02020404030301010803" pitchFamily="18" charset="0"/>
                <a:cs typeface="Calibri" pitchFamily="34" charset="-120"/>
              </a:rPr>
              <a:t>357 Benign (62.7%)</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30 continuous features:</a:t>
            </a:r>
          </a:p>
          <a:p>
            <a:pPr marL="628650" lvl="1" indent="-171450">
              <a:buFont typeface="Arial" panose="020B0604020202020204" pitchFamily="34" charset="0"/>
              <a:buChar char="•"/>
            </a:pPr>
            <a:r>
              <a:rPr lang="en-US" sz="1200" dirty="0">
                <a:latin typeface="Garamond" panose="02020404030301010803" pitchFamily="18" charset="0"/>
                <a:cs typeface="Calibri" pitchFamily="34" charset="-120"/>
              </a:rPr>
              <a:t>For each of 10 measurements: mean, SE, and 'worst’      (mean of 3 largest values)</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Measurements: Radius, Texture, Perimeter, Area, Smoothness, Compactness, Concavity, Concave Points, Symmetry, Fractal Dimension</a:t>
            </a:r>
          </a:p>
        </p:txBody>
      </p:sp>
      <p:sp>
        <p:nvSpPr>
          <p:cNvPr id="13" name="Shape 11"/>
          <p:cNvSpPr/>
          <p:nvPr/>
        </p:nvSpPr>
        <p:spPr>
          <a:xfrm>
            <a:off x="6080760" y="960120"/>
            <a:ext cx="2743200" cy="3598164"/>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4" name="Shape 12"/>
          <p:cNvSpPr/>
          <p:nvPr/>
        </p:nvSpPr>
        <p:spPr>
          <a:xfrm>
            <a:off x="6080760" y="960120"/>
            <a:ext cx="2743200" cy="45720"/>
          </a:xfrm>
          <a:prstGeom prst="rect">
            <a:avLst/>
          </a:prstGeom>
          <a:solidFill>
            <a:srgbClr val="2E7D32"/>
          </a:solidFill>
          <a:ln w="12700">
            <a:solidFill>
              <a:srgbClr val="2E7D32"/>
            </a:solidFill>
            <a:prstDash val="solid"/>
          </a:ln>
        </p:spPr>
        <p:txBody>
          <a:bodyPr/>
          <a:lstStyle/>
          <a:p>
            <a:endParaRPr lang="en-IN"/>
          </a:p>
        </p:txBody>
      </p:sp>
      <p:sp>
        <p:nvSpPr>
          <p:cNvPr id="15" name="Text 13"/>
          <p:cNvSpPr/>
          <p:nvPr/>
        </p:nvSpPr>
        <p:spPr>
          <a:xfrm>
            <a:off x="6190488" y="1051560"/>
            <a:ext cx="2523744"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Clinical Significance</a:t>
            </a:r>
          </a:p>
        </p:txBody>
      </p:sp>
      <p:sp>
        <p:nvSpPr>
          <p:cNvPr id="16" name="Text 14"/>
          <p:cNvSpPr/>
          <p:nvPr/>
        </p:nvSpPr>
        <p:spPr>
          <a:xfrm>
            <a:off x="6190488" y="1389888"/>
            <a:ext cx="2523744" cy="2816352"/>
          </a:xfrm>
          <a:prstGeom prst="rect">
            <a:avLst/>
          </a:prstGeom>
          <a:noFill/>
          <a:ln/>
        </p:spPr>
        <p:txBody>
          <a:bodyPr wrap="square" rtlCol="0" anchor="t"/>
          <a:lstStyle/>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Key morphological markers of malignancy:</a:t>
            </a:r>
          </a:p>
          <a:p>
            <a:pPr marL="628650" lvl="1" indent="-171450">
              <a:buFont typeface="Arial" panose="020B0604020202020204" pitchFamily="34" charset="0"/>
              <a:buChar char="•"/>
            </a:pPr>
            <a:r>
              <a:rPr lang="en-US" sz="1200" dirty="0">
                <a:latin typeface="Garamond" panose="02020404030301010803" pitchFamily="18" charset="0"/>
                <a:cs typeface="Calibri" pitchFamily="34" charset="-120"/>
              </a:rPr>
              <a:t>Larger radius/perimeter/area → more aggressive</a:t>
            </a:r>
          </a:p>
          <a:p>
            <a:pPr marL="628650" lvl="1" indent="-171450">
              <a:buFont typeface="Arial" panose="020B0604020202020204" pitchFamily="34" charset="0"/>
              <a:buChar char="•"/>
            </a:pPr>
            <a:r>
              <a:rPr lang="en-US" sz="1200" dirty="0">
                <a:latin typeface="Garamond" panose="02020404030301010803" pitchFamily="18" charset="0"/>
                <a:cs typeface="Calibri" pitchFamily="34" charset="-120"/>
              </a:rPr>
              <a:t>Higher concavity/concave points → irregular nuclear membranes (malignant pattern)</a:t>
            </a:r>
          </a:p>
          <a:p>
            <a:pPr marL="628650" lvl="1" indent="-171450">
              <a:buFont typeface="Arial" panose="020B0604020202020204" pitchFamily="34" charset="0"/>
              <a:buChar char="•"/>
            </a:pPr>
            <a:r>
              <a:rPr lang="en-US" sz="1200" dirty="0">
                <a:latin typeface="Garamond" panose="02020404030301010803" pitchFamily="18" charset="0"/>
                <a:cs typeface="Calibri" pitchFamily="34" charset="-120"/>
              </a:rPr>
              <a:t>Higher texture → nuclear heterogeneity</a:t>
            </a:r>
          </a:p>
          <a:p>
            <a:pPr marL="628650" lvl="1" indent="-171450">
              <a:buFont typeface="Arial" panose="020B0604020202020204" pitchFamily="34" charset="0"/>
              <a:buChar char="•"/>
            </a:pPr>
            <a:r>
              <a:rPr lang="en-US" sz="1200" dirty="0">
                <a:latin typeface="Garamond" panose="02020404030301010803" pitchFamily="18" charset="0"/>
                <a:cs typeface="Calibri" pitchFamily="34" charset="-120"/>
              </a:rPr>
              <a:t>'Worst' features most discriminating — most abnormal cells in specimen</a:t>
            </a:r>
          </a:p>
          <a:p>
            <a:pPr marL="171450" indent="-171450">
              <a:buFont typeface="Arial" panose="020B0604020202020204" pitchFamily="34" charset="0"/>
              <a:buChar char="•"/>
            </a:pPr>
            <a:r>
              <a:rPr lang="en-US" sz="1200" dirty="0">
                <a:latin typeface="Garamond" panose="02020404030301010803" pitchFamily="18" charset="0"/>
                <a:cs typeface="Calibri" pitchFamily="34" charset="-120"/>
              </a:rPr>
              <a:t>This matches pathologist reasoning: FNA cytology hallmarks of malignancy.</a:t>
            </a:r>
          </a:p>
        </p:txBody>
      </p:sp>
      <p:sp>
        <p:nvSpPr>
          <p:cNvPr id="17" name="Shape 15"/>
          <p:cNvSpPr/>
          <p:nvPr/>
        </p:nvSpPr>
        <p:spPr>
          <a:xfrm>
            <a:off x="320040" y="4649724"/>
            <a:ext cx="8503920" cy="347472"/>
          </a:xfrm>
          <a:prstGeom prst="rect">
            <a:avLst/>
          </a:prstGeom>
          <a:solidFill>
            <a:srgbClr val="E3F2FD"/>
          </a:solidFill>
          <a:ln w="12700">
            <a:solidFill>
              <a:srgbClr val="42A5F5"/>
            </a:solidFill>
            <a:prstDash val="solid"/>
          </a:ln>
        </p:spPr>
        <p:txBody>
          <a:bodyPr/>
          <a:lstStyle/>
          <a:p>
            <a:endParaRPr lang="en-IN"/>
          </a:p>
        </p:txBody>
      </p:sp>
      <p:sp>
        <p:nvSpPr>
          <p:cNvPr id="18" name="Text 16"/>
          <p:cNvSpPr/>
          <p:nvPr/>
        </p:nvSpPr>
        <p:spPr>
          <a:xfrm>
            <a:off x="429768" y="4698006"/>
            <a:ext cx="8229600" cy="274320"/>
          </a:xfrm>
          <a:prstGeom prst="rect">
            <a:avLst/>
          </a:prstGeom>
          <a:noFill/>
          <a:ln/>
        </p:spPr>
        <p:txBody>
          <a:bodyPr wrap="square" rtlCol="0" anchor="ctr"/>
          <a:lstStyle/>
          <a:p>
            <a:r>
              <a:rPr lang="en-US" sz="1000" b="1" dirty="0">
                <a:solidFill>
                  <a:srgbClr val="1565C0"/>
                </a:solidFill>
                <a:latin typeface="Garamond" panose="02020404030301010803" pitchFamily="18" charset="0"/>
                <a:cs typeface="Calibri" pitchFamily="34" charset="-120"/>
              </a:rPr>
              <a:t>In R:  library(mlbench);  data('BreastCancer')  — Available in the mlbench package. We will use this dataset for Sections 4, 5 (hands-on R coding and model comparison).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bg>
      <p:bgPr>
        <a:solidFill>
          <a:srgbClr val="1565C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A825"/>
          </a:solidFill>
          <a:ln w="12700">
            <a:solidFill>
              <a:srgbClr val="F9A825"/>
            </a:solidFill>
            <a:prstDash val="solid"/>
          </a:ln>
        </p:spPr>
        <p:txBody>
          <a:bodyPr/>
          <a:lstStyle/>
          <a:p>
            <a:endParaRPr lang="en-IN"/>
          </a:p>
        </p:txBody>
      </p:sp>
      <p:sp>
        <p:nvSpPr>
          <p:cNvPr id="3" name="Shape 1"/>
          <p:cNvSpPr/>
          <p:nvPr/>
        </p:nvSpPr>
        <p:spPr>
          <a:xfrm>
            <a:off x="0" y="5070348"/>
            <a:ext cx="9144000" cy="73152"/>
          </a:xfrm>
          <a:prstGeom prst="rect">
            <a:avLst/>
          </a:prstGeom>
          <a:solidFill>
            <a:srgbClr val="F9A825"/>
          </a:solidFill>
          <a:ln w="12700">
            <a:solidFill>
              <a:srgbClr val="F9A825"/>
            </a:solidFill>
            <a:prstDash val="solid"/>
          </a:ln>
        </p:spPr>
        <p:txBody>
          <a:bodyPr/>
          <a:lstStyle/>
          <a:p>
            <a:endParaRPr lang="en-IN"/>
          </a:p>
        </p:txBody>
      </p:sp>
      <p:sp>
        <p:nvSpPr>
          <p:cNvPr id="4" name="Text 2"/>
          <p:cNvSpPr/>
          <p:nvPr/>
        </p:nvSpPr>
        <p:spPr>
          <a:xfrm>
            <a:off x="457200" y="731520"/>
            <a:ext cx="8229600" cy="320040"/>
          </a:xfrm>
          <a:prstGeom prst="rect">
            <a:avLst/>
          </a:prstGeom>
          <a:noFill/>
          <a:ln/>
        </p:spPr>
        <p:txBody>
          <a:bodyPr wrap="square" rtlCol="0" anchor="ctr"/>
          <a:lstStyle/>
          <a:p>
            <a:pPr marL="0" indent="0">
              <a:buNone/>
            </a:pPr>
            <a:r>
              <a:rPr lang="en-US" sz="1100" b="1" kern="0" spc="400" dirty="0">
                <a:solidFill>
                  <a:srgbClr val="F9A825"/>
                </a:solidFill>
                <a:latin typeface="Calibri" pitchFamily="34" charset="0"/>
                <a:ea typeface="Calibri" pitchFamily="34" charset="-122"/>
                <a:cs typeface="Calibri" pitchFamily="34" charset="-120"/>
              </a:rPr>
              <a:t>SECTION 5</a:t>
            </a:r>
            <a:endParaRPr lang="en-US" sz="1100" dirty="0"/>
          </a:p>
        </p:txBody>
      </p:sp>
      <p:sp>
        <p:nvSpPr>
          <p:cNvPr id="5" name="Text 3"/>
          <p:cNvSpPr/>
          <p:nvPr/>
        </p:nvSpPr>
        <p:spPr>
          <a:xfrm>
            <a:off x="457200" y="1143000"/>
            <a:ext cx="8412480" cy="109728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AI/ML using R  (Hands-On)</a:t>
            </a:r>
            <a:endParaRPr lang="en-US" sz="3800" dirty="0"/>
          </a:p>
        </p:txBody>
      </p:sp>
      <p:sp>
        <p:nvSpPr>
          <p:cNvPr id="6" name="Text 4"/>
          <p:cNvSpPr/>
          <p:nvPr/>
        </p:nvSpPr>
        <p:spPr>
          <a:xfrm>
            <a:off x="457200" y="2331720"/>
            <a:ext cx="8412480" cy="548640"/>
          </a:xfrm>
          <a:prstGeom prst="rect">
            <a:avLst/>
          </a:prstGeom>
          <a:noFill/>
          <a:ln/>
        </p:spPr>
        <p:txBody>
          <a:bodyPr wrap="square" rtlCol="0" anchor="ctr"/>
          <a:lstStyle/>
          <a:p>
            <a:pPr marL="0" indent="0">
              <a:buNone/>
            </a:pPr>
            <a:r>
              <a:rPr lang="en-US" sz="1700" dirty="0">
                <a:solidFill>
                  <a:srgbClr val="B2EBF2"/>
                </a:solidFill>
                <a:latin typeface="Calibri" pitchFamily="34" charset="0"/>
                <a:ea typeface="Calibri" pitchFamily="34" charset="-122"/>
                <a:cs typeface="Calibri" pitchFamily="34" charset="-120"/>
              </a:rPr>
              <a:t>Live coding — Decision Tree, Random Forest, XGBoost on breast cancer data</a:t>
            </a:r>
            <a:endParaRPr lang="en-US" sz="1700" dirty="0"/>
          </a:p>
        </p:txBody>
      </p:sp>
      <p:sp>
        <p:nvSpPr>
          <p:cNvPr id="7" name="Text 5"/>
          <p:cNvSpPr/>
          <p:nvPr/>
        </p:nvSpPr>
        <p:spPr>
          <a:xfrm>
            <a:off x="6858000" y="914400"/>
            <a:ext cx="2011680" cy="2743200"/>
          </a:xfrm>
          <a:prstGeom prst="rect">
            <a:avLst/>
          </a:prstGeom>
          <a:noFill/>
          <a:ln/>
        </p:spPr>
        <p:txBody>
          <a:bodyPr wrap="square" rtlCol="0" anchor="ctr"/>
          <a:lstStyle/>
          <a:p>
            <a:pPr marL="0" indent="0" algn="ctr">
              <a:buNone/>
            </a:pPr>
            <a:r>
              <a:rPr lang="en-US" sz="16000" b="1" dirty="0">
                <a:solidFill>
                  <a:srgbClr val="FFFFFF">
                    <a:alpha val="15000"/>
                  </a:srgbClr>
                </a:solidFill>
                <a:latin typeface="Calibri" pitchFamily="34" charset="0"/>
                <a:ea typeface="Calibri" pitchFamily="34" charset="-122"/>
                <a:cs typeface="Calibri" pitchFamily="34" charset="-120"/>
              </a:rPr>
              <a:t>5</a:t>
            </a:r>
            <a:endParaRPr lang="en-US" sz="16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FCEF5051-8A43-9850-3A0B-5CDD9B0AC23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DF78664-7E36-BE16-AD9C-C49AC1F4AC7B}"/>
              </a:ext>
            </a:extLst>
          </p:cNvPr>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a:extLst>
              <a:ext uri="{FF2B5EF4-FFF2-40B4-BE49-F238E27FC236}">
                <a16:creationId xmlns:a16="http://schemas.microsoft.com/office/drawing/2014/main" id="{77526774-72B3-F6EE-EB52-C15FD12A7114}"/>
              </a:ext>
            </a:extLst>
          </p:cNvPr>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05 — AI/ML USING R (HANDS-ON)</a:t>
            </a:r>
            <a:endParaRPr lang="en-US" sz="800" dirty="0"/>
          </a:p>
        </p:txBody>
      </p:sp>
      <p:sp>
        <p:nvSpPr>
          <p:cNvPr id="4" name="Text 2">
            <a:extLst>
              <a:ext uri="{FF2B5EF4-FFF2-40B4-BE49-F238E27FC236}">
                <a16:creationId xmlns:a16="http://schemas.microsoft.com/office/drawing/2014/main" id="{EE65E508-5088-97E6-181F-23C67E80BF7A}"/>
              </a:ext>
            </a:extLst>
          </p:cNvPr>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R Setup — Packages and Data Preparation</a:t>
            </a:r>
            <a:endParaRPr lang="en-US" sz="2400" dirty="0"/>
          </a:p>
        </p:txBody>
      </p:sp>
      <p:sp>
        <p:nvSpPr>
          <p:cNvPr id="5" name="Shape 3">
            <a:extLst>
              <a:ext uri="{FF2B5EF4-FFF2-40B4-BE49-F238E27FC236}">
                <a16:creationId xmlns:a16="http://schemas.microsoft.com/office/drawing/2014/main" id="{73B184DC-9591-3894-A332-F32BCFBDFB5E}"/>
              </a:ext>
            </a:extLst>
          </p:cNvPr>
          <p:cNvSpPr/>
          <p:nvPr/>
        </p:nvSpPr>
        <p:spPr>
          <a:xfrm>
            <a:off x="320040" y="960120"/>
            <a:ext cx="8503920" cy="4114800"/>
          </a:xfrm>
          <a:prstGeom prst="rect">
            <a:avLst/>
          </a:prstGeom>
          <a:solidFill>
            <a:srgbClr val="1A1A2E"/>
          </a:solidFill>
          <a:ln w="12700">
            <a:solidFill>
              <a:srgbClr val="16213E"/>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a:extLst>
              <a:ext uri="{FF2B5EF4-FFF2-40B4-BE49-F238E27FC236}">
                <a16:creationId xmlns:a16="http://schemas.microsoft.com/office/drawing/2014/main" id="{BE3D80EA-DE30-E909-235B-E3DCD9B0FEA4}"/>
              </a:ext>
            </a:extLst>
          </p:cNvPr>
          <p:cNvSpPr/>
          <p:nvPr/>
        </p:nvSpPr>
        <p:spPr>
          <a:xfrm>
            <a:off x="320040" y="960120"/>
            <a:ext cx="8503920" cy="256032"/>
          </a:xfrm>
          <a:prstGeom prst="rect">
            <a:avLst/>
          </a:prstGeom>
          <a:solidFill>
            <a:srgbClr val="16213E"/>
          </a:solidFill>
          <a:ln w="12700">
            <a:solidFill>
              <a:srgbClr val="16213E"/>
            </a:solidFill>
            <a:prstDash val="solid"/>
          </a:ln>
        </p:spPr>
        <p:txBody>
          <a:bodyPr/>
          <a:lstStyle/>
          <a:p>
            <a:endParaRPr lang="en-IN"/>
          </a:p>
        </p:txBody>
      </p:sp>
      <p:sp>
        <p:nvSpPr>
          <p:cNvPr id="7" name="Text 5">
            <a:extLst>
              <a:ext uri="{FF2B5EF4-FFF2-40B4-BE49-F238E27FC236}">
                <a16:creationId xmlns:a16="http://schemas.microsoft.com/office/drawing/2014/main" id="{3D8E2657-A4CC-4F90-FD2D-1587BEFC8465}"/>
              </a:ext>
            </a:extLst>
          </p:cNvPr>
          <p:cNvSpPr/>
          <p:nvPr/>
        </p:nvSpPr>
        <p:spPr>
          <a:xfrm>
            <a:off x="429768" y="987552"/>
            <a:ext cx="8284464" cy="201168"/>
          </a:xfrm>
          <a:prstGeom prst="rect">
            <a:avLst/>
          </a:prstGeom>
          <a:noFill/>
          <a:ln/>
        </p:spPr>
        <p:txBody>
          <a:bodyPr wrap="square" rtlCol="0" anchor="ctr"/>
          <a:lstStyle/>
          <a:p>
            <a:pPr marL="0" indent="0">
              <a:buNone/>
            </a:pPr>
            <a:r>
              <a:rPr lang="en-US" sz="900" b="1" dirty="0">
                <a:solidFill>
                  <a:srgbClr val="00BCD4"/>
                </a:solidFill>
                <a:latin typeface="Calibri" pitchFamily="34" charset="0"/>
                <a:ea typeface="Calibri" pitchFamily="34" charset="-122"/>
                <a:cs typeface="Calibri" pitchFamily="34" charset="-120"/>
              </a:rPr>
              <a:t>⟩  setup.R — Run this first</a:t>
            </a:r>
            <a:endParaRPr lang="en-US" sz="900" dirty="0"/>
          </a:p>
        </p:txBody>
      </p:sp>
      <p:sp>
        <p:nvSpPr>
          <p:cNvPr id="8" name="Text 6">
            <a:extLst>
              <a:ext uri="{FF2B5EF4-FFF2-40B4-BE49-F238E27FC236}">
                <a16:creationId xmlns:a16="http://schemas.microsoft.com/office/drawing/2014/main" id="{E25C21C6-DA35-7F43-24D4-AD939966BC03}"/>
              </a:ext>
            </a:extLst>
          </p:cNvPr>
          <p:cNvSpPr/>
          <p:nvPr/>
        </p:nvSpPr>
        <p:spPr>
          <a:xfrm>
            <a:off x="429768" y="1252728"/>
            <a:ext cx="4142232" cy="3730752"/>
          </a:xfrm>
          <a:prstGeom prst="rect">
            <a:avLst/>
          </a:prstGeom>
          <a:noFill/>
          <a:ln/>
        </p:spPr>
        <p:txBody>
          <a:bodyPr wrap="square" rtlCol="0" anchor="t"/>
          <a:lstStyle/>
          <a:p>
            <a:pPr marL="0" indent="0">
              <a:buNone/>
            </a:pPr>
            <a:r>
              <a:rPr lang="en-US" sz="1000" dirty="0">
                <a:solidFill>
                  <a:srgbClr val="E8EAF6"/>
                </a:solidFill>
                <a:latin typeface="Calibri" pitchFamily="34" charset="0"/>
                <a:ea typeface="Calibri" pitchFamily="34" charset="-122"/>
                <a:cs typeface="Calibri" pitchFamily="34" charset="-120"/>
              </a:rPr>
              <a:t># ── STEP 1: Install &amp; load packages ─────────────────────────────────────</a:t>
            </a:r>
            <a:endParaRPr lang="en-US" sz="1000" dirty="0"/>
          </a:p>
          <a:p>
            <a:pPr marL="0" indent="0">
              <a:buNone/>
            </a:pPr>
            <a:r>
              <a:rPr lang="en-US" sz="1000" dirty="0" err="1">
                <a:solidFill>
                  <a:srgbClr val="E8EAF6"/>
                </a:solidFill>
                <a:latin typeface="Calibri" pitchFamily="34" charset="0"/>
                <a:ea typeface="Calibri" pitchFamily="34" charset="-122"/>
                <a:cs typeface="Calibri" pitchFamily="34" charset="-120"/>
              </a:rPr>
              <a:t>install.packages</a:t>
            </a:r>
            <a:r>
              <a:rPr lang="en-US" sz="1000" dirty="0">
                <a:solidFill>
                  <a:srgbClr val="E8EAF6"/>
                </a:solidFill>
                <a:latin typeface="Calibri" pitchFamily="34" charset="0"/>
                <a:ea typeface="Calibri" pitchFamily="34" charset="-122"/>
                <a:cs typeface="Calibri" pitchFamily="34" charset="-120"/>
              </a:rPr>
              <a:t>(c("</a:t>
            </a:r>
            <a:r>
              <a:rPr lang="en-US" sz="1000" dirty="0" err="1">
                <a:solidFill>
                  <a:srgbClr val="E8EAF6"/>
                </a:solidFill>
                <a:latin typeface="Calibri" pitchFamily="34" charset="0"/>
                <a:ea typeface="Calibri" pitchFamily="34" charset="-122"/>
                <a:cs typeface="Calibri" pitchFamily="34" charset="-120"/>
              </a:rPr>
              <a:t>mlbench</a:t>
            </a:r>
            <a:r>
              <a:rPr lang="en-US" sz="1000" dirty="0">
                <a:solidFill>
                  <a:srgbClr val="E8EAF6"/>
                </a:solidFill>
                <a:latin typeface="Calibri" pitchFamily="34" charset="0"/>
                <a:ea typeface="Calibri" pitchFamily="34" charset="-122"/>
                <a:cs typeface="Calibri" pitchFamily="34" charset="-120"/>
              </a:rPr>
              <a:t>","</a:t>
            </a:r>
            <a:r>
              <a:rPr lang="en-US" sz="1000" dirty="0" err="1">
                <a:solidFill>
                  <a:srgbClr val="E8EAF6"/>
                </a:solidFill>
                <a:latin typeface="Calibri" pitchFamily="34" charset="0"/>
                <a:ea typeface="Calibri" pitchFamily="34" charset="-122"/>
                <a:cs typeface="Calibri" pitchFamily="34" charset="-120"/>
              </a:rPr>
              <a:t>rpart</a:t>
            </a:r>
            <a:r>
              <a:rPr lang="en-US" sz="1000" dirty="0">
                <a:solidFill>
                  <a:srgbClr val="E8EAF6"/>
                </a:solidFill>
                <a:latin typeface="Calibri" pitchFamily="34" charset="0"/>
                <a:ea typeface="Calibri" pitchFamily="34" charset="-122"/>
                <a:cs typeface="Calibri" pitchFamily="34" charset="-120"/>
              </a:rPr>
              <a:t>","rpart.plot","</a:t>
            </a:r>
            <a:r>
              <a:rPr lang="en-US" sz="1000" dirty="0" err="1">
                <a:solidFill>
                  <a:srgbClr val="E8EAF6"/>
                </a:solidFill>
                <a:latin typeface="Calibri" pitchFamily="34" charset="0"/>
                <a:ea typeface="Calibri" pitchFamily="34" charset="-122"/>
                <a:cs typeface="Calibri" pitchFamily="34" charset="-120"/>
              </a:rPr>
              <a:t>randomForest</a:t>
            </a:r>
            <a:r>
              <a:rPr lang="en-US" sz="1000" dirty="0">
                <a:solidFill>
                  <a:srgbClr val="E8EAF6"/>
                </a:solidFill>
                <a:latin typeface="Calibri" pitchFamily="34" charset="0"/>
                <a:ea typeface="Calibri" pitchFamily="34" charset="-122"/>
                <a:cs typeface="Calibri" pitchFamily="34" charset="-120"/>
              </a:rPr>
              <a:t>",</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                   "xgboost","e1071","caret","pROC","ggplot2","dplyr"))</a:t>
            </a:r>
            <a:endParaRPr lang="en-US" sz="1000" dirty="0"/>
          </a:p>
          <a:p>
            <a:pPr marL="0" indent="0">
              <a:buNone/>
            </a:pP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library(</a:t>
            </a:r>
            <a:r>
              <a:rPr lang="en-US" sz="1000" dirty="0" err="1">
                <a:solidFill>
                  <a:srgbClr val="E8EAF6"/>
                </a:solidFill>
                <a:latin typeface="Calibri" pitchFamily="34" charset="0"/>
                <a:ea typeface="Calibri" pitchFamily="34" charset="-122"/>
                <a:cs typeface="Calibri" pitchFamily="34" charset="-120"/>
              </a:rPr>
              <a:t>mlbench</a:t>
            </a:r>
            <a:r>
              <a:rPr lang="en-US" sz="1000" dirty="0">
                <a:solidFill>
                  <a:srgbClr val="E8EAF6"/>
                </a:solidFill>
                <a:latin typeface="Calibri" pitchFamily="34" charset="0"/>
                <a:ea typeface="Calibri" pitchFamily="34" charset="-122"/>
                <a:cs typeface="Calibri" pitchFamily="34" charset="-120"/>
              </a:rPr>
              <a:t>);     library(</a:t>
            </a:r>
            <a:r>
              <a:rPr lang="en-US" sz="1000" dirty="0" err="1">
                <a:solidFill>
                  <a:srgbClr val="E8EAF6"/>
                </a:solidFill>
                <a:latin typeface="Calibri" pitchFamily="34" charset="0"/>
                <a:ea typeface="Calibri" pitchFamily="34" charset="-122"/>
                <a:cs typeface="Calibri" pitchFamily="34" charset="-120"/>
              </a:rPr>
              <a:t>rpart</a:t>
            </a:r>
            <a:r>
              <a:rPr lang="en-US" sz="1000" dirty="0">
                <a:solidFill>
                  <a:srgbClr val="E8EAF6"/>
                </a:solidFill>
                <a:latin typeface="Calibri" pitchFamily="34" charset="0"/>
                <a:ea typeface="Calibri" pitchFamily="34" charset="-122"/>
                <a:cs typeface="Calibri" pitchFamily="34" charset="-120"/>
              </a:rPr>
              <a:t>);       library(</a:t>
            </a:r>
            <a:r>
              <a:rPr lang="en-US" sz="1000" dirty="0" err="1">
                <a:solidFill>
                  <a:srgbClr val="E8EAF6"/>
                </a:solidFill>
                <a:latin typeface="Calibri" pitchFamily="34" charset="0"/>
                <a:ea typeface="Calibri" pitchFamily="34" charset="-122"/>
                <a:cs typeface="Calibri" pitchFamily="34" charset="-120"/>
              </a:rPr>
              <a:t>rpart.plot</a:t>
            </a:r>
            <a:r>
              <a:rPr lang="en-US" sz="1000" dirty="0">
                <a:solidFill>
                  <a:srgbClr val="E8EAF6"/>
                </a:solidFill>
                <a:latin typeface="Calibri" pitchFamily="34" charset="0"/>
                <a:ea typeface="Calibri" pitchFamily="34" charset="-122"/>
                <a:cs typeface="Calibri" pitchFamily="34" charset="-120"/>
              </a:rPr>
              <a:t>)</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library(</a:t>
            </a:r>
            <a:r>
              <a:rPr lang="en-US" sz="1000" dirty="0" err="1">
                <a:solidFill>
                  <a:srgbClr val="E8EAF6"/>
                </a:solidFill>
                <a:latin typeface="Calibri" pitchFamily="34" charset="0"/>
                <a:ea typeface="Calibri" pitchFamily="34" charset="-122"/>
                <a:cs typeface="Calibri" pitchFamily="34" charset="-120"/>
              </a:rPr>
              <a:t>randomForest</a:t>
            </a:r>
            <a:r>
              <a:rPr lang="en-US" sz="1000" dirty="0">
                <a:solidFill>
                  <a:srgbClr val="E8EAF6"/>
                </a:solidFill>
                <a:latin typeface="Calibri" pitchFamily="34" charset="0"/>
                <a:ea typeface="Calibri" pitchFamily="34" charset="-122"/>
                <a:cs typeface="Calibri" pitchFamily="34" charset="-120"/>
              </a:rPr>
              <a:t>);library(</a:t>
            </a:r>
            <a:r>
              <a:rPr lang="en-US" sz="1000" dirty="0" err="1">
                <a:solidFill>
                  <a:srgbClr val="E8EAF6"/>
                </a:solidFill>
                <a:latin typeface="Calibri" pitchFamily="34" charset="0"/>
                <a:ea typeface="Calibri" pitchFamily="34" charset="-122"/>
                <a:cs typeface="Calibri" pitchFamily="34" charset="-120"/>
              </a:rPr>
              <a:t>xgboost</a:t>
            </a:r>
            <a:r>
              <a:rPr lang="en-US" sz="1000" dirty="0">
                <a:solidFill>
                  <a:srgbClr val="E8EAF6"/>
                </a:solidFill>
                <a:latin typeface="Calibri" pitchFamily="34" charset="0"/>
                <a:ea typeface="Calibri" pitchFamily="34" charset="-122"/>
                <a:cs typeface="Calibri" pitchFamily="34" charset="-120"/>
              </a:rPr>
              <a:t>);     library(caret)</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library(</a:t>
            </a:r>
            <a:r>
              <a:rPr lang="en-US" sz="1000" dirty="0" err="1">
                <a:solidFill>
                  <a:srgbClr val="E8EAF6"/>
                </a:solidFill>
                <a:latin typeface="Calibri" pitchFamily="34" charset="0"/>
                <a:ea typeface="Calibri" pitchFamily="34" charset="-122"/>
                <a:cs typeface="Calibri" pitchFamily="34" charset="-120"/>
              </a:rPr>
              <a:t>pROC</a:t>
            </a:r>
            <a:r>
              <a:rPr lang="en-US" sz="1000" dirty="0">
                <a:solidFill>
                  <a:srgbClr val="E8EAF6"/>
                </a:solidFill>
                <a:latin typeface="Calibri" pitchFamily="34" charset="0"/>
                <a:ea typeface="Calibri" pitchFamily="34" charset="-122"/>
                <a:cs typeface="Calibri" pitchFamily="34" charset="-120"/>
              </a:rPr>
              <a:t>);        library(ggplot2);     library(</a:t>
            </a:r>
            <a:r>
              <a:rPr lang="en-US" sz="1000" dirty="0" err="1">
                <a:solidFill>
                  <a:srgbClr val="E8EAF6"/>
                </a:solidFill>
                <a:latin typeface="Calibri" pitchFamily="34" charset="0"/>
                <a:ea typeface="Calibri" pitchFamily="34" charset="-122"/>
                <a:cs typeface="Calibri" pitchFamily="34" charset="-120"/>
              </a:rPr>
              <a:t>dplyr</a:t>
            </a:r>
            <a:r>
              <a:rPr lang="en-US" sz="1000" dirty="0">
                <a:solidFill>
                  <a:srgbClr val="E8EAF6"/>
                </a:solidFill>
                <a:latin typeface="Calibri" pitchFamily="34" charset="0"/>
                <a:ea typeface="Calibri" pitchFamily="34" charset="-122"/>
                <a:cs typeface="Calibri" pitchFamily="34" charset="-120"/>
              </a:rPr>
              <a:t>)</a:t>
            </a:r>
            <a:endParaRPr lang="en-US" sz="1000" dirty="0"/>
          </a:p>
          <a:p>
            <a:pPr marL="0" indent="0">
              <a:buNone/>
            </a:pPr>
            <a:r>
              <a:rPr lang="en-US" sz="1000" dirty="0" err="1">
                <a:solidFill>
                  <a:srgbClr val="E8EAF6"/>
                </a:solidFill>
                <a:latin typeface="Calibri" pitchFamily="34" charset="0"/>
                <a:ea typeface="Calibri" pitchFamily="34" charset="-122"/>
                <a:cs typeface="Calibri" pitchFamily="34" charset="-120"/>
              </a:rPr>
              <a:t>set.seed</a:t>
            </a:r>
            <a:r>
              <a:rPr lang="en-US" sz="1000" dirty="0">
                <a:solidFill>
                  <a:srgbClr val="E8EAF6"/>
                </a:solidFill>
                <a:latin typeface="Calibri" pitchFamily="34" charset="0"/>
                <a:ea typeface="Calibri" pitchFamily="34" charset="-122"/>
                <a:cs typeface="Calibri" pitchFamily="34" charset="-120"/>
              </a:rPr>
              <a:t>(42)                    # Reproducibility</a:t>
            </a:r>
            <a:endParaRPr lang="en-US" sz="1000" dirty="0"/>
          </a:p>
          <a:p>
            <a:pPr marL="0" indent="0">
              <a:buNone/>
            </a:pP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 ── STEP 2: Load and clean the Breast Cancer dataset ─────────────────────</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data("BreastCancer")</a:t>
            </a:r>
            <a:endParaRPr lang="en-US" sz="1000" dirty="0"/>
          </a:p>
          <a:p>
            <a:pPr marL="0" indent="0">
              <a:buNone/>
            </a:pPr>
            <a:r>
              <a:rPr lang="en-US" sz="1000" dirty="0" err="1">
                <a:solidFill>
                  <a:srgbClr val="E8EAF6"/>
                </a:solidFill>
                <a:latin typeface="Calibri" pitchFamily="34" charset="0"/>
                <a:ea typeface="Calibri" pitchFamily="34" charset="-122"/>
                <a:cs typeface="Calibri" pitchFamily="34" charset="-120"/>
              </a:rPr>
              <a:t>bc</a:t>
            </a:r>
            <a:r>
              <a:rPr lang="en-US" sz="1000" dirty="0">
                <a:solidFill>
                  <a:srgbClr val="E8EAF6"/>
                </a:solidFill>
                <a:latin typeface="Calibri" pitchFamily="34" charset="0"/>
                <a:ea typeface="Calibri" pitchFamily="34" charset="-122"/>
                <a:cs typeface="Calibri" pitchFamily="34" charset="-120"/>
              </a:rPr>
              <a:t> &lt;- BreastCancer[</a:t>
            </a:r>
            <a:r>
              <a:rPr lang="en-US" sz="1000" dirty="0" err="1">
                <a:solidFill>
                  <a:srgbClr val="E8EAF6"/>
                </a:solidFill>
                <a:latin typeface="Calibri" pitchFamily="34" charset="0"/>
                <a:ea typeface="Calibri" pitchFamily="34" charset="-122"/>
                <a:cs typeface="Calibri" pitchFamily="34" charset="-120"/>
              </a:rPr>
              <a:t>complete.cases</a:t>
            </a:r>
            <a:r>
              <a:rPr lang="en-US" sz="1000" dirty="0">
                <a:solidFill>
                  <a:srgbClr val="E8EAF6"/>
                </a:solidFill>
                <a:latin typeface="Calibri" pitchFamily="34" charset="0"/>
                <a:ea typeface="Calibri" pitchFamily="34" charset="-122"/>
                <a:cs typeface="Calibri" pitchFamily="34" charset="-120"/>
              </a:rPr>
              <a:t>(BreastCancer), -1]      # Drop ID, remove NAs</a:t>
            </a:r>
            <a:endParaRPr lang="en-US" sz="1000" dirty="0"/>
          </a:p>
          <a:p>
            <a:pPr marL="0" indent="0">
              <a:buNone/>
            </a:pPr>
            <a:r>
              <a:rPr lang="en-US" sz="1000" dirty="0" err="1">
                <a:solidFill>
                  <a:srgbClr val="E8EAF6"/>
                </a:solidFill>
                <a:latin typeface="Calibri" pitchFamily="34" charset="0"/>
                <a:ea typeface="Calibri" pitchFamily="34" charset="-122"/>
                <a:cs typeface="Calibri" pitchFamily="34" charset="-120"/>
              </a:rPr>
              <a:t>bc</a:t>
            </a:r>
            <a:r>
              <a:rPr lang="en-US" sz="1000" dirty="0">
                <a:solidFill>
                  <a:srgbClr val="E8EAF6"/>
                </a:solidFill>
                <a:latin typeface="Calibri" pitchFamily="34" charset="0"/>
                <a:ea typeface="Calibri" pitchFamily="34" charset="-122"/>
                <a:cs typeface="Calibri" pitchFamily="34" charset="-120"/>
              </a:rPr>
              <a:t>[,1:9] &lt;- </a:t>
            </a:r>
            <a:r>
              <a:rPr lang="en-US" sz="1000" dirty="0" err="1">
                <a:solidFill>
                  <a:srgbClr val="E8EAF6"/>
                </a:solidFill>
                <a:latin typeface="Calibri" pitchFamily="34" charset="0"/>
                <a:ea typeface="Calibri" pitchFamily="34" charset="-122"/>
                <a:cs typeface="Calibri" pitchFamily="34" charset="-120"/>
              </a:rPr>
              <a:t>lapply</a:t>
            </a:r>
            <a:r>
              <a:rPr lang="en-US" sz="1000" dirty="0">
                <a:solidFill>
                  <a:srgbClr val="E8EAF6"/>
                </a:solidFill>
                <a:latin typeface="Calibri" pitchFamily="34" charset="0"/>
                <a:ea typeface="Calibri" pitchFamily="34" charset="-122"/>
                <a:cs typeface="Calibri" pitchFamily="34" charset="-120"/>
              </a:rPr>
              <a:t>(</a:t>
            </a:r>
            <a:r>
              <a:rPr lang="en-US" sz="1000" dirty="0" err="1">
                <a:solidFill>
                  <a:srgbClr val="E8EAF6"/>
                </a:solidFill>
                <a:latin typeface="Calibri" pitchFamily="34" charset="0"/>
                <a:ea typeface="Calibri" pitchFamily="34" charset="-122"/>
                <a:cs typeface="Calibri" pitchFamily="34" charset="-120"/>
              </a:rPr>
              <a:t>bc</a:t>
            </a:r>
            <a:r>
              <a:rPr lang="en-US" sz="1000" dirty="0">
                <a:solidFill>
                  <a:srgbClr val="E8EAF6"/>
                </a:solidFill>
                <a:latin typeface="Calibri" pitchFamily="34" charset="0"/>
                <a:ea typeface="Calibri" pitchFamily="34" charset="-122"/>
                <a:cs typeface="Calibri" pitchFamily="34" charset="-120"/>
              </a:rPr>
              <a:t>[,1:9], function(x) </a:t>
            </a:r>
            <a:r>
              <a:rPr lang="en-US" sz="1000" dirty="0" err="1">
                <a:solidFill>
                  <a:srgbClr val="E8EAF6"/>
                </a:solidFill>
                <a:latin typeface="Calibri" pitchFamily="34" charset="0"/>
                <a:ea typeface="Calibri" pitchFamily="34" charset="-122"/>
                <a:cs typeface="Calibri" pitchFamily="34" charset="-120"/>
              </a:rPr>
              <a:t>as.numeric</a:t>
            </a:r>
            <a:r>
              <a:rPr lang="en-US" sz="1000" dirty="0">
                <a:solidFill>
                  <a:srgbClr val="E8EAF6"/>
                </a:solidFill>
                <a:latin typeface="Calibri" pitchFamily="34" charset="0"/>
                <a:ea typeface="Calibri" pitchFamily="34" charset="-122"/>
                <a:cs typeface="Calibri" pitchFamily="34" charset="-120"/>
              </a:rPr>
              <a:t>(</a:t>
            </a:r>
            <a:r>
              <a:rPr lang="en-US" sz="1000" dirty="0" err="1">
                <a:solidFill>
                  <a:srgbClr val="E8EAF6"/>
                </a:solidFill>
                <a:latin typeface="Calibri" pitchFamily="34" charset="0"/>
                <a:ea typeface="Calibri" pitchFamily="34" charset="-122"/>
                <a:cs typeface="Calibri" pitchFamily="34" charset="-120"/>
              </a:rPr>
              <a:t>as.character</a:t>
            </a:r>
            <a:r>
              <a:rPr lang="en-US" sz="1000" dirty="0">
                <a:solidFill>
                  <a:srgbClr val="E8EAF6"/>
                </a:solidFill>
                <a:latin typeface="Calibri" pitchFamily="34" charset="0"/>
                <a:ea typeface="Calibri" pitchFamily="34" charset="-122"/>
                <a:cs typeface="Calibri" pitchFamily="34" charset="-120"/>
              </a:rPr>
              <a:t>(x)))</a:t>
            </a:r>
            <a:endParaRPr lang="en-US" sz="1000" dirty="0"/>
          </a:p>
          <a:p>
            <a:pPr marL="0" indent="0">
              <a:buNone/>
            </a:pPr>
            <a:r>
              <a:rPr lang="en-US" sz="1000" dirty="0" err="1">
                <a:solidFill>
                  <a:srgbClr val="E8EAF6"/>
                </a:solidFill>
                <a:latin typeface="Calibri" pitchFamily="34" charset="0"/>
                <a:ea typeface="Calibri" pitchFamily="34" charset="-122"/>
                <a:cs typeface="Calibri" pitchFamily="34" charset="-120"/>
              </a:rPr>
              <a:t>bc$Class</a:t>
            </a:r>
            <a:r>
              <a:rPr lang="en-US" sz="1000" dirty="0">
                <a:solidFill>
                  <a:srgbClr val="E8EAF6"/>
                </a:solidFill>
                <a:latin typeface="Calibri" pitchFamily="34" charset="0"/>
                <a:ea typeface="Calibri" pitchFamily="34" charset="-122"/>
                <a:cs typeface="Calibri" pitchFamily="34" charset="-120"/>
              </a:rPr>
              <a:t> &lt;- factor(</a:t>
            </a:r>
            <a:r>
              <a:rPr lang="en-US" sz="1000" dirty="0" err="1">
                <a:solidFill>
                  <a:srgbClr val="E8EAF6"/>
                </a:solidFill>
                <a:latin typeface="Calibri" pitchFamily="34" charset="0"/>
                <a:ea typeface="Calibri" pitchFamily="34" charset="-122"/>
                <a:cs typeface="Calibri" pitchFamily="34" charset="-120"/>
              </a:rPr>
              <a:t>ifelse</a:t>
            </a:r>
            <a:r>
              <a:rPr lang="en-US" sz="1000" dirty="0">
                <a:solidFill>
                  <a:srgbClr val="E8EAF6"/>
                </a:solidFill>
                <a:latin typeface="Calibri" pitchFamily="34" charset="0"/>
                <a:ea typeface="Calibri" pitchFamily="34" charset="-122"/>
                <a:cs typeface="Calibri" pitchFamily="34" charset="-120"/>
              </a:rPr>
              <a:t>(</a:t>
            </a:r>
            <a:r>
              <a:rPr lang="en-US" sz="1000" dirty="0" err="1">
                <a:solidFill>
                  <a:srgbClr val="E8EAF6"/>
                </a:solidFill>
                <a:latin typeface="Calibri" pitchFamily="34" charset="0"/>
                <a:ea typeface="Calibri" pitchFamily="34" charset="-122"/>
                <a:cs typeface="Calibri" pitchFamily="34" charset="-120"/>
              </a:rPr>
              <a:t>bc$Class</a:t>
            </a:r>
            <a:r>
              <a:rPr lang="en-US" sz="1000" dirty="0">
                <a:solidFill>
                  <a:srgbClr val="E8EAF6"/>
                </a:solidFill>
                <a:latin typeface="Calibri" pitchFamily="34" charset="0"/>
                <a:ea typeface="Calibri" pitchFamily="34" charset="-122"/>
                <a:cs typeface="Calibri" pitchFamily="34" charset="-120"/>
              </a:rPr>
              <a:t>=="</a:t>
            </a:r>
            <a:r>
              <a:rPr lang="en-US" sz="1000" dirty="0" err="1">
                <a:solidFill>
                  <a:srgbClr val="E8EAF6"/>
                </a:solidFill>
                <a:latin typeface="Calibri" pitchFamily="34" charset="0"/>
                <a:ea typeface="Calibri" pitchFamily="34" charset="-122"/>
                <a:cs typeface="Calibri" pitchFamily="34" charset="-120"/>
              </a:rPr>
              <a:t>malignant","Malignant","Benign</a:t>
            </a:r>
            <a:r>
              <a:rPr lang="en-US" sz="1000" dirty="0">
                <a:solidFill>
                  <a:srgbClr val="E8EAF6"/>
                </a:solidFill>
                <a:latin typeface="Calibri" pitchFamily="34" charset="0"/>
                <a:ea typeface="Calibri" pitchFamily="34" charset="-122"/>
                <a:cs typeface="Calibri" pitchFamily="34" charset="-120"/>
              </a:rPr>
              <a:t>"),</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                   levels=c("</a:t>
            </a:r>
            <a:r>
              <a:rPr lang="en-US" sz="1000" dirty="0" err="1">
                <a:solidFill>
                  <a:srgbClr val="E8EAF6"/>
                </a:solidFill>
                <a:latin typeface="Calibri" pitchFamily="34" charset="0"/>
                <a:ea typeface="Calibri" pitchFamily="34" charset="-122"/>
                <a:cs typeface="Calibri" pitchFamily="34" charset="-120"/>
              </a:rPr>
              <a:t>Benign","Malignant</a:t>
            </a:r>
            <a:r>
              <a:rPr lang="en-US" sz="1000" dirty="0">
                <a:solidFill>
                  <a:srgbClr val="E8EAF6"/>
                </a:solidFill>
                <a:latin typeface="Calibri" pitchFamily="34" charset="0"/>
                <a:ea typeface="Calibri" pitchFamily="34" charset="-122"/>
                <a:cs typeface="Calibri" pitchFamily="34" charset="-120"/>
              </a:rPr>
              <a:t>"))</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cat("Malignant:", sum(</a:t>
            </a:r>
            <a:r>
              <a:rPr lang="en-US" sz="1000" dirty="0" err="1">
                <a:solidFill>
                  <a:srgbClr val="E8EAF6"/>
                </a:solidFill>
                <a:latin typeface="Calibri" pitchFamily="34" charset="0"/>
                <a:ea typeface="Calibri" pitchFamily="34" charset="-122"/>
                <a:cs typeface="Calibri" pitchFamily="34" charset="-120"/>
              </a:rPr>
              <a:t>bc$Class</a:t>
            </a:r>
            <a:r>
              <a:rPr lang="en-US" sz="1000" dirty="0">
                <a:solidFill>
                  <a:srgbClr val="E8EAF6"/>
                </a:solidFill>
                <a:latin typeface="Calibri" pitchFamily="34" charset="0"/>
                <a:ea typeface="Calibri" pitchFamily="34" charset="-122"/>
                <a:cs typeface="Calibri" pitchFamily="34" charset="-120"/>
              </a:rPr>
              <a:t>=="Malignant"),</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    "  Benign:", sum(</a:t>
            </a:r>
            <a:r>
              <a:rPr lang="en-US" sz="1000" dirty="0" err="1">
                <a:solidFill>
                  <a:srgbClr val="E8EAF6"/>
                </a:solidFill>
                <a:latin typeface="Calibri" pitchFamily="34" charset="0"/>
                <a:ea typeface="Calibri" pitchFamily="34" charset="-122"/>
                <a:cs typeface="Calibri" pitchFamily="34" charset="-120"/>
              </a:rPr>
              <a:t>bc$Class</a:t>
            </a:r>
            <a:r>
              <a:rPr lang="en-US" sz="1000" dirty="0">
                <a:solidFill>
                  <a:srgbClr val="E8EAF6"/>
                </a:solidFill>
                <a:latin typeface="Calibri" pitchFamily="34" charset="0"/>
                <a:ea typeface="Calibri" pitchFamily="34" charset="-122"/>
                <a:cs typeface="Calibri" pitchFamily="34" charset="-120"/>
              </a:rPr>
              <a:t>=="Benign"), "\n")</a:t>
            </a:r>
            <a:endParaRPr lang="en-US" sz="1000" dirty="0"/>
          </a:p>
          <a:p>
            <a:pPr marL="0" indent="0">
              <a:buNone/>
            </a:pPr>
            <a:endParaRPr lang="en-US" sz="1000" dirty="0"/>
          </a:p>
          <a:p>
            <a:pPr marL="0" indent="0">
              <a:buNone/>
            </a:pPr>
            <a:endParaRPr lang="en-US" sz="1000" dirty="0"/>
          </a:p>
        </p:txBody>
      </p:sp>
      <p:sp>
        <p:nvSpPr>
          <p:cNvPr id="9" name="Shape 7">
            <a:extLst>
              <a:ext uri="{FF2B5EF4-FFF2-40B4-BE49-F238E27FC236}">
                <a16:creationId xmlns:a16="http://schemas.microsoft.com/office/drawing/2014/main" id="{A7123FEB-CDCA-63A3-5097-EB620977B648}"/>
              </a:ext>
            </a:extLst>
          </p:cNvPr>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10" name="Shape 8">
            <a:extLst>
              <a:ext uri="{FF2B5EF4-FFF2-40B4-BE49-F238E27FC236}">
                <a16:creationId xmlns:a16="http://schemas.microsoft.com/office/drawing/2014/main" id="{09D14DAB-1A5C-B2FA-E996-DCDB72223CFF}"/>
              </a:ext>
            </a:extLst>
          </p:cNvPr>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11" name="Shape 9">
            <a:extLst>
              <a:ext uri="{FF2B5EF4-FFF2-40B4-BE49-F238E27FC236}">
                <a16:creationId xmlns:a16="http://schemas.microsoft.com/office/drawing/2014/main" id="{DD914334-9D8F-CEC2-F0F6-A3B81B9BD36D}"/>
              </a:ext>
            </a:extLst>
          </p:cNvPr>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
        <p:nvSpPr>
          <p:cNvPr id="14" name="Text 6">
            <a:extLst>
              <a:ext uri="{FF2B5EF4-FFF2-40B4-BE49-F238E27FC236}">
                <a16:creationId xmlns:a16="http://schemas.microsoft.com/office/drawing/2014/main" id="{06C7E912-D295-914B-0153-E4D17E7C2BC6}"/>
              </a:ext>
            </a:extLst>
          </p:cNvPr>
          <p:cNvSpPr/>
          <p:nvPr/>
        </p:nvSpPr>
        <p:spPr>
          <a:xfrm>
            <a:off x="4572000" y="1412748"/>
            <a:ext cx="4142232" cy="3730752"/>
          </a:xfrm>
          <a:prstGeom prst="rect">
            <a:avLst/>
          </a:prstGeom>
          <a:noFill/>
          <a:ln/>
        </p:spPr>
        <p:txBody>
          <a:bodyPr wrap="square" rtlCol="0" anchor="t"/>
          <a:lstStyle/>
          <a:p>
            <a:r>
              <a:rPr lang="en-US" sz="1000" dirty="0">
                <a:solidFill>
                  <a:srgbClr val="E8EAF6"/>
                </a:solidFill>
                <a:latin typeface="Calibri" pitchFamily="34" charset="0"/>
                <a:ea typeface="Calibri" pitchFamily="34" charset="-122"/>
                <a:cs typeface="Calibri" pitchFamily="34" charset="-120"/>
              </a:rPr>
              <a:t># ── STEP 3: Stratified 80/20 split ───────────────────────────────────────</a:t>
            </a:r>
            <a:endParaRPr lang="en-US" sz="1000" dirty="0"/>
          </a:p>
          <a:p>
            <a:r>
              <a:rPr lang="en-US" sz="1000" dirty="0" err="1">
                <a:solidFill>
                  <a:srgbClr val="E8EAF6"/>
                </a:solidFill>
                <a:latin typeface="Calibri" pitchFamily="34" charset="0"/>
                <a:ea typeface="Calibri" pitchFamily="34" charset="-122"/>
                <a:cs typeface="Calibri" pitchFamily="34" charset="-120"/>
              </a:rPr>
              <a:t>idx</a:t>
            </a:r>
            <a:r>
              <a:rPr lang="en-US" sz="1000" dirty="0">
                <a:solidFill>
                  <a:srgbClr val="E8EAF6"/>
                </a:solidFill>
                <a:latin typeface="Calibri" pitchFamily="34" charset="0"/>
                <a:ea typeface="Calibri" pitchFamily="34" charset="-122"/>
                <a:cs typeface="Calibri" pitchFamily="34" charset="-120"/>
              </a:rPr>
              <a:t>   &lt;- </a:t>
            </a:r>
            <a:r>
              <a:rPr lang="en-US" sz="1000" dirty="0" err="1">
                <a:solidFill>
                  <a:srgbClr val="E8EAF6"/>
                </a:solidFill>
                <a:latin typeface="Calibri" pitchFamily="34" charset="0"/>
                <a:ea typeface="Calibri" pitchFamily="34" charset="-122"/>
                <a:cs typeface="Calibri" pitchFamily="34" charset="-120"/>
              </a:rPr>
              <a:t>createDataPartition</a:t>
            </a:r>
            <a:r>
              <a:rPr lang="en-US" sz="1000" dirty="0">
                <a:solidFill>
                  <a:srgbClr val="E8EAF6"/>
                </a:solidFill>
                <a:latin typeface="Calibri" pitchFamily="34" charset="0"/>
                <a:ea typeface="Calibri" pitchFamily="34" charset="-122"/>
                <a:cs typeface="Calibri" pitchFamily="34" charset="-120"/>
              </a:rPr>
              <a:t>(</a:t>
            </a:r>
            <a:r>
              <a:rPr lang="en-US" sz="1000" dirty="0" err="1">
                <a:solidFill>
                  <a:srgbClr val="E8EAF6"/>
                </a:solidFill>
                <a:latin typeface="Calibri" pitchFamily="34" charset="0"/>
                <a:ea typeface="Calibri" pitchFamily="34" charset="-122"/>
                <a:cs typeface="Calibri" pitchFamily="34" charset="-120"/>
              </a:rPr>
              <a:t>bc$Class</a:t>
            </a:r>
            <a:r>
              <a:rPr lang="en-US" sz="1000" dirty="0">
                <a:solidFill>
                  <a:srgbClr val="E8EAF6"/>
                </a:solidFill>
                <a:latin typeface="Calibri" pitchFamily="34" charset="0"/>
                <a:ea typeface="Calibri" pitchFamily="34" charset="-122"/>
                <a:cs typeface="Calibri" pitchFamily="34" charset="-120"/>
              </a:rPr>
              <a:t>, p=0.80, list=FALSE)</a:t>
            </a:r>
            <a:endParaRPr lang="en-US" sz="1000" dirty="0"/>
          </a:p>
          <a:p>
            <a:r>
              <a:rPr lang="en-US" sz="1000" dirty="0">
                <a:solidFill>
                  <a:srgbClr val="E8EAF6"/>
                </a:solidFill>
                <a:latin typeface="Calibri" pitchFamily="34" charset="0"/>
                <a:ea typeface="Calibri" pitchFamily="34" charset="-122"/>
                <a:cs typeface="Calibri" pitchFamily="34" charset="-120"/>
              </a:rPr>
              <a:t>train &lt;- </a:t>
            </a:r>
            <a:r>
              <a:rPr lang="en-US" sz="1000" dirty="0" err="1">
                <a:solidFill>
                  <a:srgbClr val="E8EAF6"/>
                </a:solidFill>
                <a:latin typeface="Calibri" pitchFamily="34" charset="0"/>
                <a:ea typeface="Calibri" pitchFamily="34" charset="-122"/>
                <a:cs typeface="Calibri" pitchFamily="34" charset="-120"/>
              </a:rPr>
              <a:t>bc</a:t>
            </a:r>
            <a:r>
              <a:rPr lang="en-US" sz="1000" dirty="0">
                <a:solidFill>
                  <a:srgbClr val="E8EAF6"/>
                </a:solidFill>
                <a:latin typeface="Calibri" pitchFamily="34" charset="0"/>
                <a:ea typeface="Calibri" pitchFamily="34" charset="-122"/>
                <a:cs typeface="Calibri" pitchFamily="34" charset="-120"/>
              </a:rPr>
              <a:t>[ </a:t>
            </a:r>
            <a:r>
              <a:rPr lang="en-US" sz="1000" dirty="0" err="1">
                <a:solidFill>
                  <a:srgbClr val="E8EAF6"/>
                </a:solidFill>
                <a:latin typeface="Calibri" pitchFamily="34" charset="0"/>
                <a:ea typeface="Calibri" pitchFamily="34" charset="-122"/>
                <a:cs typeface="Calibri" pitchFamily="34" charset="-120"/>
              </a:rPr>
              <a:t>idx</a:t>
            </a:r>
            <a:r>
              <a:rPr lang="en-US" sz="1000" dirty="0">
                <a:solidFill>
                  <a:srgbClr val="E8EAF6"/>
                </a:solidFill>
                <a:latin typeface="Calibri" pitchFamily="34" charset="0"/>
                <a:ea typeface="Calibri" pitchFamily="34" charset="-122"/>
                <a:cs typeface="Calibri" pitchFamily="34" charset="-120"/>
              </a:rPr>
              <a:t>, ];  test  &lt;- </a:t>
            </a:r>
            <a:r>
              <a:rPr lang="en-US" sz="1000" dirty="0" err="1">
                <a:solidFill>
                  <a:srgbClr val="E8EAF6"/>
                </a:solidFill>
                <a:latin typeface="Calibri" pitchFamily="34" charset="0"/>
                <a:ea typeface="Calibri" pitchFamily="34" charset="-122"/>
                <a:cs typeface="Calibri" pitchFamily="34" charset="-120"/>
              </a:rPr>
              <a:t>bc</a:t>
            </a:r>
            <a:r>
              <a:rPr lang="en-US" sz="1000" dirty="0">
                <a:solidFill>
                  <a:srgbClr val="E8EAF6"/>
                </a:solidFill>
                <a:latin typeface="Calibri" pitchFamily="34" charset="0"/>
                <a:ea typeface="Calibri" pitchFamily="34" charset="-122"/>
                <a:cs typeface="Calibri" pitchFamily="34" charset="-120"/>
              </a:rPr>
              <a:t>[-</a:t>
            </a:r>
            <a:r>
              <a:rPr lang="en-US" sz="1000" dirty="0" err="1">
                <a:solidFill>
                  <a:srgbClr val="E8EAF6"/>
                </a:solidFill>
                <a:latin typeface="Calibri" pitchFamily="34" charset="0"/>
                <a:ea typeface="Calibri" pitchFamily="34" charset="-122"/>
                <a:cs typeface="Calibri" pitchFamily="34" charset="-120"/>
              </a:rPr>
              <a:t>idx</a:t>
            </a:r>
            <a:r>
              <a:rPr lang="en-US" sz="1000" dirty="0">
                <a:solidFill>
                  <a:srgbClr val="E8EAF6"/>
                </a:solidFill>
                <a:latin typeface="Calibri" pitchFamily="34" charset="0"/>
                <a:ea typeface="Calibri" pitchFamily="34" charset="-122"/>
                <a:cs typeface="Calibri" pitchFamily="34" charset="-120"/>
              </a:rPr>
              <a:t>, ]</a:t>
            </a:r>
            <a:endParaRPr lang="en-US" sz="1000" dirty="0"/>
          </a:p>
          <a:p>
            <a:r>
              <a:rPr lang="en-US" sz="1000" dirty="0">
                <a:solidFill>
                  <a:srgbClr val="E8EAF6"/>
                </a:solidFill>
                <a:latin typeface="Calibri" pitchFamily="34" charset="0"/>
                <a:ea typeface="Calibri" pitchFamily="34" charset="-122"/>
                <a:cs typeface="Calibri" pitchFamily="34" charset="-120"/>
              </a:rPr>
              <a:t>cat("Train:", </a:t>
            </a:r>
            <a:r>
              <a:rPr lang="en-US" sz="1000" dirty="0" err="1">
                <a:solidFill>
                  <a:srgbClr val="E8EAF6"/>
                </a:solidFill>
                <a:latin typeface="Calibri" pitchFamily="34" charset="0"/>
                <a:ea typeface="Calibri" pitchFamily="34" charset="-122"/>
                <a:cs typeface="Calibri" pitchFamily="34" charset="-120"/>
              </a:rPr>
              <a:t>nrow</a:t>
            </a:r>
            <a:r>
              <a:rPr lang="en-US" sz="1000" dirty="0">
                <a:solidFill>
                  <a:srgbClr val="E8EAF6"/>
                </a:solidFill>
                <a:latin typeface="Calibri" pitchFamily="34" charset="0"/>
                <a:ea typeface="Calibri" pitchFamily="34" charset="-122"/>
                <a:cs typeface="Calibri" pitchFamily="34" charset="-120"/>
              </a:rPr>
              <a:t>(train), " Test:", </a:t>
            </a:r>
            <a:r>
              <a:rPr lang="en-US" sz="1000" dirty="0" err="1">
                <a:solidFill>
                  <a:srgbClr val="E8EAF6"/>
                </a:solidFill>
                <a:latin typeface="Calibri" pitchFamily="34" charset="0"/>
                <a:ea typeface="Calibri" pitchFamily="34" charset="-122"/>
                <a:cs typeface="Calibri" pitchFamily="34" charset="-120"/>
              </a:rPr>
              <a:t>nrow</a:t>
            </a:r>
            <a:r>
              <a:rPr lang="en-US" sz="1000" dirty="0">
                <a:solidFill>
                  <a:srgbClr val="E8EAF6"/>
                </a:solidFill>
                <a:latin typeface="Calibri" pitchFamily="34" charset="0"/>
                <a:ea typeface="Calibri" pitchFamily="34" charset="-122"/>
                <a:cs typeface="Calibri" pitchFamily="34" charset="-120"/>
              </a:rPr>
              <a:t>(test), "\n")</a:t>
            </a:r>
            <a:endParaRPr lang="en-US" sz="1000" dirty="0"/>
          </a:p>
          <a:p>
            <a:endParaRPr lang="en-US" sz="1000" dirty="0"/>
          </a:p>
          <a:p>
            <a:r>
              <a:rPr lang="en-US" sz="1000" dirty="0">
                <a:solidFill>
                  <a:srgbClr val="E8EAF6"/>
                </a:solidFill>
                <a:latin typeface="Calibri" pitchFamily="34" charset="0"/>
                <a:ea typeface="Calibri" pitchFamily="34" charset="-122"/>
                <a:cs typeface="Calibri" pitchFamily="34" charset="-120"/>
              </a:rPr>
              <a:t># ── STEP 4: CV control (shared by all models) ─────────────────────────────</a:t>
            </a:r>
            <a:endParaRPr lang="en-US" sz="1000" dirty="0"/>
          </a:p>
          <a:p>
            <a:r>
              <a:rPr lang="en-US" sz="1000" dirty="0">
                <a:solidFill>
                  <a:srgbClr val="E8EAF6"/>
                </a:solidFill>
                <a:latin typeface="Calibri" pitchFamily="34" charset="0"/>
                <a:ea typeface="Calibri" pitchFamily="34" charset="-122"/>
                <a:cs typeface="Calibri" pitchFamily="34" charset="-120"/>
              </a:rPr>
              <a:t>ctrl  &lt;- </a:t>
            </a:r>
            <a:r>
              <a:rPr lang="en-US" sz="1000" dirty="0" err="1">
                <a:solidFill>
                  <a:srgbClr val="E8EAF6"/>
                </a:solidFill>
                <a:latin typeface="Calibri" pitchFamily="34" charset="0"/>
                <a:ea typeface="Calibri" pitchFamily="34" charset="-122"/>
                <a:cs typeface="Calibri" pitchFamily="34" charset="-120"/>
              </a:rPr>
              <a:t>trainControl</a:t>
            </a:r>
            <a:r>
              <a:rPr lang="en-US" sz="1000" dirty="0">
                <a:solidFill>
                  <a:srgbClr val="E8EAF6"/>
                </a:solidFill>
                <a:latin typeface="Calibri" pitchFamily="34" charset="0"/>
                <a:ea typeface="Calibri" pitchFamily="34" charset="-122"/>
                <a:cs typeface="Calibri" pitchFamily="34" charset="-120"/>
              </a:rPr>
              <a:t>(method="cv", number=5,</a:t>
            </a:r>
            <a:endParaRPr lang="en-US" sz="1000" dirty="0"/>
          </a:p>
          <a:p>
            <a:r>
              <a:rPr lang="en-US" sz="1000" dirty="0">
                <a:solidFill>
                  <a:srgbClr val="E8EAF6"/>
                </a:solidFill>
                <a:latin typeface="Calibri" pitchFamily="34" charset="0"/>
                <a:ea typeface="Calibri" pitchFamily="34" charset="-122"/>
                <a:cs typeface="Calibri" pitchFamily="34" charset="-120"/>
              </a:rPr>
              <a:t>                      </a:t>
            </a:r>
            <a:r>
              <a:rPr lang="en-US" sz="1000" dirty="0" err="1">
                <a:solidFill>
                  <a:srgbClr val="E8EAF6"/>
                </a:solidFill>
                <a:latin typeface="Calibri" pitchFamily="34" charset="0"/>
                <a:ea typeface="Calibri" pitchFamily="34" charset="-122"/>
                <a:cs typeface="Calibri" pitchFamily="34" charset="-120"/>
              </a:rPr>
              <a:t>classProbs</a:t>
            </a:r>
            <a:r>
              <a:rPr lang="en-US" sz="1000" dirty="0">
                <a:solidFill>
                  <a:srgbClr val="E8EAF6"/>
                </a:solidFill>
                <a:latin typeface="Calibri" pitchFamily="34" charset="0"/>
                <a:ea typeface="Calibri" pitchFamily="34" charset="-122"/>
                <a:cs typeface="Calibri" pitchFamily="34" charset="-120"/>
              </a:rPr>
              <a:t>=TRUE, </a:t>
            </a:r>
            <a:r>
              <a:rPr lang="en-US" sz="1000" dirty="0" err="1">
                <a:solidFill>
                  <a:srgbClr val="E8EAF6"/>
                </a:solidFill>
                <a:latin typeface="Calibri" pitchFamily="34" charset="0"/>
                <a:ea typeface="Calibri" pitchFamily="34" charset="-122"/>
                <a:cs typeface="Calibri" pitchFamily="34" charset="-120"/>
              </a:rPr>
              <a:t>summaryFunction</a:t>
            </a:r>
            <a:r>
              <a:rPr lang="en-US" sz="1000" dirty="0">
                <a:solidFill>
                  <a:srgbClr val="E8EAF6"/>
                </a:solidFill>
                <a:latin typeface="Calibri" pitchFamily="34" charset="0"/>
                <a:ea typeface="Calibri" pitchFamily="34" charset="-122"/>
                <a:cs typeface="Calibri" pitchFamily="34" charset="-120"/>
              </a:rPr>
              <a:t>=</a:t>
            </a:r>
            <a:r>
              <a:rPr lang="en-US" sz="1000" dirty="0" err="1">
                <a:solidFill>
                  <a:srgbClr val="E8EAF6"/>
                </a:solidFill>
                <a:latin typeface="Calibri" pitchFamily="34" charset="0"/>
                <a:ea typeface="Calibri" pitchFamily="34" charset="-122"/>
                <a:cs typeface="Calibri" pitchFamily="34" charset="-120"/>
              </a:rPr>
              <a:t>twoClassSummary</a:t>
            </a:r>
            <a:r>
              <a:rPr lang="en-US" sz="1000" dirty="0">
                <a:solidFill>
                  <a:srgbClr val="E8EAF6"/>
                </a:solidFill>
                <a:latin typeface="Calibri" pitchFamily="34" charset="0"/>
                <a:ea typeface="Calibri" pitchFamily="34" charset="-122"/>
                <a:cs typeface="Calibri" pitchFamily="34" charset="-120"/>
              </a:rPr>
              <a:t>,</a:t>
            </a:r>
            <a:endParaRPr lang="en-US" sz="1000" dirty="0"/>
          </a:p>
          <a:p>
            <a:r>
              <a:rPr lang="en-US" sz="1000" dirty="0">
                <a:solidFill>
                  <a:srgbClr val="E8EAF6"/>
                </a:solidFill>
                <a:latin typeface="Calibri" pitchFamily="34" charset="0"/>
                <a:ea typeface="Calibri" pitchFamily="34" charset="-122"/>
                <a:cs typeface="Calibri" pitchFamily="34" charset="-120"/>
              </a:rPr>
              <a:t>                      </a:t>
            </a:r>
            <a:r>
              <a:rPr lang="en-US" sz="1000" dirty="0" err="1">
                <a:solidFill>
                  <a:srgbClr val="E8EAF6"/>
                </a:solidFill>
                <a:latin typeface="Calibri" pitchFamily="34" charset="0"/>
                <a:ea typeface="Calibri" pitchFamily="34" charset="-122"/>
                <a:cs typeface="Calibri" pitchFamily="34" charset="-120"/>
              </a:rPr>
              <a:t>savePredictions</a:t>
            </a:r>
            <a:r>
              <a:rPr lang="en-US" sz="1000" dirty="0">
                <a:solidFill>
                  <a:srgbClr val="E8EAF6"/>
                </a:solidFill>
                <a:latin typeface="Calibri" pitchFamily="34" charset="0"/>
                <a:ea typeface="Calibri" pitchFamily="34" charset="-122"/>
                <a:cs typeface="Calibri" pitchFamily="34" charset="-120"/>
              </a:rPr>
              <a:t>="final")</a:t>
            </a:r>
            <a:endParaRPr lang="en-US" sz="1000" dirty="0"/>
          </a:p>
        </p:txBody>
      </p:sp>
    </p:spTree>
    <p:extLst>
      <p:ext uri="{BB962C8B-B14F-4D97-AF65-F5344CB8AC3E}">
        <p14:creationId xmlns:p14="http://schemas.microsoft.com/office/powerpoint/2010/main" val="38553621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1BCEAB79-116C-5B66-68EC-B7ADFBB870B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2E0AC73-0215-58E2-A5E6-9E51F555B54D}"/>
              </a:ext>
            </a:extLst>
          </p:cNvPr>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a:extLst>
              <a:ext uri="{FF2B5EF4-FFF2-40B4-BE49-F238E27FC236}">
                <a16:creationId xmlns:a16="http://schemas.microsoft.com/office/drawing/2014/main" id="{76BB2DA3-7515-7E15-7FA1-FC69160C1B50}"/>
              </a:ext>
            </a:extLst>
          </p:cNvPr>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05 — AI/ML USING R (HANDS-ON)</a:t>
            </a:r>
            <a:endParaRPr lang="en-US" sz="800" dirty="0"/>
          </a:p>
        </p:txBody>
      </p:sp>
      <p:sp>
        <p:nvSpPr>
          <p:cNvPr id="4" name="Text 2">
            <a:extLst>
              <a:ext uri="{FF2B5EF4-FFF2-40B4-BE49-F238E27FC236}">
                <a16:creationId xmlns:a16="http://schemas.microsoft.com/office/drawing/2014/main" id="{620CDE60-A98F-C8B7-2798-C29D1F8B00D0}"/>
              </a:ext>
            </a:extLst>
          </p:cNvPr>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Decision Tree in R — rpart</a:t>
            </a:r>
            <a:endParaRPr lang="en-US" sz="2400" dirty="0"/>
          </a:p>
        </p:txBody>
      </p:sp>
      <p:sp>
        <p:nvSpPr>
          <p:cNvPr id="5" name="Shape 3">
            <a:extLst>
              <a:ext uri="{FF2B5EF4-FFF2-40B4-BE49-F238E27FC236}">
                <a16:creationId xmlns:a16="http://schemas.microsoft.com/office/drawing/2014/main" id="{9A0A7A0E-1058-89D6-AFAC-C59A5F447959}"/>
              </a:ext>
            </a:extLst>
          </p:cNvPr>
          <p:cNvSpPr/>
          <p:nvPr/>
        </p:nvSpPr>
        <p:spPr>
          <a:xfrm>
            <a:off x="320040" y="960120"/>
            <a:ext cx="8503920" cy="4114800"/>
          </a:xfrm>
          <a:prstGeom prst="rect">
            <a:avLst/>
          </a:prstGeom>
          <a:solidFill>
            <a:srgbClr val="1A1A2E"/>
          </a:solidFill>
          <a:ln w="12700">
            <a:solidFill>
              <a:srgbClr val="16213E"/>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a:extLst>
              <a:ext uri="{FF2B5EF4-FFF2-40B4-BE49-F238E27FC236}">
                <a16:creationId xmlns:a16="http://schemas.microsoft.com/office/drawing/2014/main" id="{2546FB9B-3F8D-6B29-DB8C-A6E4C8FFBEAA}"/>
              </a:ext>
            </a:extLst>
          </p:cNvPr>
          <p:cNvSpPr/>
          <p:nvPr/>
        </p:nvSpPr>
        <p:spPr>
          <a:xfrm>
            <a:off x="320040" y="960120"/>
            <a:ext cx="8503920" cy="256032"/>
          </a:xfrm>
          <a:prstGeom prst="rect">
            <a:avLst/>
          </a:prstGeom>
          <a:solidFill>
            <a:srgbClr val="16213E"/>
          </a:solidFill>
          <a:ln w="12700">
            <a:solidFill>
              <a:srgbClr val="16213E"/>
            </a:solidFill>
            <a:prstDash val="solid"/>
          </a:ln>
        </p:spPr>
        <p:txBody>
          <a:bodyPr/>
          <a:lstStyle/>
          <a:p>
            <a:endParaRPr lang="en-IN"/>
          </a:p>
        </p:txBody>
      </p:sp>
      <p:sp>
        <p:nvSpPr>
          <p:cNvPr id="7" name="Text 5">
            <a:extLst>
              <a:ext uri="{FF2B5EF4-FFF2-40B4-BE49-F238E27FC236}">
                <a16:creationId xmlns:a16="http://schemas.microsoft.com/office/drawing/2014/main" id="{6E9833C1-16E3-E79B-6E51-9FD15353D5FC}"/>
              </a:ext>
            </a:extLst>
          </p:cNvPr>
          <p:cNvSpPr/>
          <p:nvPr/>
        </p:nvSpPr>
        <p:spPr>
          <a:xfrm>
            <a:off x="429768" y="987552"/>
            <a:ext cx="8284464" cy="201168"/>
          </a:xfrm>
          <a:prstGeom prst="rect">
            <a:avLst/>
          </a:prstGeom>
          <a:noFill/>
          <a:ln/>
        </p:spPr>
        <p:txBody>
          <a:bodyPr wrap="square" rtlCol="0" anchor="ctr"/>
          <a:lstStyle/>
          <a:p>
            <a:pPr marL="0" indent="0">
              <a:buNone/>
            </a:pPr>
            <a:r>
              <a:rPr lang="en-US" sz="900" b="1" dirty="0">
                <a:solidFill>
                  <a:srgbClr val="00BCD4"/>
                </a:solidFill>
                <a:latin typeface="Calibri" pitchFamily="34" charset="0"/>
                <a:ea typeface="Calibri" pitchFamily="34" charset="-122"/>
                <a:cs typeface="Calibri" pitchFamily="34" charset="-120"/>
              </a:rPr>
              <a:t>⟩  decision_tree.R</a:t>
            </a:r>
            <a:endParaRPr lang="en-US" sz="900" dirty="0"/>
          </a:p>
        </p:txBody>
      </p:sp>
      <p:sp>
        <p:nvSpPr>
          <p:cNvPr id="8" name="Text 6">
            <a:extLst>
              <a:ext uri="{FF2B5EF4-FFF2-40B4-BE49-F238E27FC236}">
                <a16:creationId xmlns:a16="http://schemas.microsoft.com/office/drawing/2014/main" id="{7BDA4EE7-2E2E-C700-63E5-A7F07DC07038}"/>
              </a:ext>
            </a:extLst>
          </p:cNvPr>
          <p:cNvSpPr/>
          <p:nvPr/>
        </p:nvSpPr>
        <p:spPr>
          <a:xfrm>
            <a:off x="429768" y="1173949"/>
            <a:ext cx="4036724" cy="3730752"/>
          </a:xfrm>
          <a:prstGeom prst="rect">
            <a:avLst/>
          </a:prstGeom>
          <a:noFill/>
          <a:ln/>
        </p:spPr>
        <p:txBody>
          <a:bodyPr wrap="square" rtlCol="0" anchor="t"/>
          <a:lstStyle/>
          <a:p>
            <a:pPr marL="0" indent="0">
              <a:buNone/>
            </a:pPr>
            <a:r>
              <a:rPr lang="en-US" sz="1000" dirty="0">
                <a:solidFill>
                  <a:srgbClr val="E8EAF6"/>
                </a:solidFill>
                <a:latin typeface="Calibri" pitchFamily="34" charset="0"/>
                <a:ea typeface="Calibri" pitchFamily="34" charset="-122"/>
                <a:cs typeface="Calibri" pitchFamily="34" charset="-120"/>
              </a:rPr>
              <a:t># ── FIT FULL TREE ────────────────────────────────────────────────────────</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dt &lt;- rpart(Class ~ ., data=train, method="class",</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            control=rpart.control(cp=0.001, maxdepth=6, minsplit=15),</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            parms=list(split="gini"))</a:t>
            </a:r>
            <a:endParaRPr lang="en-US" sz="1000" dirty="0"/>
          </a:p>
          <a:p>
            <a:pPr marL="0" indent="0">
              <a:buNone/>
            </a:pP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 ── PRUNE (1-SE rule: simplest tree within 1 SE of best CV error) ─────────</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printcp(dt)                       # Show CV error table</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plotcp(dt)                        # Plot CV error vs complexity</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best_cp &lt;- max(dt$cptable[</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  dt$cptable[,"xerror"] &lt;= min(dt$cptable[,"xerror"]) +</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  dt$cptable[which.min(dt$cptable[,"xerror"]),"xstd"], "CP"])</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dt_p &lt;- prune(dt, cp=best_cp)</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cat("Best cp:", round(best_cp,5), "\n")</a:t>
            </a:r>
            <a:endParaRPr lang="en-US" sz="1000" dirty="0"/>
          </a:p>
          <a:p>
            <a:pPr marL="0" indent="0">
              <a:buNone/>
            </a:pPr>
            <a:endParaRPr lang="en-US" sz="1000" dirty="0"/>
          </a:p>
        </p:txBody>
      </p:sp>
      <p:sp>
        <p:nvSpPr>
          <p:cNvPr id="9" name="Shape 7">
            <a:extLst>
              <a:ext uri="{FF2B5EF4-FFF2-40B4-BE49-F238E27FC236}">
                <a16:creationId xmlns:a16="http://schemas.microsoft.com/office/drawing/2014/main" id="{4E5322E6-A76C-CC8D-B57C-B23666D5E751}"/>
              </a:ext>
            </a:extLst>
          </p:cNvPr>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10" name="Shape 8">
            <a:extLst>
              <a:ext uri="{FF2B5EF4-FFF2-40B4-BE49-F238E27FC236}">
                <a16:creationId xmlns:a16="http://schemas.microsoft.com/office/drawing/2014/main" id="{5794726B-C3E6-3399-255D-1DFAC233FC1F}"/>
              </a:ext>
            </a:extLst>
          </p:cNvPr>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11" name="Shape 9">
            <a:extLst>
              <a:ext uri="{FF2B5EF4-FFF2-40B4-BE49-F238E27FC236}">
                <a16:creationId xmlns:a16="http://schemas.microsoft.com/office/drawing/2014/main" id="{F67F4E71-EB24-3436-2E35-755C7F32F781}"/>
              </a:ext>
            </a:extLst>
          </p:cNvPr>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
        <p:nvSpPr>
          <p:cNvPr id="14" name="Text 6">
            <a:extLst>
              <a:ext uri="{FF2B5EF4-FFF2-40B4-BE49-F238E27FC236}">
                <a16:creationId xmlns:a16="http://schemas.microsoft.com/office/drawing/2014/main" id="{0721ECAF-230F-F24A-C62C-12C9F143BC0A}"/>
              </a:ext>
            </a:extLst>
          </p:cNvPr>
          <p:cNvSpPr/>
          <p:nvPr/>
        </p:nvSpPr>
        <p:spPr>
          <a:xfrm>
            <a:off x="4558988" y="1206070"/>
            <a:ext cx="4036724" cy="3730752"/>
          </a:xfrm>
          <a:prstGeom prst="rect">
            <a:avLst/>
          </a:prstGeom>
          <a:noFill/>
          <a:ln/>
        </p:spPr>
        <p:txBody>
          <a:bodyPr wrap="square" rtlCol="0" anchor="t"/>
          <a:lstStyle/>
          <a:p>
            <a:r>
              <a:rPr lang="en-US" sz="1000" dirty="0">
                <a:solidFill>
                  <a:srgbClr val="E8EAF6"/>
                </a:solidFill>
                <a:latin typeface="Calibri" pitchFamily="34" charset="0"/>
                <a:ea typeface="Calibri" pitchFamily="34" charset="-122"/>
                <a:cs typeface="Calibri" pitchFamily="34" charset="-120"/>
              </a:rPr>
              <a:t># ── </a:t>
            </a:r>
            <a:r>
              <a:rPr lang="en-US" sz="1000" dirty="0" err="1">
                <a:solidFill>
                  <a:srgbClr val="E8EAF6"/>
                </a:solidFill>
                <a:latin typeface="Calibri" pitchFamily="34" charset="0"/>
                <a:ea typeface="Calibri" pitchFamily="34" charset="-122"/>
                <a:cs typeface="Calibri" pitchFamily="34" charset="-120"/>
              </a:rPr>
              <a:t>VISUALISE</a:t>
            </a:r>
            <a:r>
              <a:rPr lang="en-US" sz="1000" dirty="0">
                <a:solidFill>
                  <a:srgbClr val="E8EAF6"/>
                </a:solidFill>
                <a:latin typeface="Calibri" pitchFamily="34" charset="0"/>
                <a:ea typeface="Calibri" pitchFamily="34" charset="-122"/>
                <a:cs typeface="Calibri" pitchFamily="34" charset="-120"/>
              </a:rPr>
              <a:t> TREE ────────────────────────────────────────────────────────</a:t>
            </a:r>
            <a:endParaRPr lang="en-US" sz="1000" dirty="0"/>
          </a:p>
          <a:p>
            <a:r>
              <a:rPr lang="en-US" sz="1000" dirty="0" err="1">
                <a:solidFill>
                  <a:srgbClr val="E8EAF6"/>
                </a:solidFill>
                <a:latin typeface="Calibri" pitchFamily="34" charset="0"/>
                <a:ea typeface="Calibri" pitchFamily="34" charset="-122"/>
                <a:cs typeface="Calibri" pitchFamily="34" charset="-120"/>
              </a:rPr>
              <a:t>rpart.plot</a:t>
            </a:r>
            <a:r>
              <a:rPr lang="en-US" sz="1000" dirty="0">
                <a:solidFill>
                  <a:srgbClr val="E8EAF6"/>
                </a:solidFill>
                <a:latin typeface="Calibri" pitchFamily="34" charset="0"/>
                <a:ea typeface="Calibri" pitchFamily="34" charset="-122"/>
                <a:cs typeface="Calibri" pitchFamily="34" charset="-120"/>
              </a:rPr>
              <a:t>(</a:t>
            </a:r>
            <a:r>
              <a:rPr lang="en-US" sz="1000" dirty="0" err="1">
                <a:solidFill>
                  <a:srgbClr val="E8EAF6"/>
                </a:solidFill>
                <a:latin typeface="Calibri" pitchFamily="34" charset="0"/>
                <a:ea typeface="Calibri" pitchFamily="34" charset="-122"/>
                <a:cs typeface="Calibri" pitchFamily="34" charset="-120"/>
              </a:rPr>
              <a:t>dt_p</a:t>
            </a:r>
            <a:r>
              <a:rPr lang="en-US" sz="1000" dirty="0">
                <a:solidFill>
                  <a:srgbClr val="E8EAF6"/>
                </a:solidFill>
                <a:latin typeface="Calibri" pitchFamily="34" charset="0"/>
                <a:ea typeface="Calibri" pitchFamily="34" charset="-122"/>
                <a:cs typeface="Calibri" pitchFamily="34" charset="-120"/>
              </a:rPr>
              <a:t>, type=4, extra=104, under=TRUE, </a:t>
            </a:r>
            <a:r>
              <a:rPr lang="en-US" sz="1000" dirty="0" err="1">
                <a:solidFill>
                  <a:srgbClr val="E8EAF6"/>
                </a:solidFill>
                <a:latin typeface="Calibri" pitchFamily="34" charset="0"/>
                <a:ea typeface="Calibri" pitchFamily="34" charset="-122"/>
                <a:cs typeface="Calibri" pitchFamily="34" charset="-120"/>
              </a:rPr>
              <a:t>fallen.leaves</a:t>
            </a:r>
            <a:r>
              <a:rPr lang="en-US" sz="1000" dirty="0">
                <a:solidFill>
                  <a:srgbClr val="E8EAF6"/>
                </a:solidFill>
                <a:latin typeface="Calibri" pitchFamily="34" charset="0"/>
                <a:ea typeface="Calibri" pitchFamily="34" charset="-122"/>
                <a:cs typeface="Calibri" pitchFamily="34" charset="-120"/>
              </a:rPr>
              <a:t>=TRUE,</a:t>
            </a:r>
            <a:endParaRPr lang="en-US" sz="1000" dirty="0"/>
          </a:p>
          <a:p>
            <a:r>
              <a:rPr lang="en-US" sz="1000" dirty="0">
                <a:solidFill>
                  <a:srgbClr val="E8EAF6"/>
                </a:solidFill>
                <a:latin typeface="Calibri" pitchFamily="34" charset="0"/>
                <a:ea typeface="Calibri" pitchFamily="34" charset="-122"/>
                <a:cs typeface="Calibri" pitchFamily="34" charset="-120"/>
              </a:rPr>
              <a:t>           main="Decision Tree: Breast Cancer Malignancy")</a:t>
            </a:r>
            <a:endParaRPr lang="en-US" sz="1000" dirty="0"/>
          </a:p>
          <a:p>
            <a:endParaRPr lang="en-US" sz="1000" dirty="0"/>
          </a:p>
          <a:p>
            <a:r>
              <a:rPr lang="en-US" sz="1000" dirty="0">
                <a:solidFill>
                  <a:srgbClr val="E8EAF6"/>
                </a:solidFill>
                <a:latin typeface="Calibri" pitchFamily="34" charset="0"/>
                <a:ea typeface="Calibri" pitchFamily="34" charset="-122"/>
                <a:cs typeface="Calibri" pitchFamily="34" charset="-120"/>
              </a:rPr>
              <a:t># ── PREDICT &amp; EVALUATE ───────────────────────────────────────────────────</a:t>
            </a:r>
            <a:endParaRPr lang="en-US" sz="1000" dirty="0"/>
          </a:p>
          <a:p>
            <a:r>
              <a:rPr lang="en-US" sz="1000" dirty="0" err="1">
                <a:solidFill>
                  <a:srgbClr val="E8EAF6"/>
                </a:solidFill>
                <a:latin typeface="Calibri" pitchFamily="34" charset="0"/>
                <a:ea typeface="Calibri" pitchFamily="34" charset="-122"/>
                <a:cs typeface="Calibri" pitchFamily="34" charset="-120"/>
              </a:rPr>
              <a:t>dt_prob</a:t>
            </a:r>
            <a:r>
              <a:rPr lang="en-US" sz="1000" dirty="0">
                <a:solidFill>
                  <a:srgbClr val="E8EAF6"/>
                </a:solidFill>
                <a:latin typeface="Calibri" pitchFamily="34" charset="0"/>
                <a:ea typeface="Calibri" pitchFamily="34" charset="-122"/>
                <a:cs typeface="Calibri" pitchFamily="34" charset="-120"/>
              </a:rPr>
              <a:t>  &lt;- predict(</a:t>
            </a:r>
            <a:r>
              <a:rPr lang="en-US" sz="1000" dirty="0" err="1">
                <a:solidFill>
                  <a:srgbClr val="E8EAF6"/>
                </a:solidFill>
                <a:latin typeface="Calibri" pitchFamily="34" charset="0"/>
                <a:ea typeface="Calibri" pitchFamily="34" charset="-122"/>
                <a:cs typeface="Calibri" pitchFamily="34" charset="-120"/>
              </a:rPr>
              <a:t>dt_p</a:t>
            </a:r>
            <a:r>
              <a:rPr lang="en-US" sz="1000" dirty="0">
                <a:solidFill>
                  <a:srgbClr val="E8EAF6"/>
                </a:solidFill>
                <a:latin typeface="Calibri" pitchFamily="34" charset="0"/>
                <a:ea typeface="Calibri" pitchFamily="34" charset="-122"/>
                <a:cs typeface="Calibri" pitchFamily="34" charset="-120"/>
              </a:rPr>
              <a:t>, test, type="prob")[,"Malignant"]</a:t>
            </a:r>
            <a:endParaRPr lang="en-US" sz="1000" dirty="0"/>
          </a:p>
          <a:p>
            <a:r>
              <a:rPr lang="en-US" sz="1000" dirty="0" err="1">
                <a:solidFill>
                  <a:srgbClr val="E8EAF6"/>
                </a:solidFill>
                <a:latin typeface="Calibri" pitchFamily="34" charset="0"/>
                <a:ea typeface="Calibri" pitchFamily="34" charset="-122"/>
                <a:cs typeface="Calibri" pitchFamily="34" charset="-120"/>
              </a:rPr>
              <a:t>dt_class</a:t>
            </a:r>
            <a:r>
              <a:rPr lang="en-US" sz="1000" dirty="0">
                <a:solidFill>
                  <a:srgbClr val="E8EAF6"/>
                </a:solidFill>
                <a:latin typeface="Calibri" pitchFamily="34" charset="0"/>
                <a:ea typeface="Calibri" pitchFamily="34" charset="-122"/>
                <a:cs typeface="Calibri" pitchFamily="34" charset="-120"/>
              </a:rPr>
              <a:t> &lt;- predict(</a:t>
            </a:r>
            <a:r>
              <a:rPr lang="en-US" sz="1000" dirty="0" err="1">
                <a:solidFill>
                  <a:srgbClr val="E8EAF6"/>
                </a:solidFill>
                <a:latin typeface="Calibri" pitchFamily="34" charset="0"/>
                <a:ea typeface="Calibri" pitchFamily="34" charset="-122"/>
                <a:cs typeface="Calibri" pitchFamily="34" charset="-120"/>
              </a:rPr>
              <a:t>dt_p</a:t>
            </a:r>
            <a:r>
              <a:rPr lang="en-US" sz="1000" dirty="0">
                <a:solidFill>
                  <a:srgbClr val="E8EAF6"/>
                </a:solidFill>
                <a:latin typeface="Calibri" pitchFamily="34" charset="0"/>
                <a:ea typeface="Calibri" pitchFamily="34" charset="-122"/>
                <a:cs typeface="Calibri" pitchFamily="34" charset="-120"/>
              </a:rPr>
              <a:t>, test, type="class")</a:t>
            </a:r>
            <a:endParaRPr lang="en-US" sz="1000" dirty="0"/>
          </a:p>
          <a:p>
            <a:r>
              <a:rPr lang="en-US" sz="1000" dirty="0" err="1">
                <a:solidFill>
                  <a:srgbClr val="E8EAF6"/>
                </a:solidFill>
                <a:latin typeface="Calibri" pitchFamily="34" charset="0"/>
                <a:ea typeface="Calibri" pitchFamily="34" charset="-122"/>
                <a:cs typeface="Calibri" pitchFamily="34" charset="-120"/>
              </a:rPr>
              <a:t>dt_roc</a:t>
            </a:r>
            <a:r>
              <a:rPr lang="en-US" sz="1000" dirty="0">
                <a:solidFill>
                  <a:srgbClr val="E8EAF6"/>
                </a:solidFill>
                <a:latin typeface="Calibri" pitchFamily="34" charset="0"/>
                <a:ea typeface="Calibri" pitchFamily="34" charset="-122"/>
                <a:cs typeface="Calibri" pitchFamily="34" charset="-120"/>
              </a:rPr>
              <a:t>   &lt;- roc(</a:t>
            </a:r>
            <a:r>
              <a:rPr lang="en-US" sz="1000" dirty="0" err="1">
                <a:solidFill>
                  <a:srgbClr val="E8EAF6"/>
                </a:solidFill>
                <a:latin typeface="Calibri" pitchFamily="34" charset="0"/>
                <a:ea typeface="Calibri" pitchFamily="34" charset="-122"/>
                <a:cs typeface="Calibri" pitchFamily="34" charset="-120"/>
              </a:rPr>
              <a:t>test$Class</a:t>
            </a:r>
            <a:r>
              <a:rPr lang="en-US" sz="1000" dirty="0">
                <a:solidFill>
                  <a:srgbClr val="E8EAF6"/>
                </a:solidFill>
                <a:latin typeface="Calibri" pitchFamily="34" charset="0"/>
                <a:ea typeface="Calibri" pitchFamily="34" charset="-122"/>
                <a:cs typeface="Calibri" pitchFamily="34" charset="-120"/>
              </a:rPr>
              <a:t>, </a:t>
            </a:r>
            <a:r>
              <a:rPr lang="en-US" sz="1000" dirty="0" err="1">
                <a:solidFill>
                  <a:srgbClr val="E8EAF6"/>
                </a:solidFill>
                <a:latin typeface="Calibri" pitchFamily="34" charset="0"/>
                <a:ea typeface="Calibri" pitchFamily="34" charset="-122"/>
                <a:cs typeface="Calibri" pitchFamily="34" charset="-120"/>
              </a:rPr>
              <a:t>dt_prob</a:t>
            </a:r>
            <a:r>
              <a:rPr lang="en-US" sz="1000" dirty="0">
                <a:solidFill>
                  <a:srgbClr val="E8EAF6"/>
                </a:solidFill>
                <a:latin typeface="Calibri" pitchFamily="34" charset="0"/>
                <a:ea typeface="Calibri" pitchFamily="34" charset="-122"/>
                <a:cs typeface="Calibri" pitchFamily="34" charset="-120"/>
              </a:rPr>
              <a:t>, levels=c("</a:t>
            </a:r>
            <a:r>
              <a:rPr lang="en-US" sz="1000" dirty="0" err="1">
                <a:solidFill>
                  <a:srgbClr val="E8EAF6"/>
                </a:solidFill>
                <a:latin typeface="Calibri" pitchFamily="34" charset="0"/>
                <a:ea typeface="Calibri" pitchFamily="34" charset="-122"/>
                <a:cs typeface="Calibri" pitchFamily="34" charset="-120"/>
              </a:rPr>
              <a:t>Benign","Malignant</a:t>
            </a:r>
            <a:r>
              <a:rPr lang="en-US" sz="1000" dirty="0">
                <a:solidFill>
                  <a:srgbClr val="E8EAF6"/>
                </a:solidFill>
                <a:latin typeface="Calibri" pitchFamily="34" charset="0"/>
                <a:ea typeface="Calibri" pitchFamily="34" charset="-122"/>
                <a:cs typeface="Calibri" pitchFamily="34" charset="-120"/>
              </a:rPr>
              <a:t>"))</a:t>
            </a:r>
            <a:endParaRPr lang="en-US" sz="1000" dirty="0"/>
          </a:p>
          <a:p>
            <a:r>
              <a:rPr lang="en-US" sz="1000" dirty="0">
                <a:solidFill>
                  <a:srgbClr val="E8EAF6"/>
                </a:solidFill>
                <a:latin typeface="Calibri" pitchFamily="34" charset="0"/>
                <a:ea typeface="Calibri" pitchFamily="34" charset="-122"/>
                <a:cs typeface="Calibri" pitchFamily="34" charset="-120"/>
              </a:rPr>
              <a:t>cat("DT AUC:", round(</a:t>
            </a:r>
            <a:r>
              <a:rPr lang="en-US" sz="1000" dirty="0" err="1">
                <a:solidFill>
                  <a:srgbClr val="E8EAF6"/>
                </a:solidFill>
                <a:latin typeface="Calibri" pitchFamily="34" charset="0"/>
                <a:ea typeface="Calibri" pitchFamily="34" charset="-122"/>
                <a:cs typeface="Calibri" pitchFamily="34" charset="-120"/>
              </a:rPr>
              <a:t>auc</a:t>
            </a:r>
            <a:r>
              <a:rPr lang="en-US" sz="1000" dirty="0">
                <a:solidFill>
                  <a:srgbClr val="E8EAF6"/>
                </a:solidFill>
                <a:latin typeface="Calibri" pitchFamily="34" charset="0"/>
                <a:ea typeface="Calibri" pitchFamily="34" charset="-122"/>
                <a:cs typeface="Calibri" pitchFamily="34" charset="-120"/>
              </a:rPr>
              <a:t>(</a:t>
            </a:r>
            <a:r>
              <a:rPr lang="en-US" sz="1000" dirty="0" err="1">
                <a:solidFill>
                  <a:srgbClr val="E8EAF6"/>
                </a:solidFill>
                <a:latin typeface="Calibri" pitchFamily="34" charset="0"/>
                <a:ea typeface="Calibri" pitchFamily="34" charset="-122"/>
                <a:cs typeface="Calibri" pitchFamily="34" charset="-120"/>
              </a:rPr>
              <a:t>dt_roc</a:t>
            </a:r>
            <a:r>
              <a:rPr lang="en-US" sz="1000" dirty="0">
                <a:solidFill>
                  <a:srgbClr val="E8EAF6"/>
                </a:solidFill>
                <a:latin typeface="Calibri" pitchFamily="34" charset="0"/>
                <a:ea typeface="Calibri" pitchFamily="34" charset="-122"/>
                <a:cs typeface="Calibri" pitchFamily="34" charset="-120"/>
              </a:rPr>
              <a:t>),3), "\n")</a:t>
            </a:r>
            <a:endParaRPr lang="en-US" sz="1000" dirty="0"/>
          </a:p>
          <a:p>
            <a:r>
              <a:rPr lang="en-US" sz="1000" dirty="0" err="1">
                <a:solidFill>
                  <a:srgbClr val="E8EAF6"/>
                </a:solidFill>
                <a:latin typeface="Calibri" pitchFamily="34" charset="0"/>
                <a:ea typeface="Calibri" pitchFamily="34" charset="-122"/>
                <a:cs typeface="Calibri" pitchFamily="34" charset="-120"/>
              </a:rPr>
              <a:t>confusionMatrix</a:t>
            </a:r>
            <a:r>
              <a:rPr lang="en-US" sz="1000" dirty="0">
                <a:solidFill>
                  <a:srgbClr val="E8EAF6"/>
                </a:solidFill>
                <a:latin typeface="Calibri" pitchFamily="34" charset="0"/>
                <a:ea typeface="Calibri" pitchFamily="34" charset="-122"/>
                <a:cs typeface="Calibri" pitchFamily="34" charset="-120"/>
              </a:rPr>
              <a:t>(</a:t>
            </a:r>
            <a:r>
              <a:rPr lang="en-US" sz="1000" dirty="0" err="1">
                <a:solidFill>
                  <a:srgbClr val="E8EAF6"/>
                </a:solidFill>
                <a:latin typeface="Calibri" pitchFamily="34" charset="0"/>
                <a:ea typeface="Calibri" pitchFamily="34" charset="-122"/>
                <a:cs typeface="Calibri" pitchFamily="34" charset="-120"/>
              </a:rPr>
              <a:t>dt_class</a:t>
            </a:r>
            <a:r>
              <a:rPr lang="en-US" sz="1000" dirty="0">
                <a:solidFill>
                  <a:srgbClr val="E8EAF6"/>
                </a:solidFill>
                <a:latin typeface="Calibri" pitchFamily="34" charset="0"/>
                <a:ea typeface="Calibri" pitchFamily="34" charset="-122"/>
                <a:cs typeface="Calibri" pitchFamily="34" charset="-120"/>
              </a:rPr>
              <a:t>, </a:t>
            </a:r>
            <a:r>
              <a:rPr lang="en-US" sz="1000" dirty="0" err="1">
                <a:solidFill>
                  <a:srgbClr val="E8EAF6"/>
                </a:solidFill>
                <a:latin typeface="Calibri" pitchFamily="34" charset="0"/>
                <a:ea typeface="Calibri" pitchFamily="34" charset="-122"/>
                <a:cs typeface="Calibri" pitchFamily="34" charset="-120"/>
              </a:rPr>
              <a:t>test$Class</a:t>
            </a:r>
            <a:r>
              <a:rPr lang="en-US" sz="1000" dirty="0">
                <a:solidFill>
                  <a:srgbClr val="E8EAF6"/>
                </a:solidFill>
                <a:latin typeface="Calibri" pitchFamily="34" charset="0"/>
                <a:ea typeface="Calibri" pitchFamily="34" charset="-122"/>
                <a:cs typeface="Calibri" pitchFamily="34" charset="-120"/>
              </a:rPr>
              <a:t>, positive="Malignant")</a:t>
            </a:r>
            <a:endParaRPr lang="en-US" sz="1000" dirty="0"/>
          </a:p>
          <a:p>
            <a:endParaRPr lang="en-US" sz="1000" dirty="0"/>
          </a:p>
          <a:p>
            <a:r>
              <a:rPr lang="en-US" sz="1000" dirty="0">
                <a:solidFill>
                  <a:srgbClr val="E8EAF6"/>
                </a:solidFill>
                <a:latin typeface="Calibri" pitchFamily="34" charset="0"/>
                <a:ea typeface="Calibri" pitchFamily="34" charset="-122"/>
                <a:cs typeface="Calibri" pitchFamily="34" charset="-120"/>
              </a:rPr>
              <a:t># ── 5-Fold CV AUC ─────────────────────────────────────────────────────────</a:t>
            </a:r>
            <a:endParaRPr lang="en-US" sz="1000" dirty="0"/>
          </a:p>
          <a:p>
            <a:r>
              <a:rPr lang="en-US" sz="1000" dirty="0" err="1">
                <a:solidFill>
                  <a:srgbClr val="E8EAF6"/>
                </a:solidFill>
                <a:latin typeface="Calibri" pitchFamily="34" charset="0"/>
                <a:ea typeface="Calibri" pitchFamily="34" charset="-122"/>
                <a:cs typeface="Calibri" pitchFamily="34" charset="-120"/>
              </a:rPr>
              <a:t>dt_cv</a:t>
            </a:r>
            <a:r>
              <a:rPr lang="en-US" sz="1000" dirty="0">
                <a:solidFill>
                  <a:srgbClr val="E8EAF6"/>
                </a:solidFill>
                <a:latin typeface="Calibri" pitchFamily="34" charset="0"/>
                <a:ea typeface="Calibri" pitchFamily="34" charset="-122"/>
                <a:cs typeface="Calibri" pitchFamily="34" charset="-120"/>
              </a:rPr>
              <a:t> &lt;- train(Class~., train, method="</a:t>
            </a:r>
            <a:r>
              <a:rPr lang="en-US" sz="1000" dirty="0" err="1">
                <a:solidFill>
                  <a:srgbClr val="E8EAF6"/>
                </a:solidFill>
                <a:latin typeface="Calibri" pitchFamily="34" charset="0"/>
                <a:ea typeface="Calibri" pitchFamily="34" charset="-122"/>
                <a:cs typeface="Calibri" pitchFamily="34" charset="-120"/>
              </a:rPr>
              <a:t>rpart</a:t>
            </a:r>
            <a:r>
              <a:rPr lang="en-US" sz="1000" dirty="0">
                <a:solidFill>
                  <a:srgbClr val="E8EAF6"/>
                </a:solidFill>
                <a:latin typeface="Calibri" pitchFamily="34" charset="0"/>
                <a:ea typeface="Calibri" pitchFamily="34" charset="-122"/>
                <a:cs typeface="Calibri" pitchFamily="34" charset="-120"/>
              </a:rPr>
              <a:t>", </a:t>
            </a:r>
            <a:r>
              <a:rPr lang="en-US" sz="1000" dirty="0" err="1">
                <a:solidFill>
                  <a:srgbClr val="E8EAF6"/>
                </a:solidFill>
                <a:latin typeface="Calibri" pitchFamily="34" charset="0"/>
                <a:ea typeface="Calibri" pitchFamily="34" charset="-122"/>
                <a:cs typeface="Calibri" pitchFamily="34" charset="-120"/>
              </a:rPr>
              <a:t>trControl</a:t>
            </a:r>
            <a:r>
              <a:rPr lang="en-US" sz="1000" dirty="0">
                <a:solidFill>
                  <a:srgbClr val="E8EAF6"/>
                </a:solidFill>
                <a:latin typeface="Calibri" pitchFamily="34" charset="0"/>
                <a:ea typeface="Calibri" pitchFamily="34" charset="-122"/>
                <a:cs typeface="Calibri" pitchFamily="34" charset="-120"/>
              </a:rPr>
              <a:t>=ctrl,</a:t>
            </a:r>
            <a:endParaRPr lang="en-US" sz="1000" dirty="0"/>
          </a:p>
          <a:p>
            <a:r>
              <a:rPr lang="en-US" sz="1000" dirty="0">
                <a:solidFill>
                  <a:srgbClr val="E8EAF6"/>
                </a:solidFill>
                <a:latin typeface="Calibri" pitchFamily="34" charset="0"/>
                <a:ea typeface="Calibri" pitchFamily="34" charset="-122"/>
                <a:cs typeface="Calibri" pitchFamily="34" charset="-120"/>
              </a:rPr>
              <a:t>               </a:t>
            </a:r>
            <a:r>
              <a:rPr lang="en-US" sz="1000" dirty="0" err="1">
                <a:solidFill>
                  <a:srgbClr val="E8EAF6"/>
                </a:solidFill>
                <a:latin typeface="Calibri" pitchFamily="34" charset="0"/>
                <a:ea typeface="Calibri" pitchFamily="34" charset="-122"/>
                <a:cs typeface="Calibri" pitchFamily="34" charset="-120"/>
              </a:rPr>
              <a:t>tuneGrid</a:t>
            </a:r>
            <a:r>
              <a:rPr lang="en-US" sz="1000" dirty="0">
                <a:solidFill>
                  <a:srgbClr val="E8EAF6"/>
                </a:solidFill>
                <a:latin typeface="Calibri" pitchFamily="34" charset="0"/>
                <a:ea typeface="Calibri" pitchFamily="34" charset="-122"/>
                <a:cs typeface="Calibri" pitchFamily="34" charset="-120"/>
              </a:rPr>
              <a:t>=</a:t>
            </a:r>
            <a:r>
              <a:rPr lang="en-US" sz="1000" dirty="0" err="1">
                <a:solidFill>
                  <a:srgbClr val="E8EAF6"/>
                </a:solidFill>
                <a:latin typeface="Calibri" pitchFamily="34" charset="0"/>
                <a:ea typeface="Calibri" pitchFamily="34" charset="-122"/>
                <a:cs typeface="Calibri" pitchFamily="34" charset="-120"/>
              </a:rPr>
              <a:t>data.frame</a:t>
            </a:r>
            <a:r>
              <a:rPr lang="en-US" sz="1000" dirty="0">
                <a:solidFill>
                  <a:srgbClr val="E8EAF6"/>
                </a:solidFill>
                <a:latin typeface="Calibri" pitchFamily="34" charset="0"/>
                <a:ea typeface="Calibri" pitchFamily="34" charset="-122"/>
                <a:cs typeface="Calibri" pitchFamily="34" charset="-120"/>
              </a:rPr>
              <a:t>(cp=</a:t>
            </a:r>
            <a:r>
              <a:rPr lang="en-US" sz="1000" dirty="0" err="1">
                <a:solidFill>
                  <a:srgbClr val="E8EAF6"/>
                </a:solidFill>
                <a:latin typeface="Calibri" pitchFamily="34" charset="0"/>
                <a:ea typeface="Calibri" pitchFamily="34" charset="-122"/>
                <a:cs typeface="Calibri" pitchFamily="34" charset="-120"/>
              </a:rPr>
              <a:t>best_cp</a:t>
            </a:r>
            <a:r>
              <a:rPr lang="en-US" sz="1000" dirty="0">
                <a:solidFill>
                  <a:srgbClr val="E8EAF6"/>
                </a:solidFill>
                <a:latin typeface="Calibri" pitchFamily="34" charset="0"/>
                <a:ea typeface="Calibri" pitchFamily="34" charset="-122"/>
                <a:cs typeface="Calibri" pitchFamily="34" charset="-120"/>
              </a:rPr>
              <a:t>), metric="ROC")</a:t>
            </a:r>
            <a:endParaRPr lang="en-US" sz="1000" dirty="0"/>
          </a:p>
          <a:p>
            <a:r>
              <a:rPr lang="en-US" sz="1000" dirty="0">
                <a:solidFill>
                  <a:srgbClr val="E8EAF6"/>
                </a:solidFill>
                <a:latin typeface="Calibri" pitchFamily="34" charset="0"/>
                <a:ea typeface="Calibri" pitchFamily="34" charset="-122"/>
                <a:cs typeface="Calibri" pitchFamily="34" charset="-120"/>
              </a:rPr>
              <a:t>cat("CV AUC:", round(dt_cv$results$ROC,3), "±", round(dt_cv$results$ROCSD,3))</a:t>
            </a:r>
            <a:endParaRPr lang="en-US" sz="1000" dirty="0"/>
          </a:p>
        </p:txBody>
      </p:sp>
    </p:spTree>
    <p:extLst>
      <p:ext uri="{BB962C8B-B14F-4D97-AF65-F5344CB8AC3E}">
        <p14:creationId xmlns:p14="http://schemas.microsoft.com/office/powerpoint/2010/main" val="14647615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7ED49B35-4BF9-4DEF-60C3-D2C69A6494B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277F823-3940-C976-E2A6-52D03BC260A8}"/>
              </a:ext>
            </a:extLst>
          </p:cNvPr>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a:extLst>
              <a:ext uri="{FF2B5EF4-FFF2-40B4-BE49-F238E27FC236}">
                <a16:creationId xmlns:a16="http://schemas.microsoft.com/office/drawing/2014/main" id="{FB737C82-B187-18D1-6F3C-3F9042E218D3}"/>
              </a:ext>
            </a:extLst>
          </p:cNvPr>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05 — AI/ML USING R (HANDS-ON)</a:t>
            </a:r>
            <a:endParaRPr lang="en-US" sz="800" dirty="0"/>
          </a:p>
        </p:txBody>
      </p:sp>
      <p:sp>
        <p:nvSpPr>
          <p:cNvPr id="4" name="Text 2">
            <a:extLst>
              <a:ext uri="{FF2B5EF4-FFF2-40B4-BE49-F238E27FC236}">
                <a16:creationId xmlns:a16="http://schemas.microsoft.com/office/drawing/2014/main" id="{95083D5F-86E1-5640-48EE-AFF61BD8EC8C}"/>
              </a:ext>
            </a:extLst>
          </p:cNvPr>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Random Forest in R — randomForest</a:t>
            </a:r>
            <a:endParaRPr lang="en-US" sz="2400" dirty="0"/>
          </a:p>
        </p:txBody>
      </p:sp>
      <p:sp>
        <p:nvSpPr>
          <p:cNvPr id="5" name="Shape 3">
            <a:extLst>
              <a:ext uri="{FF2B5EF4-FFF2-40B4-BE49-F238E27FC236}">
                <a16:creationId xmlns:a16="http://schemas.microsoft.com/office/drawing/2014/main" id="{158ECA46-F43A-8FF9-4590-DE6C9169A74C}"/>
              </a:ext>
            </a:extLst>
          </p:cNvPr>
          <p:cNvSpPr/>
          <p:nvPr/>
        </p:nvSpPr>
        <p:spPr>
          <a:xfrm>
            <a:off x="320040" y="960120"/>
            <a:ext cx="8503920" cy="4114800"/>
          </a:xfrm>
          <a:prstGeom prst="rect">
            <a:avLst/>
          </a:prstGeom>
          <a:solidFill>
            <a:srgbClr val="1A1A2E"/>
          </a:solidFill>
          <a:ln w="12700">
            <a:solidFill>
              <a:srgbClr val="16213E"/>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a:extLst>
              <a:ext uri="{FF2B5EF4-FFF2-40B4-BE49-F238E27FC236}">
                <a16:creationId xmlns:a16="http://schemas.microsoft.com/office/drawing/2014/main" id="{518A00BB-AC2D-D977-EDD7-841829478BD7}"/>
              </a:ext>
            </a:extLst>
          </p:cNvPr>
          <p:cNvSpPr/>
          <p:nvPr/>
        </p:nvSpPr>
        <p:spPr>
          <a:xfrm>
            <a:off x="320040" y="960120"/>
            <a:ext cx="8503920" cy="256032"/>
          </a:xfrm>
          <a:prstGeom prst="rect">
            <a:avLst/>
          </a:prstGeom>
          <a:solidFill>
            <a:srgbClr val="16213E"/>
          </a:solidFill>
          <a:ln w="12700">
            <a:solidFill>
              <a:srgbClr val="16213E"/>
            </a:solidFill>
            <a:prstDash val="solid"/>
          </a:ln>
        </p:spPr>
        <p:txBody>
          <a:bodyPr/>
          <a:lstStyle/>
          <a:p>
            <a:endParaRPr lang="en-IN"/>
          </a:p>
        </p:txBody>
      </p:sp>
      <p:sp>
        <p:nvSpPr>
          <p:cNvPr id="7" name="Text 5">
            <a:extLst>
              <a:ext uri="{FF2B5EF4-FFF2-40B4-BE49-F238E27FC236}">
                <a16:creationId xmlns:a16="http://schemas.microsoft.com/office/drawing/2014/main" id="{0414CD91-18C9-A6A6-1031-EA937E42C36E}"/>
              </a:ext>
            </a:extLst>
          </p:cNvPr>
          <p:cNvSpPr/>
          <p:nvPr/>
        </p:nvSpPr>
        <p:spPr>
          <a:xfrm>
            <a:off x="429768" y="987552"/>
            <a:ext cx="8284464" cy="201168"/>
          </a:xfrm>
          <a:prstGeom prst="rect">
            <a:avLst/>
          </a:prstGeom>
          <a:noFill/>
          <a:ln/>
        </p:spPr>
        <p:txBody>
          <a:bodyPr wrap="square" rtlCol="0" anchor="ctr"/>
          <a:lstStyle/>
          <a:p>
            <a:pPr marL="0" indent="0">
              <a:buNone/>
            </a:pPr>
            <a:r>
              <a:rPr lang="en-US" sz="900" b="1" dirty="0">
                <a:solidFill>
                  <a:srgbClr val="00BCD4"/>
                </a:solidFill>
                <a:latin typeface="Calibri" pitchFamily="34" charset="0"/>
                <a:ea typeface="Calibri" pitchFamily="34" charset="-122"/>
                <a:cs typeface="Calibri" pitchFamily="34" charset="-120"/>
              </a:rPr>
              <a:t>⟩  random_forest.R</a:t>
            </a:r>
            <a:endParaRPr lang="en-US" sz="900" dirty="0"/>
          </a:p>
        </p:txBody>
      </p:sp>
      <p:sp>
        <p:nvSpPr>
          <p:cNvPr id="8" name="Text 6">
            <a:extLst>
              <a:ext uri="{FF2B5EF4-FFF2-40B4-BE49-F238E27FC236}">
                <a16:creationId xmlns:a16="http://schemas.microsoft.com/office/drawing/2014/main" id="{0F08C230-B388-5F6C-D696-4BD1C0FB44C7}"/>
              </a:ext>
            </a:extLst>
          </p:cNvPr>
          <p:cNvSpPr/>
          <p:nvPr/>
        </p:nvSpPr>
        <p:spPr>
          <a:xfrm>
            <a:off x="429768" y="1252728"/>
            <a:ext cx="4142232" cy="3730752"/>
          </a:xfrm>
          <a:prstGeom prst="rect">
            <a:avLst/>
          </a:prstGeom>
          <a:noFill/>
          <a:ln/>
        </p:spPr>
        <p:txBody>
          <a:bodyPr wrap="square" rtlCol="0" anchor="t"/>
          <a:lstStyle/>
          <a:p>
            <a:pPr marL="0" indent="0">
              <a:buNone/>
            </a:pPr>
            <a:r>
              <a:rPr lang="en-US" sz="1000" dirty="0">
                <a:solidFill>
                  <a:srgbClr val="E8EAF6"/>
                </a:solidFill>
                <a:latin typeface="Calibri" pitchFamily="34" charset="0"/>
                <a:ea typeface="Calibri" pitchFamily="34" charset="-122"/>
                <a:cs typeface="Calibri" pitchFamily="34" charset="-120"/>
              </a:rPr>
              <a:t># ── TUNE mtry ────────────────────────────────────────────────────────────</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tuneRF(x=train[,-10], y=train$Class,           # -10 removes Class column</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       ntreeTry=200, stepFactor=1.5, improve=0.01, trace=TRUE, plot=TRUE)</a:t>
            </a:r>
            <a:endParaRPr lang="en-US" sz="1000" dirty="0"/>
          </a:p>
          <a:p>
            <a:pPr marL="0" indent="0">
              <a:buNone/>
            </a:pP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 ── FIT RANDOM FOREST ────────────────────────────────────────────────────</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rf &lt;- randomForest(Class ~ ., data=train,</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                   ntree=500,          # 500 trees (monitor OOB for convergence)</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                   mtry=3,             # Tune above (default: sqrt(9)=3)</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                   nodesize=5,         # Min leaf size</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                   importance=TRUE,    # MDI + permutation importance</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                   oob.score=TRUE)</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print(rf)</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cat("OOB error:", round(rf$err.rate[500,"OOB"],3), "\n")</a:t>
            </a:r>
            <a:endParaRPr lang="en-US" sz="1000" dirty="0"/>
          </a:p>
          <a:p>
            <a:pPr marL="0" indent="0">
              <a:buNone/>
            </a:pPr>
            <a:endParaRPr lang="en-US" sz="1000" dirty="0"/>
          </a:p>
          <a:p>
            <a:pPr marL="0" indent="0">
              <a:buNone/>
            </a:pPr>
            <a:endParaRPr lang="en-US" sz="1000" dirty="0"/>
          </a:p>
        </p:txBody>
      </p:sp>
      <p:sp>
        <p:nvSpPr>
          <p:cNvPr id="9" name="Shape 7">
            <a:extLst>
              <a:ext uri="{FF2B5EF4-FFF2-40B4-BE49-F238E27FC236}">
                <a16:creationId xmlns:a16="http://schemas.microsoft.com/office/drawing/2014/main" id="{81E792BA-17BF-679B-EF4A-F8E5900C3D51}"/>
              </a:ext>
            </a:extLst>
          </p:cNvPr>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10" name="Shape 8">
            <a:extLst>
              <a:ext uri="{FF2B5EF4-FFF2-40B4-BE49-F238E27FC236}">
                <a16:creationId xmlns:a16="http://schemas.microsoft.com/office/drawing/2014/main" id="{17A774C7-FFA9-84C5-92AF-DDAB9E40B83E}"/>
              </a:ext>
            </a:extLst>
          </p:cNvPr>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11" name="Shape 9">
            <a:extLst>
              <a:ext uri="{FF2B5EF4-FFF2-40B4-BE49-F238E27FC236}">
                <a16:creationId xmlns:a16="http://schemas.microsoft.com/office/drawing/2014/main" id="{19732475-8525-F3DF-A93E-A12F24345715}"/>
              </a:ext>
            </a:extLst>
          </p:cNvPr>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
        <p:nvSpPr>
          <p:cNvPr id="14" name="Text 6">
            <a:extLst>
              <a:ext uri="{FF2B5EF4-FFF2-40B4-BE49-F238E27FC236}">
                <a16:creationId xmlns:a16="http://schemas.microsoft.com/office/drawing/2014/main" id="{D708A709-1A90-15C7-D123-E671CE5B4B16}"/>
              </a:ext>
            </a:extLst>
          </p:cNvPr>
          <p:cNvSpPr/>
          <p:nvPr/>
        </p:nvSpPr>
        <p:spPr>
          <a:xfrm>
            <a:off x="4572000" y="1240536"/>
            <a:ext cx="4142232" cy="3730752"/>
          </a:xfrm>
          <a:prstGeom prst="rect">
            <a:avLst/>
          </a:prstGeom>
          <a:noFill/>
          <a:ln/>
        </p:spPr>
        <p:txBody>
          <a:bodyPr wrap="square" rtlCol="0" anchor="t"/>
          <a:lstStyle/>
          <a:p>
            <a:r>
              <a:rPr lang="en-US" sz="1000" dirty="0">
                <a:solidFill>
                  <a:srgbClr val="E8EAF6"/>
                </a:solidFill>
                <a:latin typeface="Calibri" pitchFamily="34" charset="0"/>
                <a:ea typeface="Calibri" pitchFamily="34" charset="-122"/>
                <a:cs typeface="Calibri" pitchFamily="34" charset="-120"/>
              </a:rPr>
              <a:t># ── OOB CONVERGENCE PLOT ─────────────────────────────────────────────────</a:t>
            </a:r>
            <a:endParaRPr lang="en-US" sz="1000" dirty="0"/>
          </a:p>
          <a:p>
            <a:r>
              <a:rPr lang="en-US" sz="1000" dirty="0">
                <a:solidFill>
                  <a:srgbClr val="E8EAF6"/>
                </a:solidFill>
                <a:latin typeface="Calibri" pitchFamily="34" charset="0"/>
                <a:ea typeface="Calibri" pitchFamily="34" charset="-122"/>
                <a:cs typeface="Calibri" pitchFamily="34" charset="-120"/>
              </a:rPr>
              <a:t>plot(rf, main="OOB Error vs Number of Trees")    # </a:t>
            </a:r>
            <a:r>
              <a:rPr lang="en-US" sz="1000" dirty="0" err="1">
                <a:solidFill>
                  <a:srgbClr val="E8EAF6"/>
                </a:solidFill>
                <a:latin typeface="Calibri" pitchFamily="34" charset="0"/>
                <a:ea typeface="Calibri" pitchFamily="34" charset="-122"/>
                <a:cs typeface="Calibri" pitchFamily="34" charset="-120"/>
              </a:rPr>
              <a:t>Stabilises</a:t>
            </a:r>
            <a:r>
              <a:rPr lang="en-US" sz="1000" dirty="0">
                <a:solidFill>
                  <a:srgbClr val="E8EAF6"/>
                </a:solidFill>
                <a:latin typeface="Calibri" pitchFamily="34" charset="0"/>
                <a:ea typeface="Calibri" pitchFamily="34" charset="-122"/>
                <a:cs typeface="Calibri" pitchFamily="34" charset="-120"/>
              </a:rPr>
              <a:t> ~200 trees</a:t>
            </a:r>
            <a:endParaRPr lang="en-US" sz="1000" dirty="0"/>
          </a:p>
          <a:p>
            <a:endParaRPr lang="en-US" sz="1000" dirty="0"/>
          </a:p>
          <a:p>
            <a:r>
              <a:rPr lang="en-US" sz="1000" dirty="0">
                <a:solidFill>
                  <a:srgbClr val="E8EAF6"/>
                </a:solidFill>
                <a:latin typeface="Calibri" pitchFamily="34" charset="0"/>
                <a:ea typeface="Calibri" pitchFamily="34" charset="-122"/>
                <a:cs typeface="Calibri" pitchFamily="34" charset="-120"/>
              </a:rPr>
              <a:t># ── VARIABLE IMPORTANCE ───────────────────────────────────────────────────</a:t>
            </a:r>
            <a:endParaRPr lang="en-US" sz="1000" dirty="0"/>
          </a:p>
          <a:p>
            <a:r>
              <a:rPr lang="en-US" sz="1000" dirty="0" err="1">
                <a:solidFill>
                  <a:srgbClr val="E8EAF6"/>
                </a:solidFill>
                <a:latin typeface="Calibri" pitchFamily="34" charset="0"/>
                <a:ea typeface="Calibri" pitchFamily="34" charset="-122"/>
                <a:cs typeface="Calibri" pitchFamily="34" charset="-120"/>
              </a:rPr>
              <a:t>varImpPlot</a:t>
            </a:r>
            <a:r>
              <a:rPr lang="en-US" sz="1000" dirty="0">
                <a:solidFill>
                  <a:srgbClr val="E8EAF6"/>
                </a:solidFill>
                <a:latin typeface="Calibri" pitchFamily="34" charset="0"/>
                <a:ea typeface="Calibri" pitchFamily="34" charset="-122"/>
                <a:cs typeface="Calibri" pitchFamily="34" charset="-120"/>
              </a:rPr>
              <a:t>(rf, type=1, main="RF: Permutation Importance")</a:t>
            </a:r>
            <a:endParaRPr lang="en-US" sz="1000" dirty="0"/>
          </a:p>
          <a:p>
            <a:r>
              <a:rPr lang="en-US" sz="1000" dirty="0" err="1">
                <a:solidFill>
                  <a:srgbClr val="E8EAF6"/>
                </a:solidFill>
                <a:latin typeface="Calibri" pitchFamily="34" charset="0"/>
                <a:ea typeface="Calibri" pitchFamily="34" charset="-122"/>
                <a:cs typeface="Calibri" pitchFamily="34" charset="-120"/>
              </a:rPr>
              <a:t>varImpPlot</a:t>
            </a:r>
            <a:r>
              <a:rPr lang="en-US" sz="1000" dirty="0">
                <a:solidFill>
                  <a:srgbClr val="E8EAF6"/>
                </a:solidFill>
                <a:latin typeface="Calibri" pitchFamily="34" charset="0"/>
                <a:ea typeface="Calibri" pitchFamily="34" charset="-122"/>
                <a:cs typeface="Calibri" pitchFamily="34" charset="-120"/>
              </a:rPr>
              <a:t>(rf, type=2, main="RF: Gini (MDI) Importance")</a:t>
            </a:r>
            <a:endParaRPr lang="en-US" sz="1000" dirty="0"/>
          </a:p>
          <a:p>
            <a:endParaRPr lang="en-US" sz="1000" dirty="0"/>
          </a:p>
          <a:p>
            <a:r>
              <a:rPr lang="en-US" sz="1000" dirty="0">
                <a:solidFill>
                  <a:srgbClr val="E8EAF6"/>
                </a:solidFill>
                <a:latin typeface="Calibri" pitchFamily="34" charset="0"/>
                <a:ea typeface="Calibri" pitchFamily="34" charset="-122"/>
                <a:cs typeface="Calibri" pitchFamily="34" charset="-120"/>
              </a:rPr>
              <a:t># ── PREDICT &amp; EVALUATE ───────────────────────────────────────────────────</a:t>
            </a:r>
            <a:endParaRPr lang="en-US" sz="1000" dirty="0"/>
          </a:p>
          <a:p>
            <a:r>
              <a:rPr lang="en-US" sz="1000" dirty="0" err="1">
                <a:solidFill>
                  <a:srgbClr val="E8EAF6"/>
                </a:solidFill>
                <a:latin typeface="Calibri" pitchFamily="34" charset="0"/>
                <a:ea typeface="Calibri" pitchFamily="34" charset="-122"/>
                <a:cs typeface="Calibri" pitchFamily="34" charset="-120"/>
              </a:rPr>
              <a:t>rf_prob</a:t>
            </a:r>
            <a:r>
              <a:rPr lang="en-US" sz="1000" dirty="0">
                <a:solidFill>
                  <a:srgbClr val="E8EAF6"/>
                </a:solidFill>
                <a:latin typeface="Calibri" pitchFamily="34" charset="0"/>
                <a:ea typeface="Calibri" pitchFamily="34" charset="-122"/>
                <a:cs typeface="Calibri" pitchFamily="34" charset="-120"/>
              </a:rPr>
              <a:t>  &lt;- predict(rf, test, type="prob")[,"Malignant"]</a:t>
            </a:r>
            <a:endParaRPr lang="en-US" sz="1000" dirty="0"/>
          </a:p>
          <a:p>
            <a:r>
              <a:rPr lang="en-US" sz="1000" dirty="0" err="1">
                <a:solidFill>
                  <a:srgbClr val="E8EAF6"/>
                </a:solidFill>
                <a:latin typeface="Calibri" pitchFamily="34" charset="0"/>
                <a:ea typeface="Calibri" pitchFamily="34" charset="-122"/>
                <a:cs typeface="Calibri" pitchFamily="34" charset="-120"/>
              </a:rPr>
              <a:t>rf_class</a:t>
            </a:r>
            <a:r>
              <a:rPr lang="en-US" sz="1000" dirty="0">
                <a:solidFill>
                  <a:srgbClr val="E8EAF6"/>
                </a:solidFill>
                <a:latin typeface="Calibri" pitchFamily="34" charset="0"/>
                <a:ea typeface="Calibri" pitchFamily="34" charset="-122"/>
                <a:cs typeface="Calibri" pitchFamily="34" charset="-120"/>
              </a:rPr>
              <a:t> &lt;- predict(rf, test, type="class")</a:t>
            </a:r>
            <a:endParaRPr lang="en-US" sz="1000" dirty="0"/>
          </a:p>
          <a:p>
            <a:r>
              <a:rPr lang="en-US" sz="1000" dirty="0" err="1">
                <a:solidFill>
                  <a:srgbClr val="E8EAF6"/>
                </a:solidFill>
                <a:latin typeface="Calibri" pitchFamily="34" charset="0"/>
                <a:ea typeface="Calibri" pitchFamily="34" charset="-122"/>
                <a:cs typeface="Calibri" pitchFamily="34" charset="-120"/>
              </a:rPr>
              <a:t>rf_roc</a:t>
            </a:r>
            <a:r>
              <a:rPr lang="en-US" sz="1000" dirty="0">
                <a:solidFill>
                  <a:srgbClr val="E8EAF6"/>
                </a:solidFill>
                <a:latin typeface="Calibri" pitchFamily="34" charset="0"/>
                <a:ea typeface="Calibri" pitchFamily="34" charset="-122"/>
                <a:cs typeface="Calibri" pitchFamily="34" charset="-120"/>
              </a:rPr>
              <a:t>   &lt;- roc(</a:t>
            </a:r>
            <a:r>
              <a:rPr lang="en-US" sz="1000" dirty="0" err="1">
                <a:solidFill>
                  <a:srgbClr val="E8EAF6"/>
                </a:solidFill>
                <a:latin typeface="Calibri" pitchFamily="34" charset="0"/>
                <a:ea typeface="Calibri" pitchFamily="34" charset="-122"/>
                <a:cs typeface="Calibri" pitchFamily="34" charset="-120"/>
              </a:rPr>
              <a:t>test$Class</a:t>
            </a:r>
            <a:r>
              <a:rPr lang="en-US" sz="1000" dirty="0">
                <a:solidFill>
                  <a:srgbClr val="E8EAF6"/>
                </a:solidFill>
                <a:latin typeface="Calibri" pitchFamily="34" charset="0"/>
                <a:ea typeface="Calibri" pitchFamily="34" charset="-122"/>
                <a:cs typeface="Calibri" pitchFamily="34" charset="-120"/>
              </a:rPr>
              <a:t>, </a:t>
            </a:r>
            <a:r>
              <a:rPr lang="en-US" sz="1000" dirty="0" err="1">
                <a:solidFill>
                  <a:srgbClr val="E8EAF6"/>
                </a:solidFill>
                <a:latin typeface="Calibri" pitchFamily="34" charset="0"/>
                <a:ea typeface="Calibri" pitchFamily="34" charset="-122"/>
                <a:cs typeface="Calibri" pitchFamily="34" charset="-120"/>
              </a:rPr>
              <a:t>rf_prob</a:t>
            </a:r>
            <a:r>
              <a:rPr lang="en-US" sz="1000" dirty="0">
                <a:solidFill>
                  <a:srgbClr val="E8EAF6"/>
                </a:solidFill>
                <a:latin typeface="Calibri" pitchFamily="34" charset="0"/>
                <a:ea typeface="Calibri" pitchFamily="34" charset="-122"/>
                <a:cs typeface="Calibri" pitchFamily="34" charset="-120"/>
              </a:rPr>
              <a:t>, levels=c("</a:t>
            </a:r>
            <a:r>
              <a:rPr lang="en-US" sz="1000" dirty="0" err="1">
                <a:solidFill>
                  <a:srgbClr val="E8EAF6"/>
                </a:solidFill>
                <a:latin typeface="Calibri" pitchFamily="34" charset="0"/>
                <a:ea typeface="Calibri" pitchFamily="34" charset="-122"/>
                <a:cs typeface="Calibri" pitchFamily="34" charset="-120"/>
              </a:rPr>
              <a:t>Benign","Malignant</a:t>
            </a:r>
            <a:r>
              <a:rPr lang="en-US" sz="1000" dirty="0">
                <a:solidFill>
                  <a:srgbClr val="E8EAF6"/>
                </a:solidFill>
                <a:latin typeface="Calibri" pitchFamily="34" charset="0"/>
                <a:ea typeface="Calibri" pitchFamily="34" charset="-122"/>
                <a:cs typeface="Calibri" pitchFamily="34" charset="-120"/>
              </a:rPr>
              <a:t>"))</a:t>
            </a:r>
            <a:endParaRPr lang="en-US" sz="1000" dirty="0"/>
          </a:p>
          <a:p>
            <a:r>
              <a:rPr lang="en-US" sz="1000" dirty="0">
                <a:solidFill>
                  <a:srgbClr val="E8EAF6"/>
                </a:solidFill>
                <a:latin typeface="Calibri" pitchFamily="34" charset="0"/>
                <a:ea typeface="Calibri" pitchFamily="34" charset="-122"/>
                <a:cs typeface="Calibri" pitchFamily="34" charset="-120"/>
              </a:rPr>
              <a:t>cat("RF AUC:", round(</a:t>
            </a:r>
            <a:r>
              <a:rPr lang="en-US" sz="1000" dirty="0" err="1">
                <a:solidFill>
                  <a:srgbClr val="E8EAF6"/>
                </a:solidFill>
                <a:latin typeface="Calibri" pitchFamily="34" charset="0"/>
                <a:ea typeface="Calibri" pitchFamily="34" charset="-122"/>
                <a:cs typeface="Calibri" pitchFamily="34" charset="-120"/>
              </a:rPr>
              <a:t>auc</a:t>
            </a:r>
            <a:r>
              <a:rPr lang="en-US" sz="1000" dirty="0">
                <a:solidFill>
                  <a:srgbClr val="E8EAF6"/>
                </a:solidFill>
                <a:latin typeface="Calibri" pitchFamily="34" charset="0"/>
                <a:ea typeface="Calibri" pitchFamily="34" charset="-122"/>
                <a:cs typeface="Calibri" pitchFamily="34" charset="-120"/>
              </a:rPr>
              <a:t>(</a:t>
            </a:r>
            <a:r>
              <a:rPr lang="en-US" sz="1000" dirty="0" err="1">
                <a:solidFill>
                  <a:srgbClr val="E8EAF6"/>
                </a:solidFill>
                <a:latin typeface="Calibri" pitchFamily="34" charset="0"/>
                <a:ea typeface="Calibri" pitchFamily="34" charset="-122"/>
                <a:cs typeface="Calibri" pitchFamily="34" charset="-120"/>
              </a:rPr>
              <a:t>rf_roc</a:t>
            </a:r>
            <a:r>
              <a:rPr lang="en-US" sz="1000" dirty="0">
                <a:solidFill>
                  <a:srgbClr val="E8EAF6"/>
                </a:solidFill>
                <a:latin typeface="Calibri" pitchFamily="34" charset="0"/>
                <a:ea typeface="Calibri" pitchFamily="34" charset="-122"/>
                <a:cs typeface="Calibri" pitchFamily="34" charset="-120"/>
              </a:rPr>
              <a:t>),3), "\n")</a:t>
            </a:r>
            <a:endParaRPr lang="en-US" sz="1000" dirty="0"/>
          </a:p>
          <a:p>
            <a:r>
              <a:rPr lang="en-US" sz="1000" dirty="0" err="1">
                <a:solidFill>
                  <a:srgbClr val="E8EAF6"/>
                </a:solidFill>
                <a:latin typeface="Calibri" pitchFamily="34" charset="0"/>
                <a:ea typeface="Calibri" pitchFamily="34" charset="-122"/>
                <a:cs typeface="Calibri" pitchFamily="34" charset="-120"/>
              </a:rPr>
              <a:t>confusionMatrix</a:t>
            </a:r>
            <a:r>
              <a:rPr lang="en-US" sz="1000" dirty="0">
                <a:solidFill>
                  <a:srgbClr val="E8EAF6"/>
                </a:solidFill>
                <a:latin typeface="Calibri" pitchFamily="34" charset="0"/>
                <a:ea typeface="Calibri" pitchFamily="34" charset="-122"/>
                <a:cs typeface="Calibri" pitchFamily="34" charset="-120"/>
              </a:rPr>
              <a:t>(</a:t>
            </a:r>
            <a:r>
              <a:rPr lang="en-US" sz="1000" dirty="0" err="1">
                <a:solidFill>
                  <a:srgbClr val="E8EAF6"/>
                </a:solidFill>
                <a:latin typeface="Calibri" pitchFamily="34" charset="0"/>
                <a:ea typeface="Calibri" pitchFamily="34" charset="-122"/>
                <a:cs typeface="Calibri" pitchFamily="34" charset="-120"/>
              </a:rPr>
              <a:t>rf_class</a:t>
            </a:r>
            <a:r>
              <a:rPr lang="en-US" sz="1000" dirty="0">
                <a:solidFill>
                  <a:srgbClr val="E8EAF6"/>
                </a:solidFill>
                <a:latin typeface="Calibri" pitchFamily="34" charset="0"/>
                <a:ea typeface="Calibri" pitchFamily="34" charset="-122"/>
                <a:cs typeface="Calibri" pitchFamily="34" charset="-120"/>
              </a:rPr>
              <a:t>, </a:t>
            </a:r>
            <a:r>
              <a:rPr lang="en-US" sz="1000" dirty="0" err="1">
                <a:solidFill>
                  <a:srgbClr val="E8EAF6"/>
                </a:solidFill>
                <a:latin typeface="Calibri" pitchFamily="34" charset="0"/>
                <a:ea typeface="Calibri" pitchFamily="34" charset="-122"/>
                <a:cs typeface="Calibri" pitchFamily="34" charset="-120"/>
              </a:rPr>
              <a:t>test$Class</a:t>
            </a:r>
            <a:r>
              <a:rPr lang="en-US" sz="1000" dirty="0">
                <a:solidFill>
                  <a:srgbClr val="E8EAF6"/>
                </a:solidFill>
                <a:latin typeface="Calibri" pitchFamily="34" charset="0"/>
                <a:ea typeface="Calibri" pitchFamily="34" charset="-122"/>
                <a:cs typeface="Calibri" pitchFamily="34" charset="-120"/>
              </a:rPr>
              <a:t>, positive="Malignant")</a:t>
            </a:r>
            <a:endParaRPr lang="en-US" sz="1000" dirty="0"/>
          </a:p>
        </p:txBody>
      </p:sp>
    </p:spTree>
    <p:extLst>
      <p:ext uri="{BB962C8B-B14F-4D97-AF65-F5344CB8AC3E}">
        <p14:creationId xmlns:p14="http://schemas.microsoft.com/office/powerpoint/2010/main" val="29199248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80B596E3-5EDE-A174-1198-BAAE6A03AD4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89A9514-56A3-CC32-1C82-E2B76E533C39}"/>
              </a:ext>
            </a:extLst>
          </p:cNvPr>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a:extLst>
              <a:ext uri="{FF2B5EF4-FFF2-40B4-BE49-F238E27FC236}">
                <a16:creationId xmlns:a16="http://schemas.microsoft.com/office/drawing/2014/main" id="{FD903DD5-83FE-9B3B-F058-EBFCC0400803}"/>
              </a:ext>
            </a:extLst>
          </p:cNvPr>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05 — AI/ML USING R (HANDS-ON)</a:t>
            </a:r>
            <a:endParaRPr lang="en-US" sz="800" dirty="0"/>
          </a:p>
        </p:txBody>
      </p:sp>
      <p:sp>
        <p:nvSpPr>
          <p:cNvPr id="4" name="Text 2">
            <a:extLst>
              <a:ext uri="{FF2B5EF4-FFF2-40B4-BE49-F238E27FC236}">
                <a16:creationId xmlns:a16="http://schemas.microsoft.com/office/drawing/2014/main" id="{32B34740-B143-CBE4-14B1-35C65BBD77BD}"/>
              </a:ext>
            </a:extLst>
          </p:cNvPr>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XGBoost in R — with Early Stopping</a:t>
            </a:r>
            <a:endParaRPr lang="en-US" sz="2400" dirty="0"/>
          </a:p>
        </p:txBody>
      </p:sp>
      <p:sp>
        <p:nvSpPr>
          <p:cNvPr id="5" name="Shape 3">
            <a:extLst>
              <a:ext uri="{FF2B5EF4-FFF2-40B4-BE49-F238E27FC236}">
                <a16:creationId xmlns:a16="http://schemas.microsoft.com/office/drawing/2014/main" id="{1676BCDD-3B1C-147C-2770-5BC91ADB6630}"/>
              </a:ext>
            </a:extLst>
          </p:cNvPr>
          <p:cNvSpPr/>
          <p:nvPr/>
        </p:nvSpPr>
        <p:spPr>
          <a:xfrm>
            <a:off x="320040" y="960120"/>
            <a:ext cx="8503920" cy="4114800"/>
          </a:xfrm>
          <a:prstGeom prst="rect">
            <a:avLst/>
          </a:prstGeom>
          <a:solidFill>
            <a:srgbClr val="1A1A2E"/>
          </a:solidFill>
          <a:ln w="12700">
            <a:solidFill>
              <a:srgbClr val="16213E"/>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a:extLst>
              <a:ext uri="{FF2B5EF4-FFF2-40B4-BE49-F238E27FC236}">
                <a16:creationId xmlns:a16="http://schemas.microsoft.com/office/drawing/2014/main" id="{DEB5EEDF-47A1-E149-B6AE-C69A0A5DD493}"/>
              </a:ext>
            </a:extLst>
          </p:cNvPr>
          <p:cNvSpPr/>
          <p:nvPr/>
        </p:nvSpPr>
        <p:spPr>
          <a:xfrm>
            <a:off x="320040" y="960120"/>
            <a:ext cx="8503920" cy="256032"/>
          </a:xfrm>
          <a:prstGeom prst="rect">
            <a:avLst/>
          </a:prstGeom>
          <a:solidFill>
            <a:srgbClr val="16213E"/>
          </a:solidFill>
          <a:ln w="12700">
            <a:solidFill>
              <a:srgbClr val="16213E"/>
            </a:solidFill>
            <a:prstDash val="solid"/>
          </a:ln>
        </p:spPr>
        <p:txBody>
          <a:bodyPr/>
          <a:lstStyle/>
          <a:p>
            <a:endParaRPr lang="en-IN"/>
          </a:p>
        </p:txBody>
      </p:sp>
      <p:sp>
        <p:nvSpPr>
          <p:cNvPr id="7" name="Text 5">
            <a:extLst>
              <a:ext uri="{FF2B5EF4-FFF2-40B4-BE49-F238E27FC236}">
                <a16:creationId xmlns:a16="http://schemas.microsoft.com/office/drawing/2014/main" id="{076260DA-ED07-89E6-7DCC-658B21E76F15}"/>
              </a:ext>
            </a:extLst>
          </p:cNvPr>
          <p:cNvSpPr/>
          <p:nvPr/>
        </p:nvSpPr>
        <p:spPr>
          <a:xfrm>
            <a:off x="429768" y="987552"/>
            <a:ext cx="8284464" cy="201168"/>
          </a:xfrm>
          <a:prstGeom prst="rect">
            <a:avLst/>
          </a:prstGeom>
          <a:noFill/>
          <a:ln/>
        </p:spPr>
        <p:txBody>
          <a:bodyPr wrap="square" rtlCol="0" anchor="ctr"/>
          <a:lstStyle/>
          <a:p>
            <a:pPr marL="0" indent="0">
              <a:buNone/>
            </a:pPr>
            <a:r>
              <a:rPr lang="en-US" sz="900" b="1" dirty="0">
                <a:solidFill>
                  <a:srgbClr val="00BCD4"/>
                </a:solidFill>
                <a:latin typeface="Calibri" pitchFamily="34" charset="0"/>
                <a:ea typeface="Calibri" pitchFamily="34" charset="-122"/>
                <a:cs typeface="Calibri" pitchFamily="34" charset="-120"/>
              </a:rPr>
              <a:t>⟩  xgboost.R</a:t>
            </a:r>
            <a:endParaRPr lang="en-US" sz="900" dirty="0"/>
          </a:p>
        </p:txBody>
      </p:sp>
      <p:sp>
        <p:nvSpPr>
          <p:cNvPr id="8" name="Text 6">
            <a:extLst>
              <a:ext uri="{FF2B5EF4-FFF2-40B4-BE49-F238E27FC236}">
                <a16:creationId xmlns:a16="http://schemas.microsoft.com/office/drawing/2014/main" id="{07AE083E-8616-3FD3-42DB-701E6B96C8A7}"/>
              </a:ext>
            </a:extLst>
          </p:cNvPr>
          <p:cNvSpPr/>
          <p:nvPr/>
        </p:nvSpPr>
        <p:spPr>
          <a:xfrm>
            <a:off x="429768" y="1252728"/>
            <a:ext cx="4259463" cy="3730752"/>
          </a:xfrm>
          <a:prstGeom prst="rect">
            <a:avLst/>
          </a:prstGeom>
          <a:noFill/>
          <a:ln/>
        </p:spPr>
        <p:txBody>
          <a:bodyPr wrap="square" rtlCol="0" anchor="t"/>
          <a:lstStyle/>
          <a:p>
            <a:pPr marL="0" indent="0">
              <a:buNone/>
            </a:pPr>
            <a:r>
              <a:rPr lang="en-US" sz="1000" dirty="0">
                <a:solidFill>
                  <a:srgbClr val="E8EAF6"/>
                </a:solidFill>
                <a:latin typeface="Calibri" pitchFamily="34" charset="0"/>
                <a:ea typeface="Calibri" pitchFamily="34" charset="-122"/>
                <a:cs typeface="Calibri" pitchFamily="34" charset="-120"/>
              </a:rPr>
              <a:t># ── PREPARE DMatrix ──────────────────────────────────────────────────────</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X_tr &lt;- as.matrix(train[,-10]);    y_tr &lt;- as.integer(train$Class=="Malignant")</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X_te &lt;- as.matrix(test[,-10]);     y_te &lt;- as.integer(test$Class=="Malignant")</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dtrain &lt;- xgb.DMatrix(data=X_tr, label=y_tr)</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dtest  &lt;- xgb.DMatrix(data=X_te,  label=y_te)</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sp_w   &lt;- sum(y_tr==0)/sum(y_tr==1)   # Handle class imbalance</a:t>
            </a:r>
            <a:endParaRPr lang="en-US" sz="1000" dirty="0"/>
          </a:p>
          <a:p>
            <a:pPr marL="0" indent="0">
              <a:buNone/>
            </a:pP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 ── PARAMETERS ────────────────────────────────────────────────────────────</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params &lt;- list(</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  booster="gbtree", objective="binary:logistic", eval_metric="auc",</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  eta=0.05, max_depth=4, subsample=0.8, colsample_bytree=0.8,</a:t>
            </a:r>
            <a:endParaRPr lang="en-US" sz="1000" dirty="0"/>
          </a:p>
          <a:p>
            <a:pPr marL="0" indent="0">
              <a:buNone/>
            </a:pPr>
            <a:r>
              <a:rPr lang="en-US" sz="1000" dirty="0">
                <a:solidFill>
                  <a:srgbClr val="E8EAF6"/>
                </a:solidFill>
                <a:latin typeface="Calibri" pitchFamily="34" charset="0"/>
                <a:ea typeface="Calibri" pitchFamily="34" charset="-122"/>
                <a:cs typeface="Calibri" pitchFamily="34" charset="-120"/>
              </a:rPr>
              <a:t>  alpha=0.1, lambda=1.0, scale_pos_weight=sp_w)</a:t>
            </a:r>
            <a:endParaRPr lang="en-US" sz="1000" dirty="0"/>
          </a:p>
          <a:p>
            <a:pPr marL="0" indent="0">
              <a:buNone/>
            </a:pPr>
            <a:endParaRPr lang="en-US" sz="1000" dirty="0"/>
          </a:p>
          <a:p>
            <a:pPr marL="0" indent="0">
              <a:buNone/>
            </a:pPr>
            <a:endParaRPr lang="en-US" sz="1000" dirty="0"/>
          </a:p>
        </p:txBody>
      </p:sp>
      <p:sp>
        <p:nvSpPr>
          <p:cNvPr id="9" name="Shape 7">
            <a:extLst>
              <a:ext uri="{FF2B5EF4-FFF2-40B4-BE49-F238E27FC236}">
                <a16:creationId xmlns:a16="http://schemas.microsoft.com/office/drawing/2014/main" id="{5E8CE792-6C3C-108E-4F6B-8FB78A13CA04}"/>
              </a:ext>
            </a:extLst>
          </p:cNvPr>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10" name="Shape 8">
            <a:extLst>
              <a:ext uri="{FF2B5EF4-FFF2-40B4-BE49-F238E27FC236}">
                <a16:creationId xmlns:a16="http://schemas.microsoft.com/office/drawing/2014/main" id="{35FE823E-39C4-0324-3597-AD314193F10B}"/>
              </a:ext>
            </a:extLst>
          </p:cNvPr>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11" name="Shape 9">
            <a:extLst>
              <a:ext uri="{FF2B5EF4-FFF2-40B4-BE49-F238E27FC236}">
                <a16:creationId xmlns:a16="http://schemas.microsoft.com/office/drawing/2014/main" id="{ABABAA33-AC23-F3D9-E132-B012A02915D9}"/>
              </a:ext>
            </a:extLst>
          </p:cNvPr>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
        <p:nvSpPr>
          <p:cNvPr id="14" name="Text 6">
            <a:extLst>
              <a:ext uri="{FF2B5EF4-FFF2-40B4-BE49-F238E27FC236}">
                <a16:creationId xmlns:a16="http://schemas.microsoft.com/office/drawing/2014/main" id="{C93E38F4-0EC9-054D-2F6C-B0E54D970ECD}"/>
              </a:ext>
            </a:extLst>
          </p:cNvPr>
          <p:cNvSpPr/>
          <p:nvPr/>
        </p:nvSpPr>
        <p:spPr>
          <a:xfrm>
            <a:off x="4454769" y="1188720"/>
            <a:ext cx="4259463" cy="3730752"/>
          </a:xfrm>
          <a:prstGeom prst="rect">
            <a:avLst/>
          </a:prstGeom>
          <a:noFill/>
          <a:ln/>
        </p:spPr>
        <p:txBody>
          <a:bodyPr wrap="square" rtlCol="0" anchor="t"/>
          <a:lstStyle/>
          <a:p>
            <a:r>
              <a:rPr lang="en-US" sz="1000" dirty="0">
                <a:solidFill>
                  <a:srgbClr val="E8EAF6"/>
                </a:solidFill>
                <a:latin typeface="Calibri" pitchFamily="34" charset="0"/>
                <a:ea typeface="Calibri" pitchFamily="34" charset="-122"/>
                <a:cs typeface="Calibri" pitchFamily="34" charset="-120"/>
              </a:rPr>
              <a:t># ── FIT WITH EARLY STOPPING ───────────────────────────────────────────────</a:t>
            </a:r>
            <a:endParaRPr lang="en-US" sz="1000" dirty="0"/>
          </a:p>
          <a:p>
            <a:r>
              <a:rPr lang="en-US" sz="1000" dirty="0" err="1">
                <a:solidFill>
                  <a:srgbClr val="E8EAF6"/>
                </a:solidFill>
                <a:latin typeface="Calibri" pitchFamily="34" charset="0"/>
                <a:ea typeface="Calibri" pitchFamily="34" charset="-122"/>
                <a:cs typeface="Calibri" pitchFamily="34" charset="-120"/>
              </a:rPr>
              <a:t>set.seed</a:t>
            </a:r>
            <a:r>
              <a:rPr lang="en-US" sz="1000" dirty="0">
                <a:solidFill>
                  <a:srgbClr val="E8EAF6"/>
                </a:solidFill>
                <a:latin typeface="Calibri" pitchFamily="34" charset="0"/>
                <a:ea typeface="Calibri" pitchFamily="34" charset="-122"/>
                <a:cs typeface="Calibri" pitchFamily="34" charset="-120"/>
              </a:rPr>
              <a:t>(42)</a:t>
            </a:r>
            <a:endParaRPr lang="en-US" sz="1000" dirty="0"/>
          </a:p>
          <a:p>
            <a:r>
              <a:rPr lang="en-US" sz="1000" dirty="0" err="1">
                <a:solidFill>
                  <a:srgbClr val="E8EAF6"/>
                </a:solidFill>
                <a:latin typeface="Calibri" pitchFamily="34" charset="0"/>
                <a:ea typeface="Calibri" pitchFamily="34" charset="-122"/>
                <a:cs typeface="Calibri" pitchFamily="34" charset="-120"/>
              </a:rPr>
              <a:t>xgb_m</a:t>
            </a:r>
            <a:r>
              <a:rPr lang="en-US" sz="1000" dirty="0">
                <a:solidFill>
                  <a:srgbClr val="E8EAF6"/>
                </a:solidFill>
                <a:latin typeface="Calibri" pitchFamily="34" charset="0"/>
                <a:ea typeface="Calibri" pitchFamily="34" charset="-122"/>
                <a:cs typeface="Calibri" pitchFamily="34" charset="-120"/>
              </a:rPr>
              <a:t> &lt;- </a:t>
            </a:r>
            <a:r>
              <a:rPr lang="en-US" sz="1000" dirty="0" err="1">
                <a:solidFill>
                  <a:srgbClr val="E8EAF6"/>
                </a:solidFill>
                <a:latin typeface="Calibri" pitchFamily="34" charset="0"/>
                <a:ea typeface="Calibri" pitchFamily="34" charset="-122"/>
                <a:cs typeface="Calibri" pitchFamily="34" charset="-120"/>
              </a:rPr>
              <a:t>xgb.train</a:t>
            </a:r>
            <a:r>
              <a:rPr lang="en-US" sz="1000" dirty="0">
                <a:solidFill>
                  <a:srgbClr val="E8EAF6"/>
                </a:solidFill>
                <a:latin typeface="Calibri" pitchFamily="34" charset="0"/>
                <a:ea typeface="Calibri" pitchFamily="34" charset="-122"/>
                <a:cs typeface="Calibri" pitchFamily="34" charset="-120"/>
              </a:rPr>
              <a:t>(params, </a:t>
            </a:r>
            <a:r>
              <a:rPr lang="en-US" sz="1000" dirty="0" err="1">
                <a:solidFill>
                  <a:srgbClr val="E8EAF6"/>
                </a:solidFill>
                <a:latin typeface="Calibri" pitchFamily="34" charset="0"/>
                <a:ea typeface="Calibri" pitchFamily="34" charset="-122"/>
                <a:cs typeface="Calibri" pitchFamily="34" charset="-120"/>
              </a:rPr>
              <a:t>dtrain</a:t>
            </a:r>
            <a:r>
              <a:rPr lang="en-US" sz="1000" dirty="0">
                <a:solidFill>
                  <a:srgbClr val="E8EAF6"/>
                </a:solidFill>
                <a:latin typeface="Calibri" pitchFamily="34" charset="0"/>
                <a:ea typeface="Calibri" pitchFamily="34" charset="-122"/>
                <a:cs typeface="Calibri" pitchFamily="34" charset="-120"/>
              </a:rPr>
              <a:t>, </a:t>
            </a:r>
            <a:r>
              <a:rPr lang="en-US" sz="1000" dirty="0" err="1">
                <a:solidFill>
                  <a:srgbClr val="E8EAF6"/>
                </a:solidFill>
                <a:latin typeface="Calibri" pitchFamily="34" charset="0"/>
                <a:ea typeface="Calibri" pitchFamily="34" charset="-122"/>
                <a:cs typeface="Calibri" pitchFamily="34" charset="-120"/>
              </a:rPr>
              <a:t>nrounds</a:t>
            </a:r>
            <a:r>
              <a:rPr lang="en-US" sz="1000" dirty="0">
                <a:solidFill>
                  <a:srgbClr val="E8EAF6"/>
                </a:solidFill>
                <a:latin typeface="Calibri" pitchFamily="34" charset="0"/>
                <a:ea typeface="Calibri" pitchFamily="34" charset="-122"/>
                <a:cs typeface="Calibri" pitchFamily="34" charset="-120"/>
              </a:rPr>
              <a:t>=1000,</a:t>
            </a:r>
            <a:endParaRPr lang="en-US" sz="1000" dirty="0"/>
          </a:p>
          <a:p>
            <a:r>
              <a:rPr lang="en-US" sz="1000" dirty="0">
                <a:solidFill>
                  <a:srgbClr val="E8EAF6"/>
                </a:solidFill>
                <a:latin typeface="Calibri" pitchFamily="34" charset="0"/>
                <a:ea typeface="Calibri" pitchFamily="34" charset="-122"/>
                <a:cs typeface="Calibri" pitchFamily="34" charset="-120"/>
              </a:rPr>
              <a:t>                   watchlist=list(train=</a:t>
            </a:r>
            <a:r>
              <a:rPr lang="en-US" sz="1000" dirty="0" err="1">
                <a:solidFill>
                  <a:srgbClr val="E8EAF6"/>
                </a:solidFill>
                <a:latin typeface="Calibri" pitchFamily="34" charset="0"/>
                <a:ea typeface="Calibri" pitchFamily="34" charset="-122"/>
                <a:cs typeface="Calibri" pitchFamily="34" charset="-120"/>
              </a:rPr>
              <a:t>dtrain</a:t>
            </a:r>
            <a:r>
              <a:rPr lang="en-US" sz="1000" dirty="0">
                <a:solidFill>
                  <a:srgbClr val="E8EAF6"/>
                </a:solidFill>
                <a:latin typeface="Calibri" pitchFamily="34" charset="0"/>
                <a:ea typeface="Calibri" pitchFamily="34" charset="-122"/>
                <a:cs typeface="Calibri" pitchFamily="34" charset="-120"/>
              </a:rPr>
              <a:t>, test=</a:t>
            </a:r>
            <a:r>
              <a:rPr lang="en-US" sz="1000" dirty="0" err="1">
                <a:solidFill>
                  <a:srgbClr val="E8EAF6"/>
                </a:solidFill>
                <a:latin typeface="Calibri" pitchFamily="34" charset="0"/>
                <a:ea typeface="Calibri" pitchFamily="34" charset="-122"/>
                <a:cs typeface="Calibri" pitchFamily="34" charset="-120"/>
              </a:rPr>
              <a:t>dtest</a:t>
            </a:r>
            <a:r>
              <a:rPr lang="en-US" sz="1000" dirty="0">
                <a:solidFill>
                  <a:srgbClr val="E8EAF6"/>
                </a:solidFill>
                <a:latin typeface="Calibri" pitchFamily="34" charset="0"/>
                <a:ea typeface="Calibri" pitchFamily="34" charset="-122"/>
                <a:cs typeface="Calibri" pitchFamily="34" charset="-120"/>
              </a:rPr>
              <a:t>),</a:t>
            </a:r>
            <a:endParaRPr lang="en-US" sz="1000" dirty="0"/>
          </a:p>
          <a:p>
            <a:r>
              <a:rPr lang="en-US" sz="1000" dirty="0">
                <a:solidFill>
                  <a:srgbClr val="E8EAF6"/>
                </a:solidFill>
                <a:latin typeface="Calibri" pitchFamily="34" charset="0"/>
                <a:ea typeface="Calibri" pitchFamily="34" charset="-122"/>
                <a:cs typeface="Calibri" pitchFamily="34" charset="-120"/>
              </a:rPr>
              <a:t>                   </a:t>
            </a:r>
            <a:r>
              <a:rPr lang="en-US" sz="1000" dirty="0" err="1">
                <a:solidFill>
                  <a:srgbClr val="E8EAF6"/>
                </a:solidFill>
                <a:latin typeface="Calibri" pitchFamily="34" charset="0"/>
                <a:ea typeface="Calibri" pitchFamily="34" charset="-122"/>
                <a:cs typeface="Calibri" pitchFamily="34" charset="-120"/>
              </a:rPr>
              <a:t>early_stopping_rounds</a:t>
            </a:r>
            <a:r>
              <a:rPr lang="en-US" sz="1000" dirty="0">
                <a:solidFill>
                  <a:srgbClr val="E8EAF6"/>
                </a:solidFill>
                <a:latin typeface="Calibri" pitchFamily="34" charset="0"/>
                <a:ea typeface="Calibri" pitchFamily="34" charset="-122"/>
                <a:cs typeface="Calibri" pitchFamily="34" charset="-120"/>
              </a:rPr>
              <a:t>=50, maximize=TRUE,</a:t>
            </a:r>
            <a:endParaRPr lang="en-US" sz="1000" dirty="0"/>
          </a:p>
          <a:p>
            <a:r>
              <a:rPr lang="en-US" sz="1000" dirty="0">
                <a:solidFill>
                  <a:srgbClr val="E8EAF6"/>
                </a:solidFill>
                <a:latin typeface="Calibri" pitchFamily="34" charset="0"/>
                <a:ea typeface="Calibri" pitchFamily="34" charset="-122"/>
                <a:cs typeface="Calibri" pitchFamily="34" charset="-120"/>
              </a:rPr>
              <a:t>                   </a:t>
            </a:r>
            <a:r>
              <a:rPr lang="en-US" sz="1000" dirty="0" err="1">
                <a:solidFill>
                  <a:srgbClr val="E8EAF6"/>
                </a:solidFill>
                <a:latin typeface="Calibri" pitchFamily="34" charset="0"/>
                <a:ea typeface="Calibri" pitchFamily="34" charset="-122"/>
                <a:cs typeface="Calibri" pitchFamily="34" charset="-120"/>
              </a:rPr>
              <a:t>print_every_n</a:t>
            </a:r>
            <a:r>
              <a:rPr lang="en-US" sz="1000" dirty="0">
                <a:solidFill>
                  <a:srgbClr val="E8EAF6"/>
                </a:solidFill>
                <a:latin typeface="Calibri" pitchFamily="34" charset="0"/>
                <a:ea typeface="Calibri" pitchFamily="34" charset="-122"/>
                <a:cs typeface="Calibri" pitchFamily="34" charset="-120"/>
              </a:rPr>
              <a:t>=100, verbose=1)</a:t>
            </a:r>
            <a:endParaRPr lang="en-US" sz="1000" dirty="0"/>
          </a:p>
          <a:p>
            <a:r>
              <a:rPr lang="en-US" sz="1000" dirty="0">
                <a:solidFill>
                  <a:srgbClr val="E8EAF6"/>
                </a:solidFill>
                <a:latin typeface="Calibri" pitchFamily="34" charset="0"/>
                <a:ea typeface="Calibri" pitchFamily="34" charset="-122"/>
                <a:cs typeface="Calibri" pitchFamily="34" charset="-120"/>
              </a:rPr>
              <a:t>cat("Best iteration:", </a:t>
            </a:r>
            <a:r>
              <a:rPr lang="en-US" sz="1000" dirty="0" err="1">
                <a:solidFill>
                  <a:srgbClr val="E8EAF6"/>
                </a:solidFill>
                <a:latin typeface="Calibri" pitchFamily="34" charset="0"/>
                <a:ea typeface="Calibri" pitchFamily="34" charset="-122"/>
                <a:cs typeface="Calibri" pitchFamily="34" charset="-120"/>
              </a:rPr>
              <a:t>xgb_m$best_iteration</a:t>
            </a:r>
            <a:r>
              <a:rPr lang="en-US" sz="1000" dirty="0">
                <a:solidFill>
                  <a:srgbClr val="E8EAF6"/>
                </a:solidFill>
                <a:latin typeface="Calibri" pitchFamily="34" charset="0"/>
                <a:ea typeface="Calibri" pitchFamily="34" charset="-122"/>
                <a:cs typeface="Calibri" pitchFamily="34" charset="-120"/>
              </a:rPr>
              <a:t>, "\n")</a:t>
            </a:r>
            <a:endParaRPr lang="en-US" sz="1000" dirty="0"/>
          </a:p>
          <a:p>
            <a:endParaRPr lang="en-US" sz="1000" dirty="0"/>
          </a:p>
          <a:p>
            <a:r>
              <a:rPr lang="en-US" sz="1000" dirty="0">
                <a:solidFill>
                  <a:srgbClr val="E8EAF6"/>
                </a:solidFill>
                <a:latin typeface="Calibri" pitchFamily="34" charset="0"/>
                <a:ea typeface="Calibri" pitchFamily="34" charset="-122"/>
                <a:cs typeface="Calibri" pitchFamily="34" charset="-120"/>
              </a:rPr>
              <a:t># ── FEATURE IMPORTANCE + PREDICT ─────────────────────────────────────────</a:t>
            </a:r>
            <a:endParaRPr lang="en-US" sz="1000" dirty="0"/>
          </a:p>
          <a:p>
            <a:r>
              <a:rPr lang="en-US" sz="1000" dirty="0" err="1">
                <a:solidFill>
                  <a:srgbClr val="E8EAF6"/>
                </a:solidFill>
                <a:latin typeface="Calibri" pitchFamily="34" charset="0"/>
                <a:ea typeface="Calibri" pitchFamily="34" charset="-122"/>
                <a:cs typeface="Calibri" pitchFamily="34" charset="-120"/>
              </a:rPr>
              <a:t>xgb_imp</a:t>
            </a:r>
            <a:r>
              <a:rPr lang="en-US" sz="1000" dirty="0">
                <a:solidFill>
                  <a:srgbClr val="E8EAF6"/>
                </a:solidFill>
                <a:latin typeface="Calibri" pitchFamily="34" charset="0"/>
                <a:ea typeface="Calibri" pitchFamily="34" charset="-122"/>
                <a:cs typeface="Calibri" pitchFamily="34" charset="-120"/>
              </a:rPr>
              <a:t> &lt;- </a:t>
            </a:r>
            <a:r>
              <a:rPr lang="en-US" sz="1000" dirty="0" err="1">
                <a:solidFill>
                  <a:srgbClr val="E8EAF6"/>
                </a:solidFill>
                <a:latin typeface="Calibri" pitchFamily="34" charset="0"/>
                <a:ea typeface="Calibri" pitchFamily="34" charset="-122"/>
                <a:cs typeface="Calibri" pitchFamily="34" charset="-120"/>
              </a:rPr>
              <a:t>xgb.importance</a:t>
            </a:r>
            <a:r>
              <a:rPr lang="en-US" sz="1000" dirty="0">
                <a:solidFill>
                  <a:srgbClr val="E8EAF6"/>
                </a:solidFill>
                <a:latin typeface="Calibri" pitchFamily="34" charset="0"/>
                <a:ea typeface="Calibri" pitchFamily="34" charset="-122"/>
                <a:cs typeface="Calibri" pitchFamily="34" charset="-120"/>
              </a:rPr>
              <a:t>(</a:t>
            </a:r>
            <a:r>
              <a:rPr lang="en-US" sz="1000" dirty="0" err="1">
                <a:solidFill>
                  <a:srgbClr val="E8EAF6"/>
                </a:solidFill>
                <a:latin typeface="Calibri" pitchFamily="34" charset="0"/>
                <a:ea typeface="Calibri" pitchFamily="34" charset="-122"/>
                <a:cs typeface="Calibri" pitchFamily="34" charset="-120"/>
              </a:rPr>
              <a:t>colnames</a:t>
            </a:r>
            <a:r>
              <a:rPr lang="en-US" sz="1000" dirty="0">
                <a:solidFill>
                  <a:srgbClr val="E8EAF6"/>
                </a:solidFill>
                <a:latin typeface="Calibri" pitchFamily="34" charset="0"/>
                <a:ea typeface="Calibri" pitchFamily="34" charset="-122"/>
                <a:cs typeface="Calibri" pitchFamily="34" charset="-120"/>
              </a:rPr>
              <a:t>(</a:t>
            </a:r>
            <a:r>
              <a:rPr lang="en-US" sz="1000" dirty="0" err="1">
                <a:solidFill>
                  <a:srgbClr val="E8EAF6"/>
                </a:solidFill>
                <a:latin typeface="Calibri" pitchFamily="34" charset="0"/>
                <a:ea typeface="Calibri" pitchFamily="34" charset="-122"/>
                <a:cs typeface="Calibri" pitchFamily="34" charset="-120"/>
              </a:rPr>
              <a:t>X_tr</a:t>
            </a:r>
            <a:r>
              <a:rPr lang="en-US" sz="1000" dirty="0">
                <a:solidFill>
                  <a:srgbClr val="E8EAF6"/>
                </a:solidFill>
                <a:latin typeface="Calibri" pitchFamily="34" charset="0"/>
                <a:ea typeface="Calibri" pitchFamily="34" charset="-122"/>
                <a:cs typeface="Calibri" pitchFamily="34" charset="-120"/>
              </a:rPr>
              <a:t>), model=</a:t>
            </a:r>
            <a:r>
              <a:rPr lang="en-US" sz="1000" dirty="0" err="1">
                <a:solidFill>
                  <a:srgbClr val="E8EAF6"/>
                </a:solidFill>
                <a:latin typeface="Calibri" pitchFamily="34" charset="0"/>
                <a:ea typeface="Calibri" pitchFamily="34" charset="-122"/>
                <a:cs typeface="Calibri" pitchFamily="34" charset="-120"/>
              </a:rPr>
              <a:t>xgb_m</a:t>
            </a:r>
            <a:r>
              <a:rPr lang="en-US" sz="1000" dirty="0">
                <a:solidFill>
                  <a:srgbClr val="E8EAF6"/>
                </a:solidFill>
                <a:latin typeface="Calibri" pitchFamily="34" charset="0"/>
                <a:ea typeface="Calibri" pitchFamily="34" charset="-122"/>
                <a:cs typeface="Calibri" pitchFamily="34" charset="-120"/>
              </a:rPr>
              <a:t>)</a:t>
            </a:r>
            <a:endParaRPr lang="en-US" sz="1000" dirty="0"/>
          </a:p>
          <a:p>
            <a:r>
              <a:rPr lang="en-US" sz="1000" dirty="0" err="1">
                <a:solidFill>
                  <a:srgbClr val="E8EAF6"/>
                </a:solidFill>
                <a:latin typeface="Calibri" pitchFamily="34" charset="0"/>
                <a:ea typeface="Calibri" pitchFamily="34" charset="-122"/>
                <a:cs typeface="Calibri" pitchFamily="34" charset="-120"/>
              </a:rPr>
              <a:t>xgb.plot.importance</a:t>
            </a:r>
            <a:r>
              <a:rPr lang="en-US" sz="1000" dirty="0">
                <a:solidFill>
                  <a:srgbClr val="E8EAF6"/>
                </a:solidFill>
                <a:latin typeface="Calibri" pitchFamily="34" charset="0"/>
                <a:ea typeface="Calibri" pitchFamily="34" charset="-122"/>
                <a:cs typeface="Calibri" pitchFamily="34" charset="-120"/>
              </a:rPr>
              <a:t>(</a:t>
            </a:r>
            <a:r>
              <a:rPr lang="en-US" sz="1000" dirty="0" err="1">
                <a:solidFill>
                  <a:srgbClr val="E8EAF6"/>
                </a:solidFill>
                <a:latin typeface="Calibri" pitchFamily="34" charset="0"/>
                <a:ea typeface="Calibri" pitchFamily="34" charset="-122"/>
                <a:cs typeface="Calibri" pitchFamily="34" charset="-120"/>
              </a:rPr>
              <a:t>xgb_imp</a:t>
            </a:r>
            <a:r>
              <a:rPr lang="en-US" sz="1000" dirty="0">
                <a:solidFill>
                  <a:srgbClr val="E8EAF6"/>
                </a:solidFill>
                <a:latin typeface="Calibri" pitchFamily="34" charset="0"/>
                <a:ea typeface="Calibri" pitchFamily="34" charset="-122"/>
                <a:cs typeface="Calibri" pitchFamily="34" charset="-120"/>
              </a:rPr>
              <a:t>, </a:t>
            </a:r>
            <a:r>
              <a:rPr lang="en-US" sz="1000" dirty="0" err="1">
                <a:solidFill>
                  <a:srgbClr val="E8EAF6"/>
                </a:solidFill>
                <a:latin typeface="Calibri" pitchFamily="34" charset="0"/>
                <a:ea typeface="Calibri" pitchFamily="34" charset="-122"/>
                <a:cs typeface="Calibri" pitchFamily="34" charset="-120"/>
              </a:rPr>
              <a:t>top_n</a:t>
            </a:r>
            <a:r>
              <a:rPr lang="en-US" sz="1000" dirty="0">
                <a:solidFill>
                  <a:srgbClr val="E8EAF6"/>
                </a:solidFill>
                <a:latin typeface="Calibri" pitchFamily="34" charset="0"/>
                <a:ea typeface="Calibri" pitchFamily="34" charset="-122"/>
                <a:cs typeface="Calibri" pitchFamily="34" charset="-120"/>
              </a:rPr>
              <a:t>=9, main="</a:t>
            </a:r>
            <a:r>
              <a:rPr lang="en-US" sz="1000" dirty="0" err="1">
                <a:solidFill>
                  <a:srgbClr val="E8EAF6"/>
                </a:solidFill>
                <a:latin typeface="Calibri" pitchFamily="34" charset="0"/>
                <a:ea typeface="Calibri" pitchFamily="34" charset="-122"/>
                <a:cs typeface="Calibri" pitchFamily="34" charset="-120"/>
              </a:rPr>
              <a:t>XGBoost</a:t>
            </a:r>
            <a:r>
              <a:rPr lang="en-US" sz="1000" dirty="0">
                <a:solidFill>
                  <a:srgbClr val="E8EAF6"/>
                </a:solidFill>
                <a:latin typeface="Calibri" pitchFamily="34" charset="0"/>
                <a:ea typeface="Calibri" pitchFamily="34" charset="-122"/>
                <a:cs typeface="Calibri" pitchFamily="34" charset="-120"/>
              </a:rPr>
              <a:t> Gain Importance")</a:t>
            </a:r>
            <a:endParaRPr lang="en-US" sz="1000" dirty="0"/>
          </a:p>
          <a:p>
            <a:r>
              <a:rPr lang="en-US" sz="1000" dirty="0" err="1">
                <a:solidFill>
                  <a:srgbClr val="E8EAF6"/>
                </a:solidFill>
                <a:latin typeface="Calibri" pitchFamily="34" charset="0"/>
                <a:ea typeface="Calibri" pitchFamily="34" charset="-122"/>
                <a:cs typeface="Calibri" pitchFamily="34" charset="-120"/>
              </a:rPr>
              <a:t>xgb_prob</a:t>
            </a:r>
            <a:r>
              <a:rPr lang="en-US" sz="1000" dirty="0">
                <a:solidFill>
                  <a:srgbClr val="E8EAF6"/>
                </a:solidFill>
                <a:latin typeface="Calibri" pitchFamily="34" charset="0"/>
                <a:ea typeface="Calibri" pitchFamily="34" charset="-122"/>
                <a:cs typeface="Calibri" pitchFamily="34" charset="-120"/>
              </a:rPr>
              <a:t>  &lt;- predict(</a:t>
            </a:r>
            <a:r>
              <a:rPr lang="en-US" sz="1000" dirty="0" err="1">
                <a:solidFill>
                  <a:srgbClr val="E8EAF6"/>
                </a:solidFill>
                <a:latin typeface="Calibri" pitchFamily="34" charset="0"/>
                <a:ea typeface="Calibri" pitchFamily="34" charset="-122"/>
                <a:cs typeface="Calibri" pitchFamily="34" charset="-120"/>
              </a:rPr>
              <a:t>xgb_m</a:t>
            </a:r>
            <a:r>
              <a:rPr lang="en-US" sz="1000" dirty="0">
                <a:solidFill>
                  <a:srgbClr val="E8EAF6"/>
                </a:solidFill>
                <a:latin typeface="Calibri" pitchFamily="34" charset="0"/>
                <a:ea typeface="Calibri" pitchFamily="34" charset="-122"/>
                <a:cs typeface="Calibri" pitchFamily="34" charset="-120"/>
              </a:rPr>
              <a:t>, </a:t>
            </a:r>
            <a:r>
              <a:rPr lang="en-US" sz="1000" dirty="0" err="1">
                <a:solidFill>
                  <a:srgbClr val="E8EAF6"/>
                </a:solidFill>
                <a:latin typeface="Calibri" pitchFamily="34" charset="0"/>
                <a:ea typeface="Calibri" pitchFamily="34" charset="-122"/>
                <a:cs typeface="Calibri" pitchFamily="34" charset="-120"/>
              </a:rPr>
              <a:t>dtest</a:t>
            </a:r>
            <a:r>
              <a:rPr lang="en-US" sz="1000" dirty="0">
                <a:solidFill>
                  <a:srgbClr val="E8EAF6"/>
                </a:solidFill>
                <a:latin typeface="Calibri" pitchFamily="34" charset="0"/>
                <a:ea typeface="Calibri" pitchFamily="34" charset="-122"/>
                <a:cs typeface="Calibri" pitchFamily="34" charset="-120"/>
              </a:rPr>
              <a:t>)</a:t>
            </a:r>
            <a:endParaRPr lang="en-US" sz="1000" dirty="0"/>
          </a:p>
          <a:p>
            <a:r>
              <a:rPr lang="en-US" sz="1000" dirty="0" err="1">
                <a:solidFill>
                  <a:srgbClr val="E8EAF6"/>
                </a:solidFill>
                <a:latin typeface="Calibri" pitchFamily="34" charset="0"/>
                <a:ea typeface="Calibri" pitchFamily="34" charset="-122"/>
                <a:cs typeface="Calibri" pitchFamily="34" charset="-120"/>
              </a:rPr>
              <a:t>xgb_roc</a:t>
            </a:r>
            <a:r>
              <a:rPr lang="en-US" sz="1000" dirty="0">
                <a:solidFill>
                  <a:srgbClr val="E8EAF6"/>
                </a:solidFill>
                <a:latin typeface="Calibri" pitchFamily="34" charset="0"/>
                <a:ea typeface="Calibri" pitchFamily="34" charset="-122"/>
                <a:cs typeface="Calibri" pitchFamily="34" charset="-120"/>
              </a:rPr>
              <a:t>   &lt;- roc(</a:t>
            </a:r>
            <a:r>
              <a:rPr lang="en-US" sz="1000" dirty="0" err="1">
                <a:solidFill>
                  <a:srgbClr val="E8EAF6"/>
                </a:solidFill>
                <a:latin typeface="Calibri" pitchFamily="34" charset="0"/>
                <a:ea typeface="Calibri" pitchFamily="34" charset="-122"/>
                <a:cs typeface="Calibri" pitchFamily="34" charset="-120"/>
              </a:rPr>
              <a:t>test$Class</a:t>
            </a:r>
            <a:r>
              <a:rPr lang="en-US" sz="1000" dirty="0">
                <a:solidFill>
                  <a:srgbClr val="E8EAF6"/>
                </a:solidFill>
                <a:latin typeface="Calibri" pitchFamily="34" charset="0"/>
                <a:ea typeface="Calibri" pitchFamily="34" charset="-122"/>
                <a:cs typeface="Calibri" pitchFamily="34" charset="-120"/>
              </a:rPr>
              <a:t>, </a:t>
            </a:r>
            <a:r>
              <a:rPr lang="en-US" sz="1000" dirty="0" err="1">
                <a:solidFill>
                  <a:srgbClr val="E8EAF6"/>
                </a:solidFill>
                <a:latin typeface="Calibri" pitchFamily="34" charset="0"/>
                <a:ea typeface="Calibri" pitchFamily="34" charset="-122"/>
                <a:cs typeface="Calibri" pitchFamily="34" charset="-120"/>
              </a:rPr>
              <a:t>xgb_prob</a:t>
            </a:r>
            <a:r>
              <a:rPr lang="en-US" sz="1000" dirty="0">
                <a:solidFill>
                  <a:srgbClr val="E8EAF6"/>
                </a:solidFill>
                <a:latin typeface="Calibri" pitchFamily="34" charset="0"/>
                <a:ea typeface="Calibri" pitchFamily="34" charset="-122"/>
                <a:cs typeface="Calibri" pitchFamily="34" charset="-120"/>
              </a:rPr>
              <a:t>, levels=c("</a:t>
            </a:r>
            <a:r>
              <a:rPr lang="en-US" sz="1000" dirty="0" err="1">
                <a:solidFill>
                  <a:srgbClr val="E8EAF6"/>
                </a:solidFill>
                <a:latin typeface="Calibri" pitchFamily="34" charset="0"/>
                <a:ea typeface="Calibri" pitchFamily="34" charset="-122"/>
                <a:cs typeface="Calibri" pitchFamily="34" charset="-120"/>
              </a:rPr>
              <a:t>Benign","Malignant</a:t>
            </a:r>
            <a:r>
              <a:rPr lang="en-US" sz="1000" dirty="0">
                <a:solidFill>
                  <a:srgbClr val="E8EAF6"/>
                </a:solidFill>
                <a:latin typeface="Calibri" pitchFamily="34" charset="0"/>
                <a:ea typeface="Calibri" pitchFamily="34" charset="-122"/>
                <a:cs typeface="Calibri" pitchFamily="34" charset="-120"/>
              </a:rPr>
              <a:t>"))</a:t>
            </a:r>
            <a:endParaRPr lang="en-US" sz="1000" dirty="0"/>
          </a:p>
          <a:p>
            <a:r>
              <a:rPr lang="en-US" sz="1000" dirty="0">
                <a:solidFill>
                  <a:srgbClr val="E8EAF6"/>
                </a:solidFill>
                <a:latin typeface="Calibri" pitchFamily="34" charset="0"/>
                <a:ea typeface="Calibri" pitchFamily="34" charset="-122"/>
                <a:cs typeface="Calibri" pitchFamily="34" charset="-120"/>
              </a:rPr>
              <a:t>cat("</a:t>
            </a:r>
            <a:r>
              <a:rPr lang="en-US" sz="1000" dirty="0" err="1">
                <a:solidFill>
                  <a:srgbClr val="E8EAF6"/>
                </a:solidFill>
                <a:latin typeface="Calibri" pitchFamily="34" charset="0"/>
                <a:ea typeface="Calibri" pitchFamily="34" charset="-122"/>
                <a:cs typeface="Calibri" pitchFamily="34" charset="-120"/>
              </a:rPr>
              <a:t>XGB</a:t>
            </a:r>
            <a:r>
              <a:rPr lang="en-US" sz="1000" dirty="0">
                <a:solidFill>
                  <a:srgbClr val="E8EAF6"/>
                </a:solidFill>
                <a:latin typeface="Calibri" pitchFamily="34" charset="0"/>
                <a:ea typeface="Calibri" pitchFamily="34" charset="-122"/>
                <a:cs typeface="Calibri" pitchFamily="34" charset="-120"/>
              </a:rPr>
              <a:t> AUC:", round(</a:t>
            </a:r>
            <a:r>
              <a:rPr lang="en-US" sz="1000" dirty="0" err="1">
                <a:solidFill>
                  <a:srgbClr val="E8EAF6"/>
                </a:solidFill>
                <a:latin typeface="Calibri" pitchFamily="34" charset="0"/>
                <a:ea typeface="Calibri" pitchFamily="34" charset="-122"/>
                <a:cs typeface="Calibri" pitchFamily="34" charset="-120"/>
              </a:rPr>
              <a:t>auc</a:t>
            </a:r>
            <a:r>
              <a:rPr lang="en-US" sz="1000" dirty="0">
                <a:solidFill>
                  <a:srgbClr val="E8EAF6"/>
                </a:solidFill>
                <a:latin typeface="Calibri" pitchFamily="34" charset="0"/>
                <a:ea typeface="Calibri" pitchFamily="34" charset="-122"/>
                <a:cs typeface="Calibri" pitchFamily="34" charset="-120"/>
              </a:rPr>
              <a:t>(</a:t>
            </a:r>
            <a:r>
              <a:rPr lang="en-US" sz="1000" dirty="0" err="1">
                <a:solidFill>
                  <a:srgbClr val="E8EAF6"/>
                </a:solidFill>
                <a:latin typeface="Calibri" pitchFamily="34" charset="0"/>
                <a:ea typeface="Calibri" pitchFamily="34" charset="-122"/>
                <a:cs typeface="Calibri" pitchFamily="34" charset="-120"/>
              </a:rPr>
              <a:t>xgb_roc</a:t>
            </a:r>
            <a:r>
              <a:rPr lang="en-US" sz="1000" dirty="0">
                <a:solidFill>
                  <a:srgbClr val="E8EAF6"/>
                </a:solidFill>
                <a:latin typeface="Calibri" pitchFamily="34" charset="0"/>
                <a:ea typeface="Calibri" pitchFamily="34" charset="-122"/>
                <a:cs typeface="Calibri" pitchFamily="34" charset="-120"/>
              </a:rPr>
              <a:t>),3), "\n")</a:t>
            </a:r>
            <a:endParaRPr lang="en-US" sz="1000" dirty="0"/>
          </a:p>
        </p:txBody>
      </p:sp>
    </p:spTree>
    <p:extLst>
      <p:ext uri="{BB962C8B-B14F-4D97-AF65-F5344CB8AC3E}">
        <p14:creationId xmlns:p14="http://schemas.microsoft.com/office/powerpoint/2010/main" val="30817629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7">
    <p:bg>
      <p:bgPr>
        <a:solidFill>
          <a:srgbClr val="1565C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A825"/>
          </a:solidFill>
          <a:ln w="12700">
            <a:solidFill>
              <a:srgbClr val="F9A825"/>
            </a:solidFill>
            <a:prstDash val="solid"/>
          </a:ln>
        </p:spPr>
        <p:txBody>
          <a:bodyPr/>
          <a:lstStyle/>
          <a:p>
            <a:endParaRPr lang="en-IN"/>
          </a:p>
        </p:txBody>
      </p:sp>
      <p:sp>
        <p:nvSpPr>
          <p:cNvPr id="3" name="Shape 1"/>
          <p:cNvSpPr/>
          <p:nvPr/>
        </p:nvSpPr>
        <p:spPr>
          <a:xfrm>
            <a:off x="0" y="5070348"/>
            <a:ext cx="9144000" cy="73152"/>
          </a:xfrm>
          <a:prstGeom prst="rect">
            <a:avLst/>
          </a:prstGeom>
          <a:solidFill>
            <a:srgbClr val="F9A825"/>
          </a:solidFill>
          <a:ln w="12700">
            <a:solidFill>
              <a:srgbClr val="F9A825"/>
            </a:solidFill>
            <a:prstDash val="solid"/>
          </a:ln>
        </p:spPr>
        <p:txBody>
          <a:bodyPr/>
          <a:lstStyle/>
          <a:p>
            <a:endParaRPr lang="en-IN"/>
          </a:p>
        </p:txBody>
      </p:sp>
      <p:sp>
        <p:nvSpPr>
          <p:cNvPr id="4" name="Text 2"/>
          <p:cNvSpPr/>
          <p:nvPr/>
        </p:nvSpPr>
        <p:spPr>
          <a:xfrm>
            <a:off x="457200" y="731520"/>
            <a:ext cx="8229600" cy="320040"/>
          </a:xfrm>
          <a:prstGeom prst="rect">
            <a:avLst/>
          </a:prstGeom>
          <a:noFill/>
          <a:ln/>
        </p:spPr>
        <p:txBody>
          <a:bodyPr wrap="square" rtlCol="0" anchor="ctr"/>
          <a:lstStyle/>
          <a:p>
            <a:pPr marL="0" indent="0">
              <a:buNone/>
            </a:pPr>
            <a:r>
              <a:rPr lang="en-US" sz="1100" b="1" kern="0" spc="400" dirty="0">
                <a:solidFill>
                  <a:srgbClr val="F9A825"/>
                </a:solidFill>
                <a:latin typeface="Calibri" pitchFamily="34" charset="0"/>
                <a:ea typeface="Calibri" pitchFamily="34" charset="-122"/>
                <a:cs typeface="Calibri" pitchFamily="34" charset="-120"/>
              </a:rPr>
              <a:t>SECTION 6</a:t>
            </a:r>
            <a:endParaRPr lang="en-US" sz="1100" dirty="0"/>
          </a:p>
        </p:txBody>
      </p:sp>
      <p:sp>
        <p:nvSpPr>
          <p:cNvPr id="5" name="Text 3"/>
          <p:cNvSpPr/>
          <p:nvPr/>
        </p:nvSpPr>
        <p:spPr>
          <a:xfrm>
            <a:off x="457200" y="1143000"/>
            <a:ext cx="8412480" cy="109728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Case Study 1</a:t>
            </a:r>
            <a:endParaRPr lang="en-US" sz="3800" dirty="0"/>
          </a:p>
        </p:txBody>
      </p:sp>
      <p:sp>
        <p:nvSpPr>
          <p:cNvPr id="6" name="Text 4"/>
          <p:cNvSpPr/>
          <p:nvPr/>
        </p:nvSpPr>
        <p:spPr>
          <a:xfrm>
            <a:off x="457200" y="2331720"/>
            <a:ext cx="8412480" cy="548640"/>
          </a:xfrm>
          <a:prstGeom prst="rect">
            <a:avLst/>
          </a:prstGeom>
          <a:noFill/>
          <a:ln/>
        </p:spPr>
        <p:txBody>
          <a:bodyPr wrap="square" rtlCol="0" anchor="ctr"/>
          <a:lstStyle/>
          <a:p>
            <a:pPr marL="0" indent="0">
              <a:buNone/>
            </a:pPr>
            <a:r>
              <a:rPr lang="en-US" sz="1700" dirty="0">
                <a:solidFill>
                  <a:srgbClr val="B2EBF2"/>
                </a:solidFill>
                <a:latin typeface="Calibri" pitchFamily="34" charset="0"/>
                <a:ea typeface="Calibri" pitchFamily="34" charset="-122"/>
                <a:cs typeface="Calibri" pitchFamily="34" charset="-120"/>
              </a:rPr>
              <a:t>Five algorithms, one dataset — results, comparisons, and clinical interpretation</a:t>
            </a:r>
            <a:endParaRPr lang="en-US" sz="1700" dirty="0"/>
          </a:p>
        </p:txBody>
      </p:sp>
      <p:sp>
        <p:nvSpPr>
          <p:cNvPr id="7" name="Text 5"/>
          <p:cNvSpPr/>
          <p:nvPr/>
        </p:nvSpPr>
        <p:spPr>
          <a:xfrm>
            <a:off x="6858000" y="914400"/>
            <a:ext cx="2011680" cy="2743200"/>
          </a:xfrm>
          <a:prstGeom prst="rect">
            <a:avLst/>
          </a:prstGeom>
          <a:noFill/>
          <a:ln/>
        </p:spPr>
        <p:txBody>
          <a:bodyPr wrap="square" rtlCol="0" anchor="ctr"/>
          <a:lstStyle/>
          <a:p>
            <a:pPr marL="0" indent="0" algn="ctr">
              <a:buNone/>
            </a:pPr>
            <a:r>
              <a:rPr lang="en-US" sz="16000" b="1" dirty="0">
                <a:solidFill>
                  <a:srgbClr val="FFFFFF">
                    <a:alpha val="15000"/>
                  </a:srgbClr>
                </a:solidFill>
                <a:latin typeface="Calibri" pitchFamily="34" charset="0"/>
                <a:ea typeface="Calibri" pitchFamily="34" charset="-122"/>
                <a:cs typeface="Calibri" pitchFamily="34" charset="-120"/>
              </a:rPr>
              <a:t>6</a:t>
            </a:r>
            <a:endParaRPr lang="en-US" sz="16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06 — CASE STUDY 1</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Case Study 1 — SVM and KNN in R</a:t>
            </a:r>
            <a:endParaRPr lang="en-US" sz="2400" dirty="0"/>
          </a:p>
        </p:txBody>
      </p:sp>
      <p:sp>
        <p:nvSpPr>
          <p:cNvPr id="5" name="Shape 3"/>
          <p:cNvSpPr/>
          <p:nvPr/>
        </p:nvSpPr>
        <p:spPr>
          <a:xfrm>
            <a:off x="320040" y="960120"/>
            <a:ext cx="4114800" cy="4114800"/>
          </a:xfrm>
          <a:prstGeom prst="rect">
            <a:avLst/>
          </a:prstGeom>
          <a:solidFill>
            <a:srgbClr val="1A1A2E"/>
          </a:solidFill>
          <a:ln w="12700">
            <a:solidFill>
              <a:srgbClr val="16213E"/>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p:cNvSpPr/>
          <p:nvPr/>
        </p:nvSpPr>
        <p:spPr>
          <a:xfrm>
            <a:off x="320040" y="960120"/>
            <a:ext cx="4114800" cy="256032"/>
          </a:xfrm>
          <a:prstGeom prst="rect">
            <a:avLst/>
          </a:prstGeom>
          <a:solidFill>
            <a:srgbClr val="16213E"/>
          </a:solidFill>
          <a:ln w="12700">
            <a:solidFill>
              <a:srgbClr val="16213E"/>
            </a:solidFill>
            <a:prstDash val="solid"/>
          </a:ln>
        </p:spPr>
        <p:txBody>
          <a:bodyPr/>
          <a:lstStyle/>
          <a:p>
            <a:endParaRPr lang="en-IN"/>
          </a:p>
        </p:txBody>
      </p:sp>
      <p:sp>
        <p:nvSpPr>
          <p:cNvPr id="7" name="Text 5"/>
          <p:cNvSpPr/>
          <p:nvPr/>
        </p:nvSpPr>
        <p:spPr>
          <a:xfrm>
            <a:off x="429768" y="987552"/>
            <a:ext cx="3895344" cy="201168"/>
          </a:xfrm>
          <a:prstGeom prst="rect">
            <a:avLst/>
          </a:prstGeom>
          <a:noFill/>
          <a:ln/>
        </p:spPr>
        <p:txBody>
          <a:bodyPr wrap="square" rtlCol="0" anchor="ctr"/>
          <a:lstStyle/>
          <a:p>
            <a:pPr marL="0" indent="0">
              <a:buNone/>
            </a:pPr>
            <a:r>
              <a:rPr lang="en-US" sz="900" b="1" dirty="0">
                <a:solidFill>
                  <a:srgbClr val="00BCD4"/>
                </a:solidFill>
                <a:latin typeface="Calibri" pitchFamily="34" charset="0"/>
                <a:ea typeface="Calibri" pitchFamily="34" charset="-122"/>
                <a:cs typeface="Calibri" pitchFamily="34" charset="-120"/>
              </a:rPr>
              <a:t>⟩  svm.R</a:t>
            </a:r>
            <a:endParaRPr lang="en-US" sz="900" dirty="0"/>
          </a:p>
        </p:txBody>
      </p:sp>
      <p:sp>
        <p:nvSpPr>
          <p:cNvPr id="8" name="Text 6"/>
          <p:cNvSpPr/>
          <p:nvPr/>
        </p:nvSpPr>
        <p:spPr>
          <a:xfrm>
            <a:off x="429768" y="1252728"/>
            <a:ext cx="3895344" cy="3730752"/>
          </a:xfrm>
          <a:prstGeom prst="rect">
            <a:avLst/>
          </a:prstGeom>
          <a:noFill/>
          <a:ln/>
        </p:spPr>
        <p:txBody>
          <a:bodyPr wrap="square" rtlCol="0" anchor="t"/>
          <a:lstStyle/>
          <a:p>
            <a:pPr marL="0" indent="0">
              <a:buNone/>
            </a:pPr>
            <a:r>
              <a:rPr lang="en-US" sz="950" dirty="0">
                <a:solidFill>
                  <a:srgbClr val="E8EAF6"/>
                </a:solidFill>
                <a:latin typeface="Calibri" pitchFamily="34" charset="0"/>
                <a:ea typeface="Calibri" pitchFamily="34" charset="-122"/>
                <a:cs typeface="Calibri" pitchFamily="34" charset="-120"/>
              </a:rPr>
              <a:t># ── SVM (requires scaling!) ───────────────────────</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library(e1071)</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preproc   &lt;- preProcess(train[,-10],</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             method=c("center","scale"))</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train_s &lt;- predict(preproc, train)</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test_s  &lt;- predict(preproc, test)</a:t>
            </a:r>
            <a:endParaRPr lang="en-US" sz="950" dirty="0"/>
          </a:p>
          <a:p>
            <a:pPr marL="0" indent="0">
              <a:buNone/>
            </a:pP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 Tune C and gamma</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tune_svm &lt;- tune(svm, Class~., data=train_s,</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  kernel="radial", probability=TRUE,</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  ranges=list(cost=10^(-1:2), gamma=10^(-2:0)),</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  tunecontrol=tune.control(cross=5))</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svm_best &lt;- tune_svm$best.model</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print(tune_svm)   # Best C and gamma</a:t>
            </a:r>
            <a:endParaRPr lang="en-US" sz="950" dirty="0"/>
          </a:p>
          <a:p>
            <a:pPr marL="0" indent="0">
              <a:buNone/>
            </a:pP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svm_probs &lt;- attr(</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  predict(svm_best, test_s, probability=TRUE),</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  "probabilities")[,"Malignant"]</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svm_roc &lt;- roc(test_s$Class, svm_probs,</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  levels=c("Benign","Malignant"))</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cat("SVM AUC:", round(auc(svm_roc),3))</a:t>
            </a:r>
            <a:endParaRPr lang="en-US" sz="950" dirty="0"/>
          </a:p>
        </p:txBody>
      </p:sp>
      <p:sp>
        <p:nvSpPr>
          <p:cNvPr id="9" name="Shape 7"/>
          <p:cNvSpPr/>
          <p:nvPr/>
        </p:nvSpPr>
        <p:spPr>
          <a:xfrm>
            <a:off x="4526280" y="960120"/>
            <a:ext cx="4297680" cy="4114800"/>
          </a:xfrm>
          <a:prstGeom prst="rect">
            <a:avLst/>
          </a:prstGeom>
          <a:solidFill>
            <a:srgbClr val="1A1A2E"/>
          </a:solidFill>
          <a:ln w="12700">
            <a:solidFill>
              <a:srgbClr val="16213E"/>
            </a:solidFill>
            <a:prstDash val="solid"/>
          </a:ln>
          <a:effectLst>
            <a:outerShdw blurRad="76200" dist="25400" dir="8100000" algn="bl" rotWithShape="0">
              <a:srgbClr val="000000">
                <a:alpha val="10000"/>
              </a:srgbClr>
            </a:outerShdw>
          </a:effectLst>
        </p:spPr>
        <p:txBody>
          <a:bodyPr/>
          <a:lstStyle/>
          <a:p>
            <a:endParaRPr lang="en-IN"/>
          </a:p>
        </p:txBody>
      </p:sp>
      <p:sp>
        <p:nvSpPr>
          <p:cNvPr id="10" name="Shape 8"/>
          <p:cNvSpPr/>
          <p:nvPr/>
        </p:nvSpPr>
        <p:spPr>
          <a:xfrm>
            <a:off x="4526280" y="960120"/>
            <a:ext cx="4297680" cy="256032"/>
          </a:xfrm>
          <a:prstGeom prst="rect">
            <a:avLst/>
          </a:prstGeom>
          <a:solidFill>
            <a:srgbClr val="16213E"/>
          </a:solidFill>
          <a:ln w="12700">
            <a:solidFill>
              <a:srgbClr val="16213E"/>
            </a:solidFill>
            <a:prstDash val="solid"/>
          </a:ln>
        </p:spPr>
        <p:txBody>
          <a:bodyPr/>
          <a:lstStyle/>
          <a:p>
            <a:endParaRPr lang="en-IN"/>
          </a:p>
        </p:txBody>
      </p:sp>
      <p:sp>
        <p:nvSpPr>
          <p:cNvPr id="11" name="Text 9"/>
          <p:cNvSpPr/>
          <p:nvPr/>
        </p:nvSpPr>
        <p:spPr>
          <a:xfrm>
            <a:off x="4636008" y="987552"/>
            <a:ext cx="4078224" cy="201168"/>
          </a:xfrm>
          <a:prstGeom prst="rect">
            <a:avLst/>
          </a:prstGeom>
          <a:noFill/>
          <a:ln/>
        </p:spPr>
        <p:txBody>
          <a:bodyPr wrap="square" rtlCol="0" anchor="ctr"/>
          <a:lstStyle/>
          <a:p>
            <a:pPr marL="0" indent="0">
              <a:buNone/>
            </a:pPr>
            <a:r>
              <a:rPr lang="en-US" sz="900" b="1" dirty="0">
                <a:solidFill>
                  <a:srgbClr val="00BCD4"/>
                </a:solidFill>
                <a:latin typeface="Calibri" pitchFamily="34" charset="0"/>
                <a:ea typeface="Calibri" pitchFamily="34" charset="-122"/>
                <a:cs typeface="Calibri" pitchFamily="34" charset="-120"/>
              </a:rPr>
              <a:t>⟩  knn.R</a:t>
            </a:r>
            <a:endParaRPr lang="en-US" sz="900" dirty="0"/>
          </a:p>
        </p:txBody>
      </p:sp>
      <p:sp>
        <p:nvSpPr>
          <p:cNvPr id="12" name="Text 10"/>
          <p:cNvSpPr/>
          <p:nvPr/>
        </p:nvSpPr>
        <p:spPr>
          <a:xfrm>
            <a:off x="4636008" y="1252728"/>
            <a:ext cx="4078224" cy="3730752"/>
          </a:xfrm>
          <a:prstGeom prst="rect">
            <a:avLst/>
          </a:prstGeom>
          <a:noFill/>
          <a:ln/>
        </p:spPr>
        <p:txBody>
          <a:bodyPr wrap="square" rtlCol="0" anchor="t"/>
          <a:lstStyle/>
          <a:p>
            <a:pPr marL="0" indent="0">
              <a:buNone/>
            </a:pPr>
            <a:r>
              <a:rPr lang="en-US" sz="950" dirty="0">
                <a:solidFill>
                  <a:srgbClr val="E8EAF6"/>
                </a:solidFill>
                <a:latin typeface="Calibri" pitchFamily="34" charset="0"/>
                <a:ea typeface="Calibri" pitchFamily="34" charset="-122"/>
                <a:cs typeface="Calibri" pitchFamily="34" charset="-120"/>
              </a:rPr>
              <a:t># ── KNN (also requires scaling) ────────────────────</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 Select optimal K via CV</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k_grid &lt;- expand.grid(k=1:25)</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knn_t &lt;- train(Class~., data=train_s,</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               method="knn", trControl=ctrl,</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               tuneGrid=k_grid, metric="ROC")</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ggplot(knn_t) +     # Plot AUC vs K</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  labs(title="KNN: CV AUC vs K")</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best_k &lt;- knn_t$bestTune$k</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cat("Best K:", best_k)</a:t>
            </a:r>
            <a:endParaRPr lang="en-US" sz="950" dirty="0"/>
          </a:p>
          <a:p>
            <a:pPr marL="0" indent="0">
              <a:buNone/>
            </a:pP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knn_final &lt;- train(Class~., train_s,</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  method="knn",</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  trControl=trainControl(classProbs=TRUE),</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  tuneGrid=data.frame(k=best_k))</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knn_prob  &lt;- predict(knn_final, test_s,</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                     type="prob")[,"Malignant"]</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knn_roc   &lt;- roc(test_s$Class, knn_prob,</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  levels=c("Benign","Malignant"))</a:t>
            </a:r>
            <a:endParaRPr lang="en-US" sz="950" dirty="0"/>
          </a:p>
          <a:p>
            <a:pPr marL="0" indent="0">
              <a:buNone/>
            </a:pPr>
            <a:r>
              <a:rPr lang="en-US" sz="950" dirty="0">
                <a:solidFill>
                  <a:srgbClr val="E8EAF6"/>
                </a:solidFill>
                <a:latin typeface="Calibri" pitchFamily="34" charset="0"/>
                <a:ea typeface="Calibri" pitchFamily="34" charset="-122"/>
                <a:cs typeface="Calibri" pitchFamily="34" charset="-120"/>
              </a:rPr>
              <a:t>cat("KNN AUC:", round(auc(knn_roc),3))</a:t>
            </a:r>
            <a:endParaRPr lang="en-US" sz="950" dirty="0"/>
          </a:p>
        </p:txBody>
      </p:sp>
      <p:sp>
        <p:nvSpPr>
          <p:cNvPr id="13" name="Shape 11"/>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14" name="Shape 12"/>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15" name="Shape 13"/>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06 — CASE STUDY 1</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Case Study 1 — Results &amp; Clinical Interpretation</a:t>
            </a:r>
            <a:endParaRPr lang="en-US" sz="2400" dirty="0"/>
          </a:p>
        </p:txBody>
      </p:sp>
      <p:graphicFrame>
        <p:nvGraphicFramePr>
          <p:cNvPr id="30" name="Table 0"/>
          <p:cNvGraphicFramePr>
            <a:graphicFrameLocks noGrp="1"/>
          </p:cNvGraphicFramePr>
          <p:nvPr>
            <p:extLst>
              <p:ext uri="{D42A27DB-BD31-4B8C-83A1-F6EECF244321}">
                <p14:modId xmlns:p14="http://schemas.microsoft.com/office/powerpoint/2010/main" val="1350634815"/>
              </p:ext>
            </p:extLst>
          </p:nvPr>
        </p:nvGraphicFramePr>
        <p:xfrm>
          <a:off x="320040" y="960120"/>
          <a:ext cx="8503920" cy="2712720"/>
        </p:xfrm>
        <a:graphic>
          <a:graphicData uri="http://schemas.openxmlformats.org/drawingml/2006/table">
            <a:tbl>
              <a:tblPr/>
              <a:tblGrid>
                <a:gridCol w="13716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20005"/>
                    </a:ext>
                  </a:extLst>
                </a:gridCol>
                <a:gridCol w="3017520">
                  <a:extLst>
                    <a:ext uri="{9D8B030D-6E8A-4147-A177-3AD203B41FA5}">
                      <a16:colId xmlns:a16="http://schemas.microsoft.com/office/drawing/2014/main" val="20006"/>
                    </a:ext>
                  </a:extLst>
                </a:gridCol>
              </a:tblGrid>
              <a:tr h="0">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Model</a:t>
                      </a:r>
                      <a:endParaRPr lang="en-US" sz="1400" dirty="0">
                        <a:latin typeface="Garamond" panose="02020404030301010803" pitchFamily="18" charset="0"/>
                        <a:ea typeface="Calibri" charset="0"/>
                        <a:cs typeface="Calibri" charset="0"/>
                      </a:endParaRPr>
                    </a:p>
                  </a:txBody>
                  <a:tcPr marL="76200" marR="76200" marT="38100" marB="38100">
                    <a:lnL w="12700" cap="flat" cmpd="sng" algn="ctr">
                      <a:solidFill>
                        <a:schemeClr val="tx1"/>
                      </a:solidFill>
                      <a:prstDash val="solid"/>
                      <a:round/>
                      <a:headEnd type="none" w="med" len="med"/>
                      <a:tailEnd type="none" w="med" len="med"/>
                    </a:lnL>
                    <a:lnR w="0" cap="flat" cmpd="sng" algn="ctr">
                      <a:noFill/>
                    </a:lnR>
                    <a:lnT w="12700" cap="flat" cmpd="sng" algn="ctr">
                      <a:solidFill>
                        <a:schemeClr val="tx1"/>
                      </a:solidFill>
                      <a:prstDash val="solid"/>
                      <a:round/>
                      <a:headEnd type="none" w="med" len="med"/>
                      <a:tailEnd type="none" w="med" len="med"/>
                    </a:lnT>
                    <a:lnB w="0" cap="flat" cmpd="sng" algn="ctr">
                      <a:noFill/>
                    </a:lnB>
                    <a:solidFill>
                      <a:srgbClr val="1565C0"/>
                    </a:solidFill>
                  </a:tcPr>
                </a:tc>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AUC-ROC</a:t>
                      </a:r>
                      <a:endParaRPr lang="en-US" sz="14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12700" cap="flat" cmpd="sng" algn="ctr">
                      <a:solidFill>
                        <a:schemeClr val="tx1"/>
                      </a:solidFill>
                      <a:prstDash val="solid"/>
                      <a:round/>
                      <a:headEnd type="none" w="med" len="med"/>
                      <a:tailEnd type="none" w="med" len="med"/>
                    </a:lnT>
                    <a:lnB w="0" cap="flat" cmpd="sng" algn="ctr">
                      <a:noFill/>
                    </a:lnB>
                    <a:solidFill>
                      <a:srgbClr val="1565C0"/>
                    </a:solidFill>
                  </a:tcPr>
                </a:tc>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Sensitivity</a:t>
                      </a:r>
                      <a:endParaRPr lang="en-US" sz="14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12700" cap="flat" cmpd="sng" algn="ctr">
                      <a:solidFill>
                        <a:schemeClr val="tx1"/>
                      </a:solidFill>
                      <a:prstDash val="solid"/>
                      <a:round/>
                      <a:headEnd type="none" w="med" len="med"/>
                      <a:tailEnd type="none" w="med" len="med"/>
                    </a:lnT>
                    <a:lnB w="0" cap="flat" cmpd="sng" algn="ctr">
                      <a:noFill/>
                    </a:lnB>
                    <a:solidFill>
                      <a:srgbClr val="1565C0"/>
                    </a:solidFill>
                  </a:tcPr>
                </a:tc>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Specificity</a:t>
                      </a:r>
                      <a:endParaRPr lang="en-US" sz="14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12700" cap="flat" cmpd="sng" algn="ctr">
                      <a:solidFill>
                        <a:schemeClr val="tx1"/>
                      </a:solidFill>
                      <a:prstDash val="solid"/>
                      <a:round/>
                      <a:headEnd type="none" w="med" len="med"/>
                      <a:tailEnd type="none" w="med" len="med"/>
                    </a:lnT>
                    <a:lnB w="0" cap="flat" cmpd="sng" algn="ctr">
                      <a:noFill/>
                    </a:lnB>
                    <a:solidFill>
                      <a:srgbClr val="1565C0"/>
                    </a:solidFill>
                  </a:tcPr>
                </a:tc>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F1</a:t>
                      </a:r>
                      <a:endParaRPr lang="en-US" sz="14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12700" cap="flat" cmpd="sng" algn="ctr">
                      <a:solidFill>
                        <a:schemeClr val="tx1"/>
                      </a:solidFill>
                      <a:prstDash val="solid"/>
                      <a:round/>
                      <a:headEnd type="none" w="med" len="med"/>
                      <a:tailEnd type="none" w="med" len="med"/>
                    </a:lnT>
                    <a:lnB w="0" cap="flat" cmpd="sng" algn="ctr">
                      <a:noFill/>
                    </a:lnB>
                    <a:solidFill>
                      <a:srgbClr val="1565C0"/>
                    </a:solidFill>
                  </a:tcPr>
                </a:tc>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Brier</a:t>
                      </a:r>
                      <a:endParaRPr lang="en-US" sz="14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12700" cap="flat" cmpd="sng" algn="ctr">
                      <a:solidFill>
                        <a:schemeClr val="tx1"/>
                      </a:solidFill>
                      <a:prstDash val="solid"/>
                      <a:round/>
                      <a:headEnd type="none" w="med" len="med"/>
                      <a:tailEnd type="none" w="med" len="med"/>
                    </a:lnT>
                    <a:lnB w="0" cap="flat" cmpd="sng" algn="ctr">
                      <a:noFill/>
                    </a:lnB>
                    <a:solidFill>
                      <a:srgbClr val="1565C0"/>
                    </a:solidFill>
                  </a:tcPr>
                </a:tc>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Clinical Verdict</a:t>
                      </a:r>
                      <a:endParaRPr lang="en-US" sz="1400" dirty="0">
                        <a:latin typeface="Garamond" panose="02020404030301010803" pitchFamily="18" charset="0"/>
                        <a:ea typeface="Calibri" charset="0"/>
                        <a:cs typeface="Calibri" charset="0"/>
                      </a:endParaRPr>
                    </a:p>
                  </a:txBody>
                  <a:tcPr marL="76200" marR="76200" marT="38100" marB="38100">
                    <a:lnL w="0" cap="flat" cmpd="sng" algn="ctr">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cap="flat" cmpd="sng" algn="ctr">
                      <a:noFill/>
                    </a:lnB>
                    <a:solidFill>
                      <a:srgbClr val="1565C0"/>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565C0"/>
                          </a:solidFill>
                          <a:latin typeface="Garamond" panose="02020404030301010803" pitchFamily="18" charset="0"/>
                          <a:ea typeface="Calibri" pitchFamily="34" charset="-122"/>
                          <a:cs typeface="Calibri" pitchFamily="34" charset="-120"/>
                        </a:rPr>
                        <a:t>Decision Tree</a:t>
                      </a:r>
                      <a:endParaRPr lang="en-US" sz="1200" dirty="0">
                        <a:latin typeface="Garamond" panose="02020404030301010803" pitchFamily="18" charset="0"/>
                        <a:ea typeface="Calibri" charset="0"/>
                        <a:cs typeface="Calibri" charset="0"/>
                      </a:endParaRPr>
                    </a:p>
                  </a:txBody>
                  <a:tcPr marL="76200" marR="762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0.950</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88.9%</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92.9%</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0.921</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0.077</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Good baseline. Sensitivity too low for screening. Use as printable decision rule only.</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565C0"/>
                          </a:solidFill>
                          <a:latin typeface="Garamond" panose="02020404030301010803" pitchFamily="18" charset="0"/>
                          <a:ea typeface="Calibri" pitchFamily="34" charset="-122"/>
                          <a:cs typeface="Calibri" pitchFamily="34" charset="-120"/>
                        </a:rPr>
                        <a:t>Random Forest</a:t>
                      </a:r>
                      <a:endParaRPr lang="en-US" sz="1200" dirty="0">
                        <a:latin typeface="Garamond" panose="02020404030301010803" pitchFamily="18" charset="0"/>
                        <a:ea typeface="Calibri" charset="0"/>
                        <a:cs typeface="Calibri" charset="0"/>
                      </a:endParaRPr>
                    </a:p>
                  </a:txBody>
                  <a:tcPr marL="76200" marR="762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0.992</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93.1%</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92.9%</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0.944</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0.037</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Excellent. Best default. Handles correlated features. Use for EHR-based prediction.</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5F5F5"/>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565C0"/>
                          </a:solidFill>
                          <a:latin typeface="Garamond" panose="02020404030301010803" pitchFamily="18" charset="0"/>
                          <a:ea typeface="Calibri" pitchFamily="34" charset="-122"/>
                          <a:cs typeface="Calibri" pitchFamily="34" charset="-120"/>
                        </a:rPr>
                        <a:t>XGBoost</a:t>
                      </a:r>
                      <a:endParaRPr lang="en-US" sz="1200" dirty="0">
                        <a:latin typeface="Garamond" panose="02020404030301010803" pitchFamily="18" charset="0"/>
                        <a:ea typeface="Calibri" charset="0"/>
                        <a:cs typeface="Calibri" charset="0"/>
                      </a:endParaRPr>
                    </a:p>
                  </a:txBody>
                  <a:tcPr marL="76200" marR="762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0.994</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94.4%</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92.9%</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0.951</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0.035</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Slightly edges RF. Best with large n + complex patterns. Requires more tuning.</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1565C0"/>
                          </a:solidFill>
                          <a:latin typeface="Garamond" panose="02020404030301010803" pitchFamily="18" charset="0"/>
                          <a:ea typeface="Calibri" pitchFamily="34" charset="-122"/>
                          <a:cs typeface="Calibri" pitchFamily="34" charset="-120"/>
                        </a:rPr>
                        <a:t>SVM</a:t>
                      </a:r>
                      <a:endParaRPr lang="en-US" sz="1200" dirty="0">
                        <a:latin typeface="Garamond" panose="02020404030301010803" pitchFamily="18" charset="0"/>
                        <a:ea typeface="Calibri" charset="0"/>
                        <a:cs typeface="Calibri" charset="0"/>
                      </a:endParaRPr>
                    </a:p>
                  </a:txBody>
                  <a:tcPr marL="76200" marR="762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0.994</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95.8%</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97.6%</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0.972</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0.028</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Best specificity. Fewest false positives. Ideal for confirmatory use after screening.</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5F5F5"/>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1565C0"/>
                          </a:solidFill>
                          <a:latin typeface="Garamond" panose="02020404030301010803" pitchFamily="18" charset="0"/>
                          <a:ea typeface="Calibri" pitchFamily="34" charset="-122"/>
                          <a:cs typeface="Calibri" pitchFamily="34" charset="-120"/>
                        </a:rPr>
                        <a:t>KNN</a:t>
                      </a:r>
                      <a:endParaRPr lang="en-US" sz="1200" dirty="0">
                        <a:latin typeface="Garamond" panose="02020404030301010803" pitchFamily="18" charset="0"/>
                        <a:ea typeface="Calibri" charset="0"/>
                        <a:cs typeface="Calibri" charset="0"/>
                      </a:endParaRPr>
                    </a:p>
                  </a:txBody>
                  <a:tcPr marL="76200" marR="762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0.993</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100.0%</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92.9%</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0.980</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0.029</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Perfect sensitivity on this test set! Validate with bootstrap CI. Best for screening.</a:t>
                      </a:r>
                      <a:endParaRPr lang="en-US" sz="1200" dirty="0">
                        <a:latin typeface="Garamond" panose="02020404030301010803" pitchFamily="18" charset="0"/>
                        <a:ea typeface="Calibri" charset="0"/>
                        <a:cs typeface="Calibri" charset="0"/>
                      </a:endParaRPr>
                    </a:p>
                  </a:txBody>
                  <a:tcPr marL="76200" marR="762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Shape 5"/>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9" name="Shape 6"/>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10" name="Shape 7"/>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0">
    <p:bg>
      <p:bgPr>
        <a:solidFill>
          <a:srgbClr val="1565C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A825"/>
          </a:solidFill>
          <a:ln w="12700">
            <a:solidFill>
              <a:srgbClr val="F9A825"/>
            </a:solidFill>
            <a:prstDash val="solid"/>
          </a:ln>
        </p:spPr>
        <p:txBody>
          <a:bodyPr/>
          <a:lstStyle/>
          <a:p>
            <a:endParaRPr lang="en-IN"/>
          </a:p>
        </p:txBody>
      </p:sp>
      <p:sp>
        <p:nvSpPr>
          <p:cNvPr id="3" name="Shape 1"/>
          <p:cNvSpPr/>
          <p:nvPr/>
        </p:nvSpPr>
        <p:spPr>
          <a:xfrm>
            <a:off x="0" y="5070348"/>
            <a:ext cx="9144000" cy="73152"/>
          </a:xfrm>
          <a:prstGeom prst="rect">
            <a:avLst/>
          </a:prstGeom>
          <a:solidFill>
            <a:srgbClr val="F9A825"/>
          </a:solidFill>
          <a:ln w="12700">
            <a:solidFill>
              <a:srgbClr val="F9A825"/>
            </a:solidFill>
            <a:prstDash val="solid"/>
          </a:ln>
        </p:spPr>
        <p:txBody>
          <a:bodyPr/>
          <a:lstStyle/>
          <a:p>
            <a:endParaRPr lang="en-IN"/>
          </a:p>
        </p:txBody>
      </p:sp>
      <p:sp>
        <p:nvSpPr>
          <p:cNvPr id="4" name="Text 2"/>
          <p:cNvSpPr/>
          <p:nvPr/>
        </p:nvSpPr>
        <p:spPr>
          <a:xfrm>
            <a:off x="457200" y="731520"/>
            <a:ext cx="8229600" cy="320040"/>
          </a:xfrm>
          <a:prstGeom prst="rect">
            <a:avLst/>
          </a:prstGeom>
          <a:noFill/>
          <a:ln/>
        </p:spPr>
        <p:txBody>
          <a:bodyPr wrap="square" rtlCol="0" anchor="ctr"/>
          <a:lstStyle/>
          <a:p>
            <a:pPr marL="0" indent="0">
              <a:buNone/>
            </a:pPr>
            <a:r>
              <a:rPr lang="en-US" sz="1100" b="1" kern="0" spc="400" dirty="0">
                <a:solidFill>
                  <a:srgbClr val="F9A825"/>
                </a:solidFill>
                <a:latin typeface="Calibri" pitchFamily="34" charset="0"/>
                <a:ea typeface="Calibri" pitchFamily="34" charset="-122"/>
                <a:cs typeface="Calibri" pitchFamily="34" charset="-120"/>
              </a:rPr>
              <a:t>SECTION 7</a:t>
            </a:r>
            <a:endParaRPr lang="en-US" sz="1100" dirty="0"/>
          </a:p>
        </p:txBody>
      </p:sp>
      <p:sp>
        <p:nvSpPr>
          <p:cNvPr id="5" name="Text 3"/>
          <p:cNvSpPr/>
          <p:nvPr/>
        </p:nvSpPr>
        <p:spPr>
          <a:xfrm>
            <a:off x="457200" y="1143000"/>
            <a:ext cx="8412480" cy="109728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Introduction to GitHub</a:t>
            </a:r>
            <a:endParaRPr lang="en-US" sz="3800" dirty="0"/>
          </a:p>
        </p:txBody>
      </p:sp>
      <p:sp>
        <p:nvSpPr>
          <p:cNvPr id="6" name="Text 4"/>
          <p:cNvSpPr/>
          <p:nvPr/>
        </p:nvSpPr>
        <p:spPr>
          <a:xfrm>
            <a:off x="457200" y="2331720"/>
            <a:ext cx="8412480" cy="548640"/>
          </a:xfrm>
          <a:prstGeom prst="rect">
            <a:avLst/>
          </a:prstGeom>
          <a:noFill/>
          <a:ln/>
        </p:spPr>
        <p:txBody>
          <a:bodyPr wrap="square" rtlCol="0" anchor="ctr"/>
          <a:lstStyle/>
          <a:p>
            <a:r>
              <a:rPr lang="en-IN" sz="1700" dirty="0">
                <a:solidFill>
                  <a:srgbClr val="B2EBF2"/>
                </a:solidFill>
                <a:latin typeface="Calibri" pitchFamily="34" charset="0"/>
                <a:ea typeface="Calibri" pitchFamily="34" charset="-122"/>
                <a:cs typeface="Calibri" pitchFamily="34" charset="-120"/>
              </a:rPr>
              <a:t>Foundation of collaborative development and version control </a:t>
            </a:r>
            <a:r>
              <a:rPr lang="en-US" sz="1700" dirty="0">
                <a:solidFill>
                  <a:srgbClr val="B2EBF2"/>
                </a:solidFill>
                <a:latin typeface="Calibri" pitchFamily="34" charset="0"/>
                <a:ea typeface="Calibri" pitchFamily="34" charset="-122"/>
                <a:cs typeface="Calibri" pitchFamily="34" charset="-120"/>
              </a:rPr>
              <a:t>for reproducible research</a:t>
            </a:r>
            <a:endParaRPr lang="en-US" sz="1700" dirty="0"/>
          </a:p>
        </p:txBody>
      </p:sp>
      <p:sp>
        <p:nvSpPr>
          <p:cNvPr id="7" name="Text 5"/>
          <p:cNvSpPr/>
          <p:nvPr/>
        </p:nvSpPr>
        <p:spPr>
          <a:xfrm>
            <a:off x="6858000" y="914400"/>
            <a:ext cx="2011680" cy="2743200"/>
          </a:xfrm>
          <a:prstGeom prst="rect">
            <a:avLst/>
          </a:prstGeom>
          <a:noFill/>
          <a:ln/>
        </p:spPr>
        <p:txBody>
          <a:bodyPr wrap="square" rtlCol="0" anchor="ctr"/>
          <a:lstStyle/>
          <a:p>
            <a:pPr marL="0" indent="0" algn="ctr">
              <a:buNone/>
            </a:pPr>
            <a:r>
              <a:rPr lang="en-US" sz="16000" b="1" dirty="0">
                <a:solidFill>
                  <a:srgbClr val="FFFFFF">
                    <a:alpha val="15000"/>
                  </a:srgbClr>
                </a:solidFill>
                <a:latin typeface="Calibri" pitchFamily="34" charset="0"/>
                <a:ea typeface="Calibri" pitchFamily="34" charset="-122"/>
                <a:cs typeface="Calibri" pitchFamily="34" charset="-120"/>
              </a:rPr>
              <a:t>7</a:t>
            </a:r>
            <a:endParaRPr lang="en-US" sz="16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07 —GITHUB</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GitHub — Version Control for Reproducible Research</a:t>
            </a:r>
            <a:endParaRPr lang="en-US" sz="2400" dirty="0"/>
          </a:p>
        </p:txBody>
      </p:sp>
      <p:sp>
        <p:nvSpPr>
          <p:cNvPr id="5" name="Shape 3"/>
          <p:cNvSpPr/>
          <p:nvPr/>
        </p:nvSpPr>
        <p:spPr>
          <a:xfrm>
            <a:off x="320040" y="960120"/>
            <a:ext cx="3931920" cy="32232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p:cNvSpPr/>
          <p:nvPr/>
        </p:nvSpPr>
        <p:spPr>
          <a:xfrm>
            <a:off x="320040" y="960120"/>
            <a:ext cx="3931920" cy="45720"/>
          </a:xfrm>
          <a:prstGeom prst="rect">
            <a:avLst/>
          </a:prstGeom>
          <a:solidFill>
            <a:srgbClr val="F05033"/>
          </a:solidFill>
          <a:ln w="12700">
            <a:solidFill>
              <a:srgbClr val="F05033"/>
            </a:solidFill>
            <a:prstDash val="solid"/>
          </a:ln>
        </p:spPr>
        <p:txBody>
          <a:bodyPr/>
          <a:lstStyle/>
          <a:p>
            <a:endParaRPr lang="en-IN"/>
          </a:p>
        </p:txBody>
      </p:sp>
      <p:sp>
        <p:nvSpPr>
          <p:cNvPr id="7" name="Text 5"/>
          <p:cNvSpPr/>
          <p:nvPr/>
        </p:nvSpPr>
        <p:spPr>
          <a:xfrm>
            <a:off x="429768" y="1051560"/>
            <a:ext cx="3712464" cy="310896"/>
          </a:xfrm>
          <a:prstGeom prst="rect">
            <a:avLst/>
          </a:prstGeom>
          <a:noFill/>
          <a:ln/>
        </p:spPr>
        <p:txBody>
          <a:bodyPr wrap="square" rtlCol="0" anchor="ctr"/>
          <a:lstStyle/>
          <a:p>
            <a:pPr marL="0" indent="0">
              <a:buNone/>
            </a:pPr>
            <a:r>
              <a:rPr lang="en-US" sz="1400" b="1" dirty="0">
                <a:solidFill>
                  <a:srgbClr val="212121"/>
                </a:solidFill>
                <a:latin typeface="Garamond" panose="02020404030301010803" pitchFamily="18" charset="0"/>
                <a:ea typeface="Calibri" pitchFamily="34" charset="-122"/>
                <a:cs typeface="Calibri" pitchFamily="34" charset="-120"/>
              </a:rPr>
              <a:t>Why Git for Clinical ML?</a:t>
            </a:r>
            <a:endParaRPr lang="en-US" sz="1400" dirty="0">
              <a:latin typeface="Garamond" panose="02020404030301010803" pitchFamily="18" charset="0"/>
            </a:endParaRPr>
          </a:p>
        </p:txBody>
      </p:sp>
      <p:sp>
        <p:nvSpPr>
          <p:cNvPr id="8" name="Text 6"/>
          <p:cNvSpPr/>
          <p:nvPr/>
        </p:nvSpPr>
        <p:spPr>
          <a:xfrm>
            <a:off x="429768" y="1389888"/>
            <a:ext cx="3712464" cy="2702052"/>
          </a:xfrm>
          <a:prstGeom prst="rect">
            <a:avLst/>
          </a:prstGeom>
          <a:noFill/>
          <a:ln/>
        </p:spPr>
        <p:txBody>
          <a:bodyPr wrap="square" rtlCol="0" anchor="t"/>
          <a:lstStyle/>
          <a:p>
            <a:pPr marL="0" indent="0">
              <a:buNone/>
            </a:pPr>
            <a:r>
              <a:rPr lang="en-US" sz="1200" b="1" dirty="0">
                <a:latin typeface="Garamond" panose="02020404030301010803" pitchFamily="18" charset="0"/>
                <a:ea typeface="Calibri" pitchFamily="34" charset="-122"/>
                <a:cs typeface="Calibri" pitchFamily="34" charset="-120"/>
              </a:rPr>
              <a:t>Reproducibility: </a:t>
            </a:r>
            <a:r>
              <a:rPr lang="en-US" sz="1200" dirty="0">
                <a:latin typeface="Garamond" panose="02020404030301010803" pitchFamily="18" charset="0"/>
                <a:ea typeface="Calibri" pitchFamily="34" charset="-122"/>
                <a:cs typeface="Calibri" pitchFamily="34" charset="-120"/>
              </a:rPr>
              <a:t>TRIPOD-ML requires code availability. Git is the standard.</a:t>
            </a:r>
            <a:endParaRPr lang="en-US" sz="1200" dirty="0">
              <a:latin typeface="Garamond" panose="02020404030301010803" pitchFamily="18" charset="0"/>
            </a:endParaRPr>
          </a:p>
          <a:p>
            <a:pPr marL="0" indent="0">
              <a:buNone/>
            </a:pPr>
            <a:endParaRPr lang="en-US" sz="1200" dirty="0">
              <a:latin typeface="Garamond" panose="02020404030301010803" pitchFamily="18" charset="0"/>
            </a:endParaRPr>
          </a:p>
          <a:p>
            <a:pPr marL="0" indent="0">
              <a:buNone/>
            </a:pPr>
            <a:r>
              <a:rPr lang="en-US" sz="1200" b="1" dirty="0">
                <a:latin typeface="Garamond" panose="02020404030301010803" pitchFamily="18" charset="0"/>
                <a:ea typeface="Calibri" pitchFamily="34" charset="-122"/>
                <a:cs typeface="Calibri" pitchFamily="34" charset="-120"/>
              </a:rPr>
              <a:t>Collaboration:</a:t>
            </a:r>
            <a:r>
              <a:rPr lang="en-US" sz="1200" dirty="0">
                <a:latin typeface="Garamond" panose="02020404030301010803" pitchFamily="18" charset="0"/>
                <a:ea typeface="Calibri" pitchFamily="34" charset="-122"/>
                <a:cs typeface="Calibri" pitchFamily="34" charset="-120"/>
              </a:rPr>
              <a:t> Multiple team members can work on the same codebase without overwriting each other.</a:t>
            </a:r>
            <a:endParaRPr lang="en-US" sz="1200" dirty="0">
              <a:latin typeface="Garamond" panose="02020404030301010803" pitchFamily="18" charset="0"/>
            </a:endParaRPr>
          </a:p>
          <a:p>
            <a:pPr marL="0" indent="0">
              <a:buNone/>
            </a:pPr>
            <a:endParaRPr lang="en-US" sz="1200" dirty="0">
              <a:latin typeface="Garamond" panose="02020404030301010803" pitchFamily="18" charset="0"/>
            </a:endParaRPr>
          </a:p>
          <a:p>
            <a:pPr marL="0" indent="0">
              <a:buNone/>
            </a:pPr>
            <a:r>
              <a:rPr lang="en-US" sz="1200" b="1" dirty="0">
                <a:latin typeface="Garamond" panose="02020404030301010803" pitchFamily="18" charset="0"/>
                <a:ea typeface="Calibri" pitchFamily="34" charset="-122"/>
                <a:cs typeface="Calibri" pitchFamily="34" charset="-120"/>
              </a:rPr>
              <a:t>Audit trail: </a:t>
            </a:r>
            <a:r>
              <a:rPr lang="en-US" sz="1200" dirty="0">
                <a:latin typeface="Garamond" panose="02020404030301010803" pitchFamily="18" charset="0"/>
                <a:ea typeface="Calibri" pitchFamily="34" charset="-122"/>
                <a:cs typeface="Calibri" pitchFamily="34" charset="-120"/>
              </a:rPr>
              <a:t>Every change is logged with author, date, and description — essential for regulatory submissions.</a:t>
            </a:r>
            <a:endParaRPr lang="en-US" sz="1200" dirty="0">
              <a:latin typeface="Garamond" panose="02020404030301010803" pitchFamily="18" charset="0"/>
            </a:endParaRPr>
          </a:p>
          <a:p>
            <a:pPr marL="0" indent="0">
              <a:buNone/>
            </a:pPr>
            <a:endParaRPr lang="en-US" sz="1200" dirty="0">
              <a:latin typeface="Garamond" panose="02020404030301010803" pitchFamily="18" charset="0"/>
            </a:endParaRPr>
          </a:p>
          <a:p>
            <a:pPr marL="0" indent="0">
              <a:buNone/>
            </a:pPr>
            <a:r>
              <a:rPr lang="en-US" sz="1200" b="1" dirty="0">
                <a:latin typeface="Garamond" panose="02020404030301010803" pitchFamily="18" charset="0"/>
                <a:ea typeface="Calibri" pitchFamily="34" charset="-122"/>
                <a:cs typeface="Calibri" pitchFamily="34" charset="-120"/>
              </a:rPr>
              <a:t>Rollback:</a:t>
            </a:r>
            <a:r>
              <a:rPr lang="en-US" sz="1200" dirty="0">
                <a:latin typeface="Garamond" panose="02020404030301010803" pitchFamily="18" charset="0"/>
                <a:ea typeface="Calibri" pitchFamily="34" charset="-122"/>
                <a:cs typeface="Calibri" pitchFamily="34" charset="-120"/>
              </a:rPr>
              <a:t> If a model update breaks performance, revert to previous version instantly.</a:t>
            </a:r>
            <a:endParaRPr lang="en-US" sz="1200" dirty="0">
              <a:latin typeface="Garamond" panose="02020404030301010803" pitchFamily="18" charset="0"/>
            </a:endParaRPr>
          </a:p>
        </p:txBody>
      </p:sp>
      <p:sp>
        <p:nvSpPr>
          <p:cNvPr id="9" name="Shape 7"/>
          <p:cNvSpPr/>
          <p:nvPr/>
        </p:nvSpPr>
        <p:spPr>
          <a:xfrm>
            <a:off x="4663440" y="960120"/>
            <a:ext cx="3931920" cy="32232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0" name="Shape 8"/>
          <p:cNvSpPr/>
          <p:nvPr/>
        </p:nvSpPr>
        <p:spPr>
          <a:xfrm>
            <a:off x="4663440" y="960120"/>
            <a:ext cx="3931920" cy="45720"/>
          </a:xfrm>
          <a:prstGeom prst="rect">
            <a:avLst/>
          </a:prstGeom>
          <a:solidFill>
            <a:srgbClr val="212121"/>
          </a:solidFill>
          <a:ln w="12700">
            <a:solidFill>
              <a:srgbClr val="212121"/>
            </a:solidFill>
            <a:prstDash val="solid"/>
          </a:ln>
        </p:spPr>
        <p:txBody>
          <a:bodyPr/>
          <a:lstStyle/>
          <a:p>
            <a:endParaRPr lang="en-IN"/>
          </a:p>
        </p:txBody>
      </p:sp>
      <p:sp>
        <p:nvSpPr>
          <p:cNvPr id="11" name="Text 9"/>
          <p:cNvSpPr/>
          <p:nvPr/>
        </p:nvSpPr>
        <p:spPr>
          <a:xfrm>
            <a:off x="4773168" y="1051560"/>
            <a:ext cx="3712464"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Essential Git Commands</a:t>
            </a:r>
            <a:endParaRPr lang="en-US" sz="1200" dirty="0"/>
          </a:p>
        </p:txBody>
      </p:sp>
      <p:sp>
        <p:nvSpPr>
          <p:cNvPr id="12" name="Text 10"/>
          <p:cNvSpPr/>
          <p:nvPr/>
        </p:nvSpPr>
        <p:spPr>
          <a:xfrm>
            <a:off x="4773168" y="1389888"/>
            <a:ext cx="3712464" cy="2702052"/>
          </a:xfrm>
          <a:prstGeom prst="rect">
            <a:avLst/>
          </a:prstGeom>
          <a:noFill/>
          <a:ln/>
        </p:spPr>
        <p:txBody>
          <a:bodyPr wrap="square" rtlCol="0" anchor="t"/>
          <a:lstStyle/>
          <a:p>
            <a:pPr marL="0" indent="0">
              <a:buNone/>
            </a:pPr>
            <a:r>
              <a:rPr lang="en-US" sz="1200" b="1" dirty="0">
                <a:latin typeface="Garamond" panose="02020404030301010803" pitchFamily="18" charset="0"/>
                <a:ea typeface="Calibri" pitchFamily="34" charset="-122"/>
                <a:cs typeface="Calibri" pitchFamily="34" charset="-120"/>
              </a:rPr>
              <a:t># Start a new project</a:t>
            </a:r>
            <a:endParaRPr lang="en-US" sz="1200" b="1" dirty="0">
              <a:latin typeface="Garamond" panose="02020404030301010803" pitchFamily="18" charset="0"/>
            </a:endParaRPr>
          </a:p>
          <a:p>
            <a:pPr marL="0" indent="0">
              <a:buNone/>
            </a:pPr>
            <a:r>
              <a:rPr lang="en-US" sz="1200" dirty="0">
                <a:latin typeface="Garamond" panose="02020404030301010803" pitchFamily="18" charset="0"/>
                <a:ea typeface="Calibri" pitchFamily="34" charset="-122"/>
                <a:cs typeface="Calibri" pitchFamily="34" charset="-120"/>
              </a:rPr>
              <a:t>git init my-ml-project</a:t>
            </a:r>
            <a:endParaRPr lang="en-US" sz="1200" dirty="0">
              <a:latin typeface="Garamond" panose="02020404030301010803" pitchFamily="18" charset="0"/>
            </a:endParaRPr>
          </a:p>
          <a:p>
            <a:pPr marL="0" indent="0">
              <a:buNone/>
            </a:pPr>
            <a:r>
              <a:rPr lang="en-US" sz="1200" dirty="0">
                <a:latin typeface="Garamond" panose="02020404030301010803" pitchFamily="18" charset="0"/>
                <a:ea typeface="Calibri" pitchFamily="34" charset="-122"/>
                <a:cs typeface="Calibri" pitchFamily="34" charset="-120"/>
              </a:rPr>
              <a:t>git add .</a:t>
            </a:r>
            <a:endParaRPr lang="en-US" sz="1200" dirty="0">
              <a:latin typeface="Garamond" panose="02020404030301010803" pitchFamily="18" charset="0"/>
            </a:endParaRPr>
          </a:p>
          <a:p>
            <a:pPr marL="0" indent="0">
              <a:buNone/>
            </a:pPr>
            <a:r>
              <a:rPr lang="en-US" sz="1200" dirty="0">
                <a:latin typeface="Garamond" panose="02020404030301010803" pitchFamily="18" charset="0"/>
                <a:ea typeface="Calibri" pitchFamily="34" charset="-122"/>
                <a:cs typeface="Calibri" pitchFamily="34" charset="-120"/>
              </a:rPr>
              <a:t>git commit -m 'Initial analysis'</a:t>
            </a:r>
            <a:endParaRPr lang="en-US" sz="1200" dirty="0">
              <a:latin typeface="Garamond" panose="02020404030301010803" pitchFamily="18" charset="0"/>
            </a:endParaRPr>
          </a:p>
          <a:p>
            <a:pPr marL="0" indent="0">
              <a:buNone/>
            </a:pPr>
            <a:endParaRPr lang="en-US" sz="1200" dirty="0">
              <a:latin typeface="Garamond" panose="02020404030301010803" pitchFamily="18" charset="0"/>
            </a:endParaRPr>
          </a:p>
          <a:p>
            <a:pPr marL="0" indent="0">
              <a:buNone/>
            </a:pPr>
            <a:r>
              <a:rPr lang="en-US" sz="1200" b="1" dirty="0">
                <a:latin typeface="Garamond" panose="02020404030301010803" pitchFamily="18" charset="0"/>
                <a:ea typeface="Calibri" pitchFamily="34" charset="-122"/>
                <a:cs typeface="Calibri" pitchFamily="34" charset="-120"/>
              </a:rPr>
              <a:t># Push to GitHub/GitLab</a:t>
            </a:r>
            <a:endParaRPr lang="en-US" sz="1200" b="1" dirty="0">
              <a:latin typeface="Garamond" panose="02020404030301010803" pitchFamily="18" charset="0"/>
            </a:endParaRPr>
          </a:p>
          <a:p>
            <a:pPr marL="0" indent="0">
              <a:buNone/>
            </a:pPr>
            <a:r>
              <a:rPr lang="en-US" sz="1200" dirty="0">
                <a:latin typeface="Garamond" panose="02020404030301010803" pitchFamily="18" charset="0"/>
                <a:ea typeface="Calibri" pitchFamily="34" charset="-122"/>
                <a:cs typeface="Calibri" pitchFamily="34" charset="-120"/>
              </a:rPr>
              <a:t>git remote add origin https://github.com/you/project</a:t>
            </a:r>
            <a:endParaRPr lang="en-US" sz="1200" dirty="0">
              <a:latin typeface="Garamond" panose="02020404030301010803" pitchFamily="18" charset="0"/>
            </a:endParaRPr>
          </a:p>
          <a:p>
            <a:pPr marL="0" indent="0">
              <a:buNone/>
            </a:pPr>
            <a:r>
              <a:rPr lang="en-US" sz="1200" dirty="0">
                <a:latin typeface="Garamond" panose="02020404030301010803" pitchFamily="18" charset="0"/>
                <a:ea typeface="Calibri" pitchFamily="34" charset="-122"/>
                <a:cs typeface="Calibri" pitchFamily="34" charset="-120"/>
              </a:rPr>
              <a:t>git push -u origin main</a:t>
            </a:r>
            <a:endParaRPr lang="en-US" sz="1200" dirty="0">
              <a:latin typeface="Garamond" panose="02020404030301010803" pitchFamily="18" charset="0"/>
            </a:endParaRPr>
          </a:p>
          <a:p>
            <a:pPr marL="0" indent="0">
              <a:buNone/>
            </a:pPr>
            <a:endParaRPr lang="en-US" sz="1200" dirty="0">
              <a:latin typeface="Garamond" panose="02020404030301010803" pitchFamily="18" charset="0"/>
            </a:endParaRPr>
          </a:p>
          <a:p>
            <a:pPr marL="0" indent="0">
              <a:buNone/>
            </a:pPr>
            <a:r>
              <a:rPr lang="en-US" sz="1200" b="1" dirty="0">
                <a:latin typeface="Garamond" panose="02020404030301010803" pitchFamily="18" charset="0"/>
                <a:ea typeface="Calibri" pitchFamily="34" charset="-122"/>
                <a:cs typeface="Calibri" pitchFamily="34" charset="-120"/>
              </a:rPr>
              <a:t># Collaborate</a:t>
            </a:r>
            <a:endParaRPr lang="en-US" sz="1200" b="1" dirty="0">
              <a:latin typeface="Garamond" panose="02020404030301010803" pitchFamily="18" charset="0"/>
            </a:endParaRPr>
          </a:p>
          <a:p>
            <a:pPr marL="0" indent="0">
              <a:buNone/>
            </a:pPr>
            <a:r>
              <a:rPr lang="en-US" sz="1200" dirty="0">
                <a:latin typeface="Garamond" panose="02020404030301010803" pitchFamily="18" charset="0"/>
                <a:ea typeface="Calibri" pitchFamily="34" charset="-122"/>
                <a:cs typeface="Calibri" pitchFamily="34" charset="-120"/>
              </a:rPr>
              <a:t>git pull origin main     # Get teammates' updates</a:t>
            </a:r>
            <a:endParaRPr lang="en-US" sz="1200" dirty="0">
              <a:latin typeface="Garamond" panose="02020404030301010803" pitchFamily="18" charset="0"/>
            </a:endParaRPr>
          </a:p>
          <a:p>
            <a:pPr marL="0" indent="0">
              <a:buNone/>
            </a:pPr>
            <a:r>
              <a:rPr lang="en-US" sz="1200" dirty="0">
                <a:latin typeface="Garamond" panose="02020404030301010803" pitchFamily="18" charset="0"/>
                <a:ea typeface="Calibri" pitchFamily="34" charset="-122"/>
                <a:cs typeface="Calibri" pitchFamily="34" charset="-120"/>
              </a:rPr>
              <a:t>git branch new-feature   # Work on new branch</a:t>
            </a:r>
            <a:endParaRPr lang="en-US" sz="1200" dirty="0">
              <a:latin typeface="Garamond" panose="02020404030301010803" pitchFamily="18" charset="0"/>
            </a:endParaRPr>
          </a:p>
          <a:p>
            <a:pPr marL="0" indent="0">
              <a:buNone/>
            </a:pPr>
            <a:r>
              <a:rPr lang="en-US" sz="1200" dirty="0">
                <a:latin typeface="Garamond" panose="02020404030301010803" pitchFamily="18" charset="0"/>
                <a:ea typeface="Calibri" pitchFamily="34" charset="-122"/>
                <a:cs typeface="Calibri" pitchFamily="34" charset="-120"/>
              </a:rPr>
              <a:t>git merge new-feature    # Merge back</a:t>
            </a:r>
            <a:endParaRPr lang="en-US" sz="1200" dirty="0">
              <a:latin typeface="Garamond" panose="02020404030301010803"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1D84B-D41C-4957-1811-9A677934460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8154C42-C368-97DB-7E21-599A095E2CA4}"/>
              </a:ext>
            </a:extLst>
          </p:cNvPr>
          <p:cNvSpPr/>
          <p:nvPr/>
        </p:nvSpPr>
        <p:spPr>
          <a:xfrm>
            <a:off x="0" y="0"/>
            <a:ext cx="9144000" cy="301752"/>
          </a:xfrm>
          <a:prstGeom prst="rect">
            <a:avLst/>
          </a:prstGeom>
          <a:solidFill>
            <a:srgbClr val="1565C0"/>
          </a:solidFill>
          <a:ln w="12700">
            <a:solidFill>
              <a:srgbClr val="1565C0"/>
            </a:solidFill>
            <a:prstDash val="solid"/>
          </a:ln>
        </p:spPr>
        <p:txBody>
          <a:bodyPr/>
          <a:lstStyle/>
          <a:p>
            <a:endParaRPr lang="en-IN"/>
          </a:p>
        </p:txBody>
      </p:sp>
      <p:sp>
        <p:nvSpPr>
          <p:cNvPr id="3" name="Text 1">
            <a:extLst>
              <a:ext uri="{FF2B5EF4-FFF2-40B4-BE49-F238E27FC236}">
                <a16:creationId xmlns:a16="http://schemas.microsoft.com/office/drawing/2014/main" id="{B4AE72F8-71C8-33BC-E8A3-FEBA04702ECA}"/>
              </a:ext>
            </a:extLst>
          </p:cNvPr>
          <p:cNvSpPr/>
          <p:nvPr/>
        </p:nvSpPr>
        <p:spPr>
          <a:xfrm>
            <a:off x="274320" y="36576"/>
            <a:ext cx="8229600" cy="237744"/>
          </a:xfrm>
          <a:prstGeom prst="rect">
            <a:avLst/>
          </a:prstGeom>
          <a:noFill/>
          <a:ln/>
        </p:spPr>
        <p:txBody>
          <a:bodyPr wrap="square" rtlCol="0" anchor="ctr"/>
          <a:lstStyle/>
          <a:p>
            <a:r>
              <a:rPr lang="en-US" sz="800" b="1" kern="0" spc="300" dirty="0">
                <a:solidFill>
                  <a:srgbClr val="FFFFFF"/>
                </a:solidFill>
                <a:latin typeface="Calibri" pitchFamily="34" charset="0"/>
                <a:ea typeface="Calibri" pitchFamily="34" charset="-122"/>
                <a:cs typeface="Calibri" pitchFamily="34" charset="-120"/>
              </a:rPr>
              <a:t>SECTION 07 — GITHUB</a:t>
            </a:r>
            <a:endParaRPr lang="en-US" sz="800" dirty="0"/>
          </a:p>
        </p:txBody>
      </p:sp>
      <p:sp>
        <p:nvSpPr>
          <p:cNvPr id="4" name="Text 2">
            <a:extLst>
              <a:ext uri="{FF2B5EF4-FFF2-40B4-BE49-F238E27FC236}">
                <a16:creationId xmlns:a16="http://schemas.microsoft.com/office/drawing/2014/main" id="{7BCDCAA3-1197-556A-6942-C5254F4E069B}"/>
              </a:ext>
            </a:extLst>
          </p:cNvPr>
          <p:cNvSpPr/>
          <p:nvPr/>
        </p:nvSpPr>
        <p:spPr>
          <a:xfrm>
            <a:off x="457200" y="338328"/>
            <a:ext cx="8229600" cy="603504"/>
          </a:xfrm>
          <a:prstGeom prst="rect">
            <a:avLst/>
          </a:prstGeom>
          <a:noFill/>
          <a:ln/>
        </p:spPr>
        <p:txBody>
          <a:bodyPr wrap="square" rtlCol="0" anchor="ctr"/>
          <a:lstStyle/>
          <a:p>
            <a:pPr marL="0" indent="0">
              <a:buNone/>
            </a:pPr>
            <a:r>
              <a:rPr lang="en-US" sz="2700" b="1" dirty="0">
                <a:solidFill>
                  <a:srgbClr val="1C2B5E"/>
                </a:solidFill>
                <a:latin typeface="Calibri" pitchFamily="34" charset="0"/>
                <a:ea typeface="Calibri" pitchFamily="34" charset="-122"/>
                <a:cs typeface="Calibri" pitchFamily="34" charset="-120"/>
              </a:rPr>
              <a:t>Steps to create GitHub Account</a:t>
            </a:r>
            <a:endParaRPr lang="en-US" sz="2700" dirty="0"/>
          </a:p>
        </p:txBody>
      </p:sp>
      <p:sp>
        <p:nvSpPr>
          <p:cNvPr id="5" name="Text 3">
            <a:extLst>
              <a:ext uri="{FF2B5EF4-FFF2-40B4-BE49-F238E27FC236}">
                <a16:creationId xmlns:a16="http://schemas.microsoft.com/office/drawing/2014/main" id="{5AA7D6B8-0C8F-7B15-CDCC-CD0BC09E7A09}"/>
              </a:ext>
            </a:extLst>
          </p:cNvPr>
          <p:cNvSpPr/>
          <p:nvPr/>
        </p:nvSpPr>
        <p:spPr>
          <a:xfrm>
            <a:off x="457200" y="978408"/>
            <a:ext cx="8229600" cy="4005072"/>
          </a:xfrm>
          <a:prstGeom prst="rect">
            <a:avLst/>
          </a:prstGeom>
          <a:noFill/>
          <a:ln/>
        </p:spPr>
        <p:txBody>
          <a:bodyPr wrap="square" rtlCol="0" anchor="t"/>
          <a:lstStyle/>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Step1: Open GitHub: </a:t>
            </a:r>
            <a:r>
              <a:rPr lang="en-US" sz="1300" i="1" dirty="0">
                <a:solidFill>
                  <a:srgbClr val="1E293B"/>
                </a:solidFill>
                <a:latin typeface="Garamond" panose="02020404030301010803" pitchFamily="18" charset="0"/>
                <a:ea typeface="Calibri" pitchFamily="34" charset="-122"/>
                <a:cs typeface="Calibri" pitchFamily="34" charset="-120"/>
                <a:hlinkClick r:id="rId3"/>
              </a:rPr>
              <a:t>https://github.com/</a:t>
            </a:r>
            <a:endParaRPr lang="en-US" sz="1300" i="1" dirty="0">
              <a:solidFill>
                <a:srgbClr val="1E293B"/>
              </a:solidFill>
              <a:latin typeface="Garamond" panose="02020404030301010803" pitchFamily="18" charset="0"/>
              <a:ea typeface="Calibri" pitchFamily="34" charset="-122"/>
              <a:cs typeface="Calibri" pitchFamily="34" charset="-120"/>
            </a:endParaRPr>
          </a:p>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Step2: Click </a:t>
            </a:r>
            <a:r>
              <a:rPr lang="en-US" sz="1300" i="1" dirty="0">
                <a:solidFill>
                  <a:srgbClr val="1E293B"/>
                </a:solidFill>
                <a:latin typeface="Garamond" panose="02020404030301010803" pitchFamily="18" charset="0"/>
                <a:ea typeface="Calibri" pitchFamily="34" charset="-122"/>
                <a:cs typeface="Calibri" pitchFamily="34" charset="-120"/>
              </a:rPr>
              <a:t>Sign-Up</a:t>
            </a:r>
          </a:p>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Step3: Enter </a:t>
            </a:r>
            <a:r>
              <a:rPr lang="en-US" sz="1300" i="1" dirty="0" err="1">
                <a:solidFill>
                  <a:srgbClr val="1E293B"/>
                </a:solidFill>
                <a:latin typeface="Garamond" panose="02020404030301010803" pitchFamily="18" charset="0"/>
                <a:ea typeface="Calibri" pitchFamily="34" charset="-122"/>
                <a:cs typeface="Calibri" pitchFamily="34" charset="-120"/>
              </a:rPr>
              <a:t>EmailID</a:t>
            </a:r>
            <a:endParaRPr lang="en-US" sz="1300" i="1" dirty="0">
              <a:solidFill>
                <a:srgbClr val="1E293B"/>
              </a:solidFill>
              <a:latin typeface="Garamond" panose="02020404030301010803" pitchFamily="18" charset="0"/>
              <a:ea typeface="Calibri" pitchFamily="34" charset="-122"/>
              <a:cs typeface="Calibri" pitchFamily="34" charset="-120"/>
            </a:endParaRPr>
          </a:p>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Step4: Create strong </a:t>
            </a:r>
            <a:r>
              <a:rPr lang="en-US" sz="1300" i="1" dirty="0">
                <a:solidFill>
                  <a:srgbClr val="1E293B"/>
                </a:solidFill>
                <a:latin typeface="Garamond" panose="02020404030301010803" pitchFamily="18" charset="0"/>
                <a:ea typeface="Calibri" pitchFamily="34" charset="-122"/>
                <a:cs typeface="Calibri" pitchFamily="34" charset="-120"/>
              </a:rPr>
              <a:t>Password</a:t>
            </a:r>
          </a:p>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Step5: Choose unique </a:t>
            </a:r>
            <a:r>
              <a:rPr lang="en-US" sz="1300" i="1" dirty="0">
                <a:solidFill>
                  <a:srgbClr val="1E293B"/>
                </a:solidFill>
                <a:latin typeface="Garamond" panose="02020404030301010803" pitchFamily="18" charset="0"/>
                <a:ea typeface="Calibri" pitchFamily="34" charset="-122"/>
                <a:cs typeface="Calibri" pitchFamily="34" charset="-120"/>
              </a:rPr>
              <a:t>Username</a:t>
            </a:r>
            <a:r>
              <a:rPr lang="en-US" sz="1300" dirty="0">
                <a:solidFill>
                  <a:srgbClr val="1E293B"/>
                </a:solidFill>
                <a:latin typeface="Garamond" panose="02020404030301010803" pitchFamily="18" charset="0"/>
                <a:ea typeface="Calibri" pitchFamily="34" charset="-122"/>
                <a:cs typeface="Calibri" pitchFamily="34" charset="-120"/>
              </a:rPr>
              <a:t> (can contain letters, numbers and hyphens)</a:t>
            </a:r>
          </a:p>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Step6: Select </a:t>
            </a:r>
            <a:r>
              <a:rPr lang="en-US" sz="1300" i="1" dirty="0">
                <a:solidFill>
                  <a:srgbClr val="1E293B"/>
                </a:solidFill>
                <a:latin typeface="Garamond" panose="02020404030301010803" pitchFamily="18" charset="0"/>
                <a:ea typeface="Calibri" pitchFamily="34" charset="-122"/>
                <a:cs typeface="Calibri" pitchFamily="34" charset="-120"/>
              </a:rPr>
              <a:t>Country/Region </a:t>
            </a:r>
            <a:r>
              <a:rPr lang="en-US" sz="1300" dirty="0">
                <a:solidFill>
                  <a:srgbClr val="1E293B"/>
                </a:solidFill>
                <a:latin typeface="Garamond" panose="02020404030301010803" pitchFamily="18" charset="0"/>
                <a:ea typeface="Calibri" pitchFamily="34" charset="-122"/>
                <a:cs typeface="Calibri" pitchFamily="34" charset="-120"/>
              </a:rPr>
              <a:t>from dropdown</a:t>
            </a:r>
          </a:p>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Step7: Create account and complete verification (click </a:t>
            </a:r>
            <a:r>
              <a:rPr lang="en-US" sz="1300" i="1" dirty="0">
                <a:solidFill>
                  <a:srgbClr val="1E293B"/>
                </a:solidFill>
                <a:latin typeface="Garamond" panose="02020404030301010803" pitchFamily="18" charset="0"/>
                <a:ea typeface="Calibri" pitchFamily="34" charset="-122"/>
                <a:cs typeface="Calibri" pitchFamily="34" charset="-120"/>
              </a:rPr>
              <a:t>Create Account</a:t>
            </a:r>
            <a:r>
              <a:rPr lang="en-US" sz="1300" dirty="0">
                <a:solidFill>
                  <a:srgbClr val="1E293B"/>
                </a:solidFill>
                <a:latin typeface="Garamond" panose="02020404030301010803" pitchFamily="18" charset="0"/>
                <a:ea typeface="Calibri" pitchFamily="34" charset="-122"/>
                <a:cs typeface="Calibri" pitchFamily="34" charset="-120"/>
              </a:rPr>
              <a:t>)</a:t>
            </a:r>
          </a:p>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Step8: Verify your email address (GitHub sends a verification email, click </a:t>
            </a:r>
            <a:r>
              <a:rPr lang="en-US" sz="1300" i="1" dirty="0">
                <a:solidFill>
                  <a:srgbClr val="1E293B"/>
                </a:solidFill>
                <a:latin typeface="Garamond" panose="02020404030301010803" pitchFamily="18" charset="0"/>
                <a:ea typeface="Calibri" pitchFamily="34" charset="-122"/>
                <a:cs typeface="Calibri" pitchFamily="34" charset="-120"/>
              </a:rPr>
              <a:t>Verify Email Address</a:t>
            </a:r>
            <a:r>
              <a:rPr lang="en-US" sz="1300" dirty="0">
                <a:solidFill>
                  <a:srgbClr val="1E293B"/>
                </a:solidFill>
                <a:latin typeface="Garamond" panose="02020404030301010803" pitchFamily="18" charset="0"/>
                <a:ea typeface="Calibri" pitchFamily="34" charset="-122"/>
                <a:cs typeface="Calibri" pitchFamily="34" charset="-120"/>
              </a:rPr>
              <a:t>)</a:t>
            </a:r>
          </a:p>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Step9: Enable two-factor authentication (recommended 2FA for account safety)</a:t>
            </a:r>
          </a:p>
          <a:p>
            <a:pPr marL="342900" indent="-342900">
              <a:spcAft>
                <a:spcPts val="500"/>
              </a:spcAft>
              <a:buSzPct val="100000"/>
              <a:buChar char="•"/>
            </a:pPr>
            <a:r>
              <a:rPr lang="en-US" sz="1300" dirty="0">
                <a:solidFill>
                  <a:srgbClr val="1E293B"/>
                </a:solidFill>
                <a:latin typeface="Garamond" panose="02020404030301010803" pitchFamily="18" charset="0"/>
                <a:ea typeface="Calibri" pitchFamily="34" charset="-122"/>
                <a:cs typeface="Calibri" pitchFamily="34" charset="-120"/>
              </a:rPr>
              <a:t>Step10: Complete profile setup</a:t>
            </a:r>
          </a:p>
        </p:txBody>
      </p:sp>
      <p:sp>
        <p:nvSpPr>
          <p:cNvPr id="6" name="Shape 3">
            <a:extLst>
              <a:ext uri="{FF2B5EF4-FFF2-40B4-BE49-F238E27FC236}">
                <a16:creationId xmlns:a16="http://schemas.microsoft.com/office/drawing/2014/main" id="{F1098BE3-BBFC-F66F-950D-19A86E72A2BC}"/>
              </a:ext>
            </a:extLst>
          </p:cNvPr>
          <p:cNvSpPr/>
          <p:nvPr/>
        </p:nvSpPr>
        <p:spPr>
          <a:xfrm>
            <a:off x="210312" y="4302252"/>
            <a:ext cx="8503920" cy="740664"/>
          </a:xfrm>
          <a:prstGeom prst="rect">
            <a:avLst/>
          </a:prstGeom>
          <a:solidFill>
            <a:srgbClr val="E3F2FD"/>
          </a:solidFill>
          <a:ln w="12700">
            <a:solidFill>
              <a:srgbClr val="42A5F5"/>
            </a:solidFill>
            <a:prstDash val="solid"/>
          </a:ln>
        </p:spPr>
        <p:txBody>
          <a:bodyPr/>
          <a:lstStyle/>
          <a:p>
            <a:endParaRPr lang="en-IN"/>
          </a:p>
        </p:txBody>
      </p:sp>
      <p:sp>
        <p:nvSpPr>
          <p:cNvPr id="7" name="Text 4">
            <a:extLst>
              <a:ext uri="{FF2B5EF4-FFF2-40B4-BE49-F238E27FC236}">
                <a16:creationId xmlns:a16="http://schemas.microsoft.com/office/drawing/2014/main" id="{E90324A3-73A1-6CF7-2A61-A0EAD75CB4FA}"/>
              </a:ext>
            </a:extLst>
          </p:cNvPr>
          <p:cNvSpPr/>
          <p:nvPr/>
        </p:nvSpPr>
        <p:spPr>
          <a:xfrm>
            <a:off x="429768" y="4389120"/>
            <a:ext cx="8229600" cy="566928"/>
          </a:xfrm>
          <a:prstGeom prst="rect">
            <a:avLst/>
          </a:prstGeom>
          <a:noFill/>
          <a:ln/>
        </p:spPr>
        <p:txBody>
          <a:bodyPr wrap="square" rtlCol="0" anchor="ctr"/>
          <a:lstStyle/>
          <a:p>
            <a:r>
              <a:rPr lang="en-US" sz="1000" b="1" dirty="0">
                <a:solidFill>
                  <a:srgbClr val="1565C0"/>
                </a:solidFill>
                <a:latin typeface="Garamond" panose="02020404030301010803" pitchFamily="18" charset="0"/>
                <a:cs typeface="Calibri" pitchFamily="34" charset="-120"/>
              </a:rPr>
              <a:t>What Git does for you: Git keeps track of every change you make to your files, so you can see the full history, compare versions, and go back if something breaks. It lets people work on the same project at the same time without overwriting each other's work. You save progress in snapshots called commits, organize work into branches, and bring changes together with a merge. When you are ready to share, you push your commits to a repository everyone can reach.</a:t>
            </a:r>
          </a:p>
        </p:txBody>
      </p:sp>
    </p:spTree>
    <p:extLst>
      <p:ext uri="{BB962C8B-B14F-4D97-AF65-F5344CB8AC3E}">
        <p14:creationId xmlns:p14="http://schemas.microsoft.com/office/powerpoint/2010/main" val="33973459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91B59A8C-F9BA-E9EB-2B78-65437ACB83F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3E914DD-3E4D-D3E5-94D9-2703CB0388EC}"/>
              </a:ext>
            </a:extLst>
          </p:cNvPr>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a:extLst>
              <a:ext uri="{FF2B5EF4-FFF2-40B4-BE49-F238E27FC236}">
                <a16:creationId xmlns:a16="http://schemas.microsoft.com/office/drawing/2014/main" id="{402A2D6F-8723-C795-93DD-5E5E592DD689}"/>
              </a:ext>
            </a:extLst>
          </p:cNvPr>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07 — GITHUB</a:t>
            </a:r>
            <a:endParaRPr lang="en-US" sz="800" dirty="0"/>
          </a:p>
        </p:txBody>
      </p:sp>
      <p:sp>
        <p:nvSpPr>
          <p:cNvPr id="4" name="Text 2">
            <a:extLst>
              <a:ext uri="{FF2B5EF4-FFF2-40B4-BE49-F238E27FC236}">
                <a16:creationId xmlns:a16="http://schemas.microsoft.com/office/drawing/2014/main" id="{D129BE2C-BC7C-5D66-B3FD-8846F9AAA0FF}"/>
              </a:ext>
            </a:extLst>
          </p:cNvPr>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GitHub — Version Control for Reproducible Research</a:t>
            </a:r>
            <a:endParaRPr lang="en-US" sz="2400" dirty="0"/>
          </a:p>
        </p:txBody>
      </p:sp>
      <p:sp>
        <p:nvSpPr>
          <p:cNvPr id="13" name="Shape 11">
            <a:extLst>
              <a:ext uri="{FF2B5EF4-FFF2-40B4-BE49-F238E27FC236}">
                <a16:creationId xmlns:a16="http://schemas.microsoft.com/office/drawing/2014/main" id="{1D100034-5B6E-47B6-696C-A47ED913F8AB}"/>
              </a:ext>
            </a:extLst>
          </p:cNvPr>
          <p:cNvSpPr/>
          <p:nvPr/>
        </p:nvSpPr>
        <p:spPr>
          <a:xfrm>
            <a:off x="320040" y="970219"/>
            <a:ext cx="3931920" cy="3363082"/>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4" name="Shape 12">
            <a:extLst>
              <a:ext uri="{FF2B5EF4-FFF2-40B4-BE49-F238E27FC236}">
                <a16:creationId xmlns:a16="http://schemas.microsoft.com/office/drawing/2014/main" id="{2E10F8B1-05BC-3C73-B0D1-E35A9AD53FF2}"/>
              </a:ext>
            </a:extLst>
          </p:cNvPr>
          <p:cNvSpPr/>
          <p:nvPr/>
        </p:nvSpPr>
        <p:spPr>
          <a:xfrm>
            <a:off x="320040" y="970219"/>
            <a:ext cx="3931920" cy="45720"/>
          </a:xfrm>
          <a:prstGeom prst="rect">
            <a:avLst/>
          </a:prstGeom>
          <a:solidFill>
            <a:srgbClr val="0097A7"/>
          </a:solidFill>
          <a:ln w="12700">
            <a:solidFill>
              <a:srgbClr val="0097A7"/>
            </a:solidFill>
            <a:prstDash val="solid"/>
          </a:ln>
        </p:spPr>
        <p:txBody>
          <a:bodyPr/>
          <a:lstStyle/>
          <a:p>
            <a:endParaRPr lang="en-IN"/>
          </a:p>
        </p:txBody>
      </p:sp>
      <p:sp>
        <p:nvSpPr>
          <p:cNvPr id="15" name="Text 13">
            <a:extLst>
              <a:ext uri="{FF2B5EF4-FFF2-40B4-BE49-F238E27FC236}">
                <a16:creationId xmlns:a16="http://schemas.microsoft.com/office/drawing/2014/main" id="{1E53FE53-2EFB-5B59-3C85-EFF57F8F1FF5}"/>
              </a:ext>
            </a:extLst>
          </p:cNvPr>
          <p:cNvSpPr/>
          <p:nvPr/>
        </p:nvSpPr>
        <p:spPr>
          <a:xfrm>
            <a:off x="429768" y="1061659"/>
            <a:ext cx="3712464"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Git Workflow for ML Projects</a:t>
            </a:r>
          </a:p>
        </p:txBody>
      </p:sp>
      <p:sp>
        <p:nvSpPr>
          <p:cNvPr id="16" name="Text 14">
            <a:extLst>
              <a:ext uri="{FF2B5EF4-FFF2-40B4-BE49-F238E27FC236}">
                <a16:creationId xmlns:a16="http://schemas.microsoft.com/office/drawing/2014/main" id="{4AE47099-E8E8-DCAE-B4F4-36677FF6E8AA}"/>
              </a:ext>
            </a:extLst>
          </p:cNvPr>
          <p:cNvSpPr/>
          <p:nvPr/>
        </p:nvSpPr>
        <p:spPr>
          <a:xfrm>
            <a:off x="429768" y="1399987"/>
            <a:ext cx="3712464" cy="2773294"/>
          </a:xfrm>
          <a:prstGeom prst="rect">
            <a:avLst/>
          </a:prstGeom>
          <a:noFill/>
          <a:ln/>
        </p:spPr>
        <p:txBody>
          <a:bodyPr wrap="square" rtlCol="0" anchor="t"/>
          <a:lstStyle/>
          <a:p>
            <a:r>
              <a:rPr lang="en-US" sz="1200" b="1" dirty="0">
                <a:latin typeface="Garamond" panose="02020404030301010803" pitchFamily="18" charset="0"/>
                <a:cs typeface="Calibri" pitchFamily="34" charset="-120"/>
              </a:rPr>
              <a:t>Branching strategy:</a:t>
            </a:r>
          </a:p>
          <a:p>
            <a:r>
              <a:rPr lang="en-US" sz="1200" dirty="0">
                <a:latin typeface="Garamond" panose="02020404030301010803" pitchFamily="18" charset="0"/>
                <a:cs typeface="Calibri" pitchFamily="34" charset="-120"/>
              </a:rPr>
              <a:t>  main: Only working, validated code</a:t>
            </a:r>
          </a:p>
          <a:p>
            <a:r>
              <a:rPr lang="en-US" sz="1200" dirty="0">
                <a:latin typeface="Garamond" panose="02020404030301010803" pitchFamily="18" charset="0"/>
                <a:cs typeface="Calibri" pitchFamily="34" charset="-120"/>
              </a:rPr>
              <a:t>  dev: Active development</a:t>
            </a:r>
          </a:p>
          <a:p>
            <a:r>
              <a:rPr lang="en-US" sz="1200" dirty="0">
                <a:latin typeface="Garamond" panose="02020404030301010803" pitchFamily="18" charset="0"/>
                <a:cs typeface="Calibri" pitchFamily="34" charset="-120"/>
              </a:rPr>
              <a:t>  feature/xgboost-tuning: Specific work</a:t>
            </a:r>
          </a:p>
          <a:p>
            <a:endParaRPr lang="en-US" sz="1200" dirty="0">
              <a:latin typeface="Garamond" panose="02020404030301010803" pitchFamily="18" charset="0"/>
              <a:cs typeface="Calibri" pitchFamily="34" charset="-120"/>
            </a:endParaRPr>
          </a:p>
          <a:p>
            <a:r>
              <a:rPr lang="en-US" sz="1200" b="1" dirty="0">
                <a:latin typeface="Garamond" panose="02020404030301010803" pitchFamily="18" charset="0"/>
                <a:cs typeface="Calibri" pitchFamily="34" charset="-120"/>
              </a:rPr>
              <a:t>Commit discipline:</a:t>
            </a:r>
          </a:p>
          <a:p>
            <a:r>
              <a:rPr lang="en-US" sz="1200" dirty="0">
                <a:latin typeface="Garamond" panose="02020404030301010803" pitchFamily="18" charset="0"/>
                <a:cs typeface="Calibri" pitchFamily="34" charset="-120"/>
              </a:rPr>
              <a:t>  'Add XGBoost with early stopping'</a:t>
            </a:r>
          </a:p>
          <a:p>
            <a:r>
              <a:rPr lang="en-US" sz="1200" dirty="0">
                <a:latin typeface="Garamond" panose="02020404030301010803" pitchFamily="18" charset="0"/>
                <a:cs typeface="Calibri" pitchFamily="34" charset="-120"/>
              </a:rPr>
              <a:t>  'Fix: SMOTE applied only to training set'</a:t>
            </a:r>
          </a:p>
          <a:p>
            <a:r>
              <a:rPr lang="en-US" sz="1200" dirty="0">
                <a:latin typeface="Garamond" panose="02020404030301010803" pitchFamily="18" charset="0"/>
                <a:cs typeface="Calibri" pitchFamily="34" charset="-120"/>
              </a:rPr>
              <a:t>  'Validate: External cohort AUC=0.88'</a:t>
            </a:r>
          </a:p>
          <a:p>
            <a:endParaRPr lang="en-US" sz="1200" dirty="0">
              <a:latin typeface="Garamond" panose="02020404030301010803" pitchFamily="18" charset="0"/>
              <a:cs typeface="Calibri" pitchFamily="34" charset="-120"/>
            </a:endParaRPr>
          </a:p>
          <a:p>
            <a:r>
              <a:rPr lang="en-US" sz="1200" b="1" dirty="0">
                <a:latin typeface="Garamond" panose="02020404030301010803" pitchFamily="18" charset="0"/>
                <a:cs typeface="Calibri" pitchFamily="34" charset="-120"/>
              </a:rPr>
              <a:t>Tags for model versions:</a:t>
            </a:r>
          </a:p>
          <a:p>
            <a:r>
              <a:rPr lang="en-US" sz="1200" dirty="0">
                <a:latin typeface="Garamond" panose="02020404030301010803" pitchFamily="18" charset="0"/>
                <a:cs typeface="Calibri" pitchFamily="34" charset="-120"/>
              </a:rPr>
              <a:t>  git tag v1.0-breast-cancer-rf</a:t>
            </a:r>
          </a:p>
          <a:p>
            <a:r>
              <a:rPr lang="en-US" sz="1200" dirty="0">
                <a:latin typeface="Garamond" panose="02020404030301010803" pitchFamily="18" charset="0"/>
                <a:cs typeface="Calibri" pitchFamily="34" charset="-120"/>
              </a:rPr>
              <a:t>  git tag v2.0-breast-cancer-xgb</a:t>
            </a:r>
          </a:p>
        </p:txBody>
      </p:sp>
      <p:sp>
        <p:nvSpPr>
          <p:cNvPr id="17" name="Shape 15">
            <a:extLst>
              <a:ext uri="{FF2B5EF4-FFF2-40B4-BE49-F238E27FC236}">
                <a16:creationId xmlns:a16="http://schemas.microsoft.com/office/drawing/2014/main" id="{E6021496-D0FC-6C12-CEF7-F4C59B3B6621}"/>
              </a:ext>
            </a:extLst>
          </p:cNvPr>
          <p:cNvSpPr/>
          <p:nvPr/>
        </p:nvSpPr>
        <p:spPr>
          <a:xfrm>
            <a:off x="4663440" y="970219"/>
            <a:ext cx="3931920" cy="3317362"/>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8" name="Shape 16">
            <a:extLst>
              <a:ext uri="{FF2B5EF4-FFF2-40B4-BE49-F238E27FC236}">
                <a16:creationId xmlns:a16="http://schemas.microsoft.com/office/drawing/2014/main" id="{AB90CE0C-C972-D82C-B874-B941BE8F2614}"/>
              </a:ext>
            </a:extLst>
          </p:cNvPr>
          <p:cNvSpPr/>
          <p:nvPr/>
        </p:nvSpPr>
        <p:spPr>
          <a:xfrm>
            <a:off x="4663440" y="970219"/>
            <a:ext cx="3931920" cy="45720"/>
          </a:xfrm>
          <a:prstGeom prst="rect">
            <a:avLst/>
          </a:prstGeom>
          <a:solidFill>
            <a:srgbClr val="2E7D32"/>
          </a:solidFill>
          <a:ln w="12700">
            <a:solidFill>
              <a:srgbClr val="2E7D32"/>
            </a:solidFill>
            <a:prstDash val="solid"/>
          </a:ln>
        </p:spPr>
        <p:txBody>
          <a:bodyPr/>
          <a:lstStyle/>
          <a:p>
            <a:endParaRPr lang="en-IN"/>
          </a:p>
        </p:txBody>
      </p:sp>
      <p:sp>
        <p:nvSpPr>
          <p:cNvPr id="19" name="Text 17">
            <a:extLst>
              <a:ext uri="{FF2B5EF4-FFF2-40B4-BE49-F238E27FC236}">
                <a16:creationId xmlns:a16="http://schemas.microsoft.com/office/drawing/2014/main" id="{371B2F64-B67E-594E-F53D-EB1A52BCE83D}"/>
              </a:ext>
            </a:extLst>
          </p:cNvPr>
          <p:cNvSpPr/>
          <p:nvPr/>
        </p:nvSpPr>
        <p:spPr>
          <a:xfrm>
            <a:off x="4773168" y="1061659"/>
            <a:ext cx="3712464"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GitHub for Clinical Research</a:t>
            </a:r>
          </a:p>
        </p:txBody>
      </p:sp>
      <p:sp>
        <p:nvSpPr>
          <p:cNvPr id="20" name="Text 18">
            <a:extLst>
              <a:ext uri="{FF2B5EF4-FFF2-40B4-BE49-F238E27FC236}">
                <a16:creationId xmlns:a16="http://schemas.microsoft.com/office/drawing/2014/main" id="{EF09CBA4-F313-836B-C381-139359211EED}"/>
              </a:ext>
            </a:extLst>
          </p:cNvPr>
          <p:cNvSpPr/>
          <p:nvPr/>
        </p:nvSpPr>
        <p:spPr>
          <a:xfrm>
            <a:off x="4773168" y="1399987"/>
            <a:ext cx="3712464" cy="2773294"/>
          </a:xfrm>
          <a:prstGeom prst="rect">
            <a:avLst/>
          </a:prstGeom>
          <a:noFill/>
          <a:ln/>
        </p:spPr>
        <p:txBody>
          <a:bodyPr wrap="square" rtlCol="0" anchor="t"/>
          <a:lstStyle/>
          <a:p>
            <a:r>
              <a:rPr lang="en-US" sz="1200" b="1" dirty="0">
                <a:latin typeface="Garamond" panose="02020404030301010803" pitchFamily="18" charset="0"/>
                <a:cs typeface="Calibri" pitchFamily="34" charset="-120"/>
              </a:rPr>
              <a:t>Public repositories: </a:t>
            </a:r>
            <a:r>
              <a:rPr lang="en-US" sz="1200" dirty="0">
                <a:latin typeface="Garamond" panose="02020404030301010803" pitchFamily="18" charset="0"/>
                <a:cs typeface="Calibri" pitchFamily="34" charset="-120"/>
              </a:rPr>
              <a:t>Share code with paper</a:t>
            </a:r>
          </a:p>
          <a:p>
            <a:r>
              <a:rPr lang="en-US" sz="1200" dirty="0">
                <a:latin typeface="Garamond" panose="02020404030301010803" pitchFamily="18" charset="0"/>
                <a:cs typeface="Calibri" pitchFamily="34" charset="-120"/>
              </a:rPr>
              <a:t>(required by Nature Medicine, NEJM AI)</a:t>
            </a:r>
          </a:p>
          <a:p>
            <a:endParaRPr lang="en-US" sz="1200" dirty="0">
              <a:latin typeface="Garamond" panose="02020404030301010803" pitchFamily="18" charset="0"/>
              <a:cs typeface="Calibri" pitchFamily="34" charset="-120"/>
            </a:endParaRPr>
          </a:p>
          <a:p>
            <a:r>
              <a:rPr lang="en-US" sz="1200" b="1" dirty="0">
                <a:latin typeface="Garamond" panose="02020404030301010803" pitchFamily="18" charset="0"/>
                <a:cs typeface="Calibri" pitchFamily="34" charset="-120"/>
              </a:rPr>
              <a:t>Private repositories: </a:t>
            </a:r>
            <a:r>
              <a:rPr lang="en-US" sz="1200" dirty="0">
                <a:latin typeface="Garamond" panose="02020404030301010803" pitchFamily="18" charset="0"/>
                <a:cs typeface="Calibri" pitchFamily="34" charset="-120"/>
              </a:rPr>
              <a:t>PHI-adjacent code</a:t>
            </a:r>
          </a:p>
          <a:p>
            <a:r>
              <a:rPr lang="en-US" sz="1200" dirty="0">
                <a:latin typeface="Garamond" panose="02020404030301010803" pitchFamily="18" charset="0"/>
                <a:cs typeface="Calibri" pitchFamily="34" charset="-120"/>
              </a:rPr>
              <a:t>(don't store data in Git — use .gitignore)</a:t>
            </a:r>
          </a:p>
          <a:p>
            <a:endParaRPr lang="en-US" sz="1200" dirty="0">
              <a:latin typeface="Garamond" panose="02020404030301010803" pitchFamily="18" charset="0"/>
              <a:cs typeface="Calibri" pitchFamily="34" charset="-120"/>
            </a:endParaRPr>
          </a:p>
          <a:p>
            <a:r>
              <a:rPr lang="en-US" sz="1200" b="1" dirty="0">
                <a:latin typeface="Garamond" panose="02020404030301010803" pitchFamily="18" charset="0"/>
                <a:cs typeface="Calibri" pitchFamily="34" charset="-120"/>
              </a:rPr>
              <a:t>GitHub Actions: </a:t>
            </a:r>
            <a:r>
              <a:rPr lang="en-US" sz="1200" dirty="0">
                <a:latin typeface="Garamond" panose="02020404030301010803" pitchFamily="18" charset="0"/>
                <a:cs typeface="Calibri" pitchFamily="34" charset="-120"/>
              </a:rPr>
              <a:t>Automated testing</a:t>
            </a:r>
          </a:p>
          <a:p>
            <a:r>
              <a:rPr lang="en-US" sz="1200" dirty="0">
                <a:latin typeface="Garamond" panose="02020404030301010803" pitchFamily="18" charset="0"/>
                <a:cs typeface="Calibri" pitchFamily="34" charset="-120"/>
              </a:rPr>
              <a:t>  Every code change → runs tests</a:t>
            </a:r>
          </a:p>
          <a:p>
            <a:r>
              <a:rPr lang="en-US" sz="1200" dirty="0">
                <a:latin typeface="Garamond" panose="02020404030301010803" pitchFamily="18" charset="0"/>
                <a:cs typeface="Calibri" pitchFamily="34" charset="-120"/>
              </a:rPr>
              <a:t>  Ensures model still works correctly</a:t>
            </a:r>
          </a:p>
          <a:p>
            <a:endParaRPr lang="en-US" sz="1200" dirty="0">
              <a:latin typeface="Garamond" panose="02020404030301010803" pitchFamily="18" charset="0"/>
              <a:cs typeface="Calibri" pitchFamily="34" charset="-120"/>
            </a:endParaRPr>
          </a:p>
          <a:p>
            <a:r>
              <a:rPr lang="en-US" sz="1200" b="1" dirty="0">
                <a:latin typeface="Garamond" panose="02020404030301010803" pitchFamily="18" charset="0"/>
                <a:cs typeface="Calibri" pitchFamily="34" charset="-120"/>
              </a:rPr>
              <a:t>.gitignore for clinical projects:</a:t>
            </a:r>
          </a:p>
          <a:p>
            <a:r>
              <a:rPr lang="en-US" sz="1200" dirty="0">
                <a:latin typeface="Garamond" panose="02020404030301010803" pitchFamily="18" charset="0"/>
                <a:cs typeface="Calibri" pitchFamily="34" charset="-120"/>
              </a:rPr>
              <a:t>  *.csv   # Never commit patient data</a:t>
            </a:r>
          </a:p>
          <a:p>
            <a:r>
              <a:rPr lang="en-US" sz="1200" dirty="0">
                <a:latin typeface="Garamond" panose="02020404030301010803" pitchFamily="18" charset="0"/>
                <a:cs typeface="Calibri" pitchFamily="34" charset="-120"/>
              </a:rPr>
              <a:t>  *.rds   # Model files → use S3</a:t>
            </a:r>
          </a:p>
          <a:p>
            <a:r>
              <a:rPr lang="en-US" sz="1200" dirty="0">
                <a:latin typeface="Garamond" panose="02020404030301010803" pitchFamily="18" charset="0"/>
                <a:cs typeface="Calibri" pitchFamily="34" charset="-120"/>
              </a:rPr>
              <a:t>  .Rdata  # R workspace → too large</a:t>
            </a:r>
          </a:p>
        </p:txBody>
      </p:sp>
      <p:sp>
        <p:nvSpPr>
          <p:cNvPr id="21" name="Shape 19">
            <a:extLst>
              <a:ext uri="{FF2B5EF4-FFF2-40B4-BE49-F238E27FC236}">
                <a16:creationId xmlns:a16="http://schemas.microsoft.com/office/drawing/2014/main" id="{98E42554-8FF9-25DA-145C-8D8CA766A430}"/>
              </a:ext>
            </a:extLst>
          </p:cNvPr>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22" name="Shape 20">
            <a:extLst>
              <a:ext uri="{FF2B5EF4-FFF2-40B4-BE49-F238E27FC236}">
                <a16:creationId xmlns:a16="http://schemas.microsoft.com/office/drawing/2014/main" id="{9444B104-4093-7EA0-170C-FFE7C6911B96}"/>
              </a:ext>
            </a:extLst>
          </p:cNvPr>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23" name="Shape 21">
            <a:extLst>
              <a:ext uri="{FF2B5EF4-FFF2-40B4-BE49-F238E27FC236}">
                <a16:creationId xmlns:a16="http://schemas.microsoft.com/office/drawing/2014/main" id="{602BA762-90D7-4A89-C7E7-90CB3F330C55}"/>
              </a:ext>
            </a:extLst>
          </p:cNvPr>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Tree>
    <p:extLst>
      <p:ext uri="{BB962C8B-B14F-4D97-AF65-F5344CB8AC3E}">
        <p14:creationId xmlns:p14="http://schemas.microsoft.com/office/powerpoint/2010/main" val="11992977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565C0"/>
        </a:solidFill>
        <a:effectLst/>
      </p:bgPr>
    </p:bg>
    <p:spTree>
      <p:nvGrpSpPr>
        <p:cNvPr id="1" name="">
          <a:extLst>
            <a:ext uri="{FF2B5EF4-FFF2-40B4-BE49-F238E27FC236}">
              <a16:creationId xmlns:a16="http://schemas.microsoft.com/office/drawing/2014/main" id="{67516305-AF93-9CDC-C9C5-6D3DED9BB2A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7FA395F-05CF-9185-5988-A78383B83660}"/>
              </a:ext>
            </a:extLst>
          </p:cNvPr>
          <p:cNvSpPr/>
          <p:nvPr/>
        </p:nvSpPr>
        <p:spPr>
          <a:xfrm>
            <a:off x="0" y="0"/>
            <a:ext cx="9144000" cy="73152"/>
          </a:xfrm>
          <a:prstGeom prst="rect">
            <a:avLst/>
          </a:prstGeom>
          <a:solidFill>
            <a:srgbClr val="F9A825"/>
          </a:solidFill>
          <a:ln w="12700">
            <a:solidFill>
              <a:srgbClr val="F9A825"/>
            </a:solidFill>
            <a:prstDash val="solid"/>
          </a:ln>
        </p:spPr>
        <p:txBody>
          <a:bodyPr/>
          <a:lstStyle/>
          <a:p>
            <a:endParaRPr lang="en-IN"/>
          </a:p>
        </p:txBody>
      </p:sp>
      <p:sp>
        <p:nvSpPr>
          <p:cNvPr id="3" name="Shape 1">
            <a:extLst>
              <a:ext uri="{FF2B5EF4-FFF2-40B4-BE49-F238E27FC236}">
                <a16:creationId xmlns:a16="http://schemas.microsoft.com/office/drawing/2014/main" id="{1903B7B8-9E27-A9E9-224D-204FFC7ECAFC}"/>
              </a:ext>
            </a:extLst>
          </p:cNvPr>
          <p:cNvSpPr/>
          <p:nvPr/>
        </p:nvSpPr>
        <p:spPr>
          <a:xfrm>
            <a:off x="0" y="5070348"/>
            <a:ext cx="9144000" cy="73152"/>
          </a:xfrm>
          <a:prstGeom prst="rect">
            <a:avLst/>
          </a:prstGeom>
          <a:solidFill>
            <a:srgbClr val="F9A825"/>
          </a:solidFill>
          <a:ln w="12700">
            <a:solidFill>
              <a:srgbClr val="F9A825"/>
            </a:solidFill>
            <a:prstDash val="solid"/>
          </a:ln>
        </p:spPr>
        <p:txBody>
          <a:bodyPr/>
          <a:lstStyle/>
          <a:p>
            <a:endParaRPr lang="en-IN"/>
          </a:p>
        </p:txBody>
      </p:sp>
      <p:sp>
        <p:nvSpPr>
          <p:cNvPr id="5" name="Text 3">
            <a:extLst>
              <a:ext uri="{FF2B5EF4-FFF2-40B4-BE49-F238E27FC236}">
                <a16:creationId xmlns:a16="http://schemas.microsoft.com/office/drawing/2014/main" id="{4371BC82-AB8F-C3CF-F773-D4096C0A913F}"/>
              </a:ext>
            </a:extLst>
          </p:cNvPr>
          <p:cNvSpPr/>
          <p:nvPr/>
        </p:nvSpPr>
        <p:spPr>
          <a:xfrm>
            <a:off x="274320" y="1069848"/>
            <a:ext cx="8412480" cy="1097280"/>
          </a:xfrm>
          <a:prstGeom prst="rect">
            <a:avLst/>
          </a:prstGeom>
          <a:noFill/>
          <a:ln/>
        </p:spPr>
        <p:txBody>
          <a:bodyPr wrap="square" rtlCol="0" anchor="ctr"/>
          <a:lstStyle/>
          <a:p>
            <a:pPr marL="0" indent="0" algn="ctr">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8" name="Shape 3">
            <a:extLst>
              <a:ext uri="{FF2B5EF4-FFF2-40B4-BE49-F238E27FC236}">
                <a16:creationId xmlns:a16="http://schemas.microsoft.com/office/drawing/2014/main" id="{E868DB2F-E71F-F0B4-3F7C-C71F21526B2E}"/>
              </a:ext>
            </a:extLst>
          </p:cNvPr>
          <p:cNvSpPr/>
          <p:nvPr/>
        </p:nvSpPr>
        <p:spPr>
          <a:xfrm>
            <a:off x="2049864" y="2150347"/>
            <a:ext cx="5057335" cy="7536"/>
          </a:xfrm>
          <a:prstGeom prst="line">
            <a:avLst/>
          </a:prstGeom>
          <a:noFill/>
          <a:ln w="25400">
            <a:solidFill>
              <a:srgbClr val="F9A825"/>
            </a:solidFill>
            <a:prstDash val="solid"/>
          </a:ln>
        </p:spPr>
        <p:txBody>
          <a:bodyPr/>
          <a:lstStyle/>
          <a:p>
            <a:endParaRPr lang="en-IN"/>
          </a:p>
        </p:txBody>
      </p:sp>
      <p:sp>
        <p:nvSpPr>
          <p:cNvPr id="9" name="Text 3">
            <a:extLst>
              <a:ext uri="{FF2B5EF4-FFF2-40B4-BE49-F238E27FC236}">
                <a16:creationId xmlns:a16="http://schemas.microsoft.com/office/drawing/2014/main" id="{60F5F5B8-FDFE-674D-E06D-BA3A639644AB}"/>
              </a:ext>
            </a:extLst>
          </p:cNvPr>
          <p:cNvSpPr/>
          <p:nvPr/>
        </p:nvSpPr>
        <p:spPr>
          <a:xfrm>
            <a:off x="457200" y="2331720"/>
            <a:ext cx="8229600" cy="438912"/>
          </a:xfrm>
          <a:prstGeom prst="rect">
            <a:avLst/>
          </a:prstGeom>
          <a:noFill/>
          <a:ln/>
        </p:spPr>
        <p:txBody>
          <a:bodyPr wrap="square" rtlCol="0" anchor="ctr"/>
          <a:lstStyle/>
          <a:p>
            <a:pPr algn="ctr"/>
            <a:r>
              <a:rPr lang="en-US" sz="1800" i="1" dirty="0">
                <a:solidFill>
                  <a:srgbClr val="B2EBF2"/>
                </a:solidFill>
                <a:latin typeface="Calibri" pitchFamily="34" charset="0"/>
                <a:ea typeface="Calibri" pitchFamily="34" charset="-122"/>
                <a:cs typeface="Calibri" pitchFamily="34" charset="-120"/>
              </a:rPr>
              <a:t>End of 1</a:t>
            </a:r>
            <a:r>
              <a:rPr lang="en-US" sz="1800" i="1" baseline="30000" dirty="0">
                <a:solidFill>
                  <a:srgbClr val="B2EBF2"/>
                </a:solidFill>
                <a:latin typeface="Calibri" pitchFamily="34" charset="0"/>
                <a:ea typeface="Calibri" pitchFamily="34" charset="-122"/>
                <a:cs typeface="Calibri" pitchFamily="34" charset="-120"/>
              </a:rPr>
              <a:t>st</a:t>
            </a:r>
            <a:r>
              <a:rPr lang="en-US" sz="1800" i="1" dirty="0">
                <a:solidFill>
                  <a:srgbClr val="B2EBF2"/>
                </a:solidFill>
                <a:latin typeface="Calibri" pitchFamily="34" charset="0"/>
                <a:ea typeface="Calibri" pitchFamily="34" charset="-122"/>
                <a:cs typeface="Calibri" pitchFamily="34" charset="-120"/>
              </a:rPr>
              <a:t> </a:t>
            </a:r>
            <a:r>
              <a:rPr lang="en-US" i="1" dirty="0">
                <a:solidFill>
                  <a:srgbClr val="B2EBF2"/>
                </a:solidFill>
                <a:latin typeface="Calibri" pitchFamily="34" charset="0"/>
                <a:ea typeface="Calibri" pitchFamily="34" charset="-122"/>
                <a:cs typeface="Calibri" pitchFamily="34" charset="-120"/>
              </a:rPr>
              <a:t>Day Program – Introduction to AI &amp; ML </a:t>
            </a:r>
            <a:endParaRPr lang="en-US" sz="1800" dirty="0"/>
          </a:p>
        </p:txBody>
      </p:sp>
    </p:spTree>
    <p:extLst>
      <p:ext uri="{BB962C8B-B14F-4D97-AF65-F5344CB8AC3E}">
        <p14:creationId xmlns:p14="http://schemas.microsoft.com/office/powerpoint/2010/main" val="26146493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3">
    <p:bg>
      <p:bgPr>
        <a:solidFill>
          <a:srgbClr val="006064"/>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9A825"/>
          </a:solidFill>
          <a:ln w="12700">
            <a:solidFill>
              <a:srgbClr val="F9A825"/>
            </a:solidFill>
            <a:prstDash val="solid"/>
          </a:ln>
        </p:spPr>
        <p:txBody>
          <a:bodyPr/>
          <a:lstStyle/>
          <a:p>
            <a:endParaRPr lang="en-IN"/>
          </a:p>
        </p:txBody>
      </p:sp>
      <p:sp>
        <p:nvSpPr>
          <p:cNvPr id="3" name="Text 1"/>
          <p:cNvSpPr/>
          <p:nvPr/>
        </p:nvSpPr>
        <p:spPr>
          <a:xfrm>
            <a:off x="274320" y="457200"/>
            <a:ext cx="8595360" cy="1097280"/>
          </a:xfrm>
          <a:prstGeom prst="rect">
            <a:avLst/>
          </a:prstGeom>
          <a:noFill/>
          <a:ln/>
        </p:spPr>
        <p:txBody>
          <a:bodyPr wrap="square" rtlCol="0" anchor="ctr"/>
          <a:lstStyle/>
          <a:p>
            <a:pPr marL="0" indent="0">
              <a:buNone/>
            </a:pPr>
            <a:r>
              <a:rPr lang="en-US" sz="7200" b="1" dirty="0">
                <a:solidFill>
                  <a:srgbClr val="FFFFFF"/>
                </a:solidFill>
                <a:latin typeface="Calibri" pitchFamily="34" charset="0"/>
                <a:ea typeface="Calibri" pitchFamily="34" charset="-122"/>
                <a:cs typeface="Calibri" pitchFamily="34" charset="-120"/>
              </a:rPr>
              <a:t>DAY 2</a:t>
            </a:r>
            <a:endParaRPr lang="en-US" sz="7200" dirty="0"/>
          </a:p>
        </p:txBody>
      </p:sp>
      <p:sp>
        <p:nvSpPr>
          <p:cNvPr id="4" name="Text 2"/>
          <p:cNvSpPr/>
          <p:nvPr/>
        </p:nvSpPr>
        <p:spPr>
          <a:xfrm>
            <a:off x="274320" y="1554480"/>
            <a:ext cx="8595360" cy="411480"/>
          </a:xfrm>
          <a:prstGeom prst="rect">
            <a:avLst/>
          </a:prstGeom>
          <a:noFill/>
          <a:ln/>
        </p:spPr>
        <p:txBody>
          <a:bodyPr wrap="square" rtlCol="0" anchor="ctr"/>
          <a:lstStyle/>
          <a:p>
            <a:pPr marL="0" indent="0">
              <a:buNone/>
            </a:pPr>
            <a:r>
              <a:rPr lang="en-US" sz="1800" i="1" dirty="0">
                <a:solidFill>
                  <a:srgbClr val="B2EBF2"/>
                </a:solidFill>
                <a:latin typeface="Calibri" pitchFamily="34" charset="0"/>
                <a:ea typeface="Calibri" pitchFamily="34" charset="-122"/>
                <a:cs typeface="Calibri" pitchFamily="34" charset="-120"/>
              </a:rPr>
              <a:t>AI &amp; ML for Beginners</a:t>
            </a:r>
            <a:endParaRPr lang="en-US" sz="1800" dirty="0"/>
          </a:p>
        </p:txBody>
      </p:sp>
      <p:sp>
        <p:nvSpPr>
          <p:cNvPr id="5" name="Shape 3"/>
          <p:cNvSpPr/>
          <p:nvPr/>
        </p:nvSpPr>
        <p:spPr>
          <a:xfrm>
            <a:off x="274320" y="2057400"/>
            <a:ext cx="4572000" cy="0"/>
          </a:xfrm>
          <a:prstGeom prst="line">
            <a:avLst/>
          </a:prstGeom>
          <a:noFill/>
          <a:ln w="25400">
            <a:solidFill>
              <a:srgbClr val="F9A825"/>
            </a:solidFill>
            <a:prstDash val="solid"/>
          </a:ln>
        </p:spPr>
        <p:txBody>
          <a:bodyPr/>
          <a:lstStyle/>
          <a:p>
            <a:endParaRPr lang="en-IN"/>
          </a:p>
        </p:txBody>
      </p:sp>
      <p:sp>
        <p:nvSpPr>
          <p:cNvPr id="6" name="Text 4"/>
          <p:cNvSpPr/>
          <p:nvPr/>
        </p:nvSpPr>
        <p:spPr>
          <a:xfrm>
            <a:off x="365760" y="2240280"/>
            <a:ext cx="8503920" cy="402336"/>
          </a:xfrm>
          <a:prstGeom prst="rect">
            <a:avLst/>
          </a:prstGeom>
          <a:noFill/>
          <a:ln/>
        </p:spPr>
        <p:txBody>
          <a:bodyPr wrap="square" rtlCol="0" anchor="ctr"/>
          <a:lstStyle/>
          <a:p>
            <a:pPr marL="0" indent="0">
              <a:buNone/>
            </a:pPr>
            <a:r>
              <a:rPr lang="en-US" sz="1400" dirty="0">
                <a:solidFill>
                  <a:srgbClr val="E0F7FA"/>
                </a:solidFill>
                <a:latin typeface="Calibri" pitchFamily="34" charset="0"/>
                <a:ea typeface="Calibri" pitchFamily="34" charset="-122"/>
                <a:cs typeface="Calibri" pitchFamily="34" charset="-120"/>
              </a:rPr>
              <a:t>Introduction to Neural Networks</a:t>
            </a:r>
            <a:endParaRPr lang="en-US" sz="1400" dirty="0"/>
          </a:p>
        </p:txBody>
      </p:sp>
      <p:sp>
        <p:nvSpPr>
          <p:cNvPr id="7" name="Text 5"/>
          <p:cNvSpPr/>
          <p:nvPr/>
        </p:nvSpPr>
        <p:spPr>
          <a:xfrm>
            <a:off x="365760" y="2715768"/>
            <a:ext cx="8503920" cy="402336"/>
          </a:xfrm>
          <a:prstGeom prst="rect">
            <a:avLst/>
          </a:prstGeom>
          <a:noFill/>
          <a:ln/>
        </p:spPr>
        <p:txBody>
          <a:bodyPr wrap="square" rtlCol="0" anchor="ctr"/>
          <a:lstStyle/>
          <a:p>
            <a:r>
              <a:rPr lang="en-US" sz="1400" dirty="0">
                <a:solidFill>
                  <a:srgbClr val="E0F7FA"/>
                </a:solidFill>
                <a:latin typeface="Calibri" pitchFamily="34" charset="0"/>
                <a:ea typeface="Calibri" pitchFamily="34" charset="-122"/>
                <a:cs typeface="Calibri" pitchFamily="34" charset="-120"/>
              </a:rPr>
              <a:t>Introduction to Transformers &amp; LLMs</a:t>
            </a:r>
            <a:endParaRPr lang="en-US" sz="1400" dirty="0"/>
          </a:p>
        </p:txBody>
      </p:sp>
      <p:sp>
        <p:nvSpPr>
          <p:cNvPr id="8" name="Text 6"/>
          <p:cNvSpPr/>
          <p:nvPr/>
        </p:nvSpPr>
        <p:spPr>
          <a:xfrm>
            <a:off x="365760" y="3191256"/>
            <a:ext cx="8503920" cy="402336"/>
          </a:xfrm>
          <a:prstGeom prst="rect">
            <a:avLst/>
          </a:prstGeom>
          <a:noFill/>
          <a:ln/>
        </p:spPr>
        <p:txBody>
          <a:bodyPr wrap="square" rtlCol="0" anchor="ctr"/>
          <a:lstStyle/>
          <a:p>
            <a:pPr marL="0" indent="0">
              <a:buNone/>
            </a:pPr>
            <a:r>
              <a:rPr lang="en-US" sz="1400" dirty="0">
                <a:solidFill>
                  <a:srgbClr val="E0F7FA"/>
                </a:solidFill>
                <a:latin typeface="Calibri" pitchFamily="34" charset="0"/>
                <a:ea typeface="Calibri" pitchFamily="34" charset="-122"/>
                <a:cs typeface="Calibri" pitchFamily="34" charset="-120"/>
              </a:rPr>
              <a:t>Deep Dive — Python Coding and Implementations</a:t>
            </a:r>
            <a:endParaRPr lang="en-US" sz="1400" dirty="0"/>
          </a:p>
        </p:txBody>
      </p:sp>
      <p:sp>
        <p:nvSpPr>
          <p:cNvPr id="9" name="Text 7"/>
          <p:cNvSpPr/>
          <p:nvPr/>
        </p:nvSpPr>
        <p:spPr>
          <a:xfrm>
            <a:off x="365760" y="4144443"/>
            <a:ext cx="8503920" cy="402336"/>
          </a:xfrm>
          <a:prstGeom prst="rect">
            <a:avLst/>
          </a:prstGeom>
          <a:noFill/>
          <a:ln/>
        </p:spPr>
        <p:txBody>
          <a:bodyPr wrap="square" rtlCol="0" anchor="ctr"/>
          <a:lstStyle/>
          <a:p>
            <a:pPr marL="0" indent="0">
              <a:buNone/>
            </a:pPr>
            <a:r>
              <a:rPr lang="en-US" sz="1400" dirty="0">
                <a:solidFill>
                  <a:srgbClr val="E0F7FA"/>
                </a:solidFill>
                <a:latin typeface="Calibri" pitchFamily="34" charset="0"/>
                <a:ea typeface="Calibri" pitchFamily="34" charset="-122"/>
                <a:cs typeface="Calibri" pitchFamily="34" charset="-120"/>
              </a:rPr>
              <a:t>Review and Connecting the Dots</a:t>
            </a:r>
            <a:endParaRPr lang="en-US" sz="1400" dirty="0"/>
          </a:p>
        </p:txBody>
      </p:sp>
      <p:sp>
        <p:nvSpPr>
          <p:cNvPr id="10" name="Text 8"/>
          <p:cNvSpPr/>
          <p:nvPr/>
        </p:nvSpPr>
        <p:spPr>
          <a:xfrm>
            <a:off x="365760" y="4619463"/>
            <a:ext cx="8503920" cy="402336"/>
          </a:xfrm>
          <a:prstGeom prst="rect">
            <a:avLst/>
          </a:prstGeom>
          <a:noFill/>
          <a:ln/>
        </p:spPr>
        <p:txBody>
          <a:bodyPr wrap="square" rtlCol="0" anchor="ctr"/>
          <a:lstStyle/>
          <a:p>
            <a:pPr marL="0" indent="0">
              <a:buNone/>
            </a:pPr>
            <a:r>
              <a:rPr lang="en-US" sz="1400" dirty="0">
                <a:solidFill>
                  <a:srgbClr val="E0F7FA"/>
                </a:solidFill>
                <a:latin typeface="Calibri" pitchFamily="34" charset="0"/>
                <a:ea typeface="Calibri" pitchFamily="34" charset="-122"/>
                <a:cs typeface="Calibri" pitchFamily="34" charset="-120"/>
              </a:rPr>
              <a:t>Conclusion</a:t>
            </a:r>
            <a:endParaRPr lang="en-US" sz="1400" dirty="0"/>
          </a:p>
        </p:txBody>
      </p:sp>
      <p:sp>
        <p:nvSpPr>
          <p:cNvPr id="11" name="Text 6">
            <a:extLst>
              <a:ext uri="{FF2B5EF4-FFF2-40B4-BE49-F238E27FC236}">
                <a16:creationId xmlns:a16="http://schemas.microsoft.com/office/drawing/2014/main" id="{D183CA41-D059-4098-D6D2-90F2EA3F67C3}"/>
              </a:ext>
            </a:extLst>
          </p:cNvPr>
          <p:cNvSpPr/>
          <p:nvPr/>
        </p:nvSpPr>
        <p:spPr>
          <a:xfrm>
            <a:off x="365760" y="3664299"/>
            <a:ext cx="8503920" cy="402336"/>
          </a:xfrm>
          <a:prstGeom prst="rect">
            <a:avLst/>
          </a:prstGeom>
          <a:noFill/>
          <a:ln/>
        </p:spPr>
        <p:txBody>
          <a:bodyPr wrap="square" rtlCol="0" anchor="ctr"/>
          <a:lstStyle/>
          <a:p>
            <a:pPr marL="0" indent="0">
              <a:buNone/>
            </a:pPr>
            <a:r>
              <a:rPr lang="en-US" sz="1400" dirty="0">
                <a:solidFill>
                  <a:srgbClr val="E0F7FA"/>
                </a:solidFill>
                <a:latin typeface="Calibri" pitchFamily="34" charset="0"/>
                <a:ea typeface="Calibri" pitchFamily="34" charset="-122"/>
                <a:cs typeface="Calibri" pitchFamily="34" charset="-120"/>
              </a:rPr>
              <a:t>Understanding Agentic AI</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p:cNvSpPr/>
          <p:nvPr/>
        </p:nvSpPr>
        <p:spPr>
          <a:xfrm>
            <a:off x="320040" y="347472"/>
            <a:ext cx="8503920" cy="548640"/>
          </a:xfrm>
          <a:prstGeom prst="rect">
            <a:avLst/>
          </a:prstGeom>
          <a:noFill/>
          <a:ln/>
        </p:spPr>
        <p:txBody>
          <a:bodyPr wrap="square" rtlCol="0" anchor="ctr"/>
          <a:lstStyle/>
          <a:p>
            <a:pPr marL="0" indent="0">
              <a:buNone/>
            </a:pPr>
            <a:r>
              <a:rPr lang="en-US" sz="2600" b="1" dirty="0">
                <a:solidFill>
                  <a:srgbClr val="006064"/>
                </a:solidFill>
                <a:latin typeface="Calibri" pitchFamily="34" charset="0"/>
                <a:ea typeface="Calibri" pitchFamily="34" charset="-122"/>
                <a:cs typeface="Calibri" pitchFamily="34" charset="-120"/>
              </a:rPr>
              <a:t>Day 2 — Programme &amp; Day 1 Key Takeaways</a:t>
            </a:r>
            <a:endParaRPr lang="en-US" sz="2600" dirty="0"/>
          </a:p>
        </p:txBody>
      </p:sp>
      <p:sp>
        <p:nvSpPr>
          <p:cNvPr id="4" name="Shape 2"/>
          <p:cNvSpPr/>
          <p:nvPr/>
        </p:nvSpPr>
        <p:spPr>
          <a:xfrm>
            <a:off x="320040" y="987552"/>
            <a:ext cx="5303520" cy="45720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5" name="Shape 3"/>
          <p:cNvSpPr/>
          <p:nvPr/>
        </p:nvSpPr>
        <p:spPr>
          <a:xfrm>
            <a:off x="320040" y="987552"/>
            <a:ext cx="438912" cy="457200"/>
          </a:xfrm>
          <a:prstGeom prst="rect">
            <a:avLst/>
          </a:prstGeom>
          <a:solidFill>
            <a:srgbClr val="006064"/>
          </a:solidFill>
          <a:ln w="12700">
            <a:solidFill>
              <a:srgbClr val="006064"/>
            </a:solidFill>
            <a:prstDash val="solid"/>
          </a:ln>
        </p:spPr>
        <p:txBody>
          <a:bodyPr/>
          <a:lstStyle/>
          <a:p>
            <a:endParaRPr lang="en-IN"/>
          </a:p>
        </p:txBody>
      </p:sp>
      <p:sp>
        <p:nvSpPr>
          <p:cNvPr id="6" name="Text 4"/>
          <p:cNvSpPr/>
          <p:nvPr/>
        </p:nvSpPr>
        <p:spPr>
          <a:xfrm>
            <a:off x="320040" y="987552"/>
            <a:ext cx="438912" cy="457200"/>
          </a:xfrm>
          <a:prstGeom prst="rect">
            <a:avLst/>
          </a:prstGeom>
          <a:noFill/>
          <a:ln/>
        </p:spPr>
        <p:txBody>
          <a:bodyPr wrap="square" rtlCol="0" anchor="ctr"/>
          <a:lstStyle/>
          <a:p>
            <a:pPr marL="0" indent="0" algn="ctr">
              <a:buNone/>
            </a:pPr>
            <a:endParaRPr lang="en-US" sz="1200" dirty="0"/>
          </a:p>
        </p:txBody>
      </p:sp>
      <p:sp>
        <p:nvSpPr>
          <p:cNvPr id="7" name="Text 5"/>
          <p:cNvSpPr/>
          <p:nvPr/>
        </p:nvSpPr>
        <p:spPr>
          <a:xfrm>
            <a:off x="804672" y="1033272"/>
            <a:ext cx="3200400" cy="256032"/>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Neural Networks</a:t>
            </a:r>
            <a:endParaRPr lang="en-US" sz="1100" dirty="0"/>
          </a:p>
        </p:txBody>
      </p:sp>
      <p:sp>
        <p:nvSpPr>
          <p:cNvPr id="9" name="Text 7"/>
          <p:cNvSpPr/>
          <p:nvPr/>
        </p:nvSpPr>
        <p:spPr>
          <a:xfrm>
            <a:off x="4023360" y="1078992"/>
            <a:ext cx="1463040"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09:00–10:30</a:t>
            </a:r>
            <a:endParaRPr lang="en-US" sz="900" dirty="0"/>
          </a:p>
        </p:txBody>
      </p:sp>
      <p:sp>
        <p:nvSpPr>
          <p:cNvPr id="10" name="Shape 8"/>
          <p:cNvSpPr/>
          <p:nvPr/>
        </p:nvSpPr>
        <p:spPr>
          <a:xfrm>
            <a:off x="320040" y="1517904"/>
            <a:ext cx="5303520" cy="45720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1" name="Shape 9"/>
          <p:cNvSpPr/>
          <p:nvPr/>
        </p:nvSpPr>
        <p:spPr>
          <a:xfrm>
            <a:off x="320040" y="1517904"/>
            <a:ext cx="438912" cy="457200"/>
          </a:xfrm>
          <a:prstGeom prst="rect">
            <a:avLst/>
          </a:prstGeom>
          <a:solidFill>
            <a:srgbClr val="006064"/>
          </a:solidFill>
          <a:ln w="12700">
            <a:solidFill>
              <a:srgbClr val="006064"/>
            </a:solidFill>
            <a:prstDash val="solid"/>
          </a:ln>
        </p:spPr>
        <p:txBody>
          <a:bodyPr/>
          <a:lstStyle/>
          <a:p>
            <a:endParaRPr lang="en-IN"/>
          </a:p>
        </p:txBody>
      </p:sp>
      <p:sp>
        <p:nvSpPr>
          <p:cNvPr id="12" name="Text 10"/>
          <p:cNvSpPr/>
          <p:nvPr/>
        </p:nvSpPr>
        <p:spPr>
          <a:xfrm>
            <a:off x="320040" y="1517904"/>
            <a:ext cx="438912" cy="457200"/>
          </a:xfrm>
          <a:prstGeom prst="rect">
            <a:avLst/>
          </a:prstGeom>
          <a:noFill/>
          <a:ln/>
        </p:spPr>
        <p:txBody>
          <a:bodyPr wrap="square" rtlCol="0" anchor="ctr"/>
          <a:lstStyle/>
          <a:p>
            <a:pPr marL="0" indent="0" algn="ctr">
              <a:buNone/>
            </a:pPr>
            <a:endParaRPr lang="en-US" sz="1200" dirty="0"/>
          </a:p>
        </p:txBody>
      </p:sp>
      <p:sp>
        <p:nvSpPr>
          <p:cNvPr id="13" name="Text 11"/>
          <p:cNvSpPr/>
          <p:nvPr/>
        </p:nvSpPr>
        <p:spPr>
          <a:xfrm>
            <a:off x="804672" y="1563624"/>
            <a:ext cx="3200400" cy="256032"/>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Transformer models and LLMs</a:t>
            </a:r>
            <a:endParaRPr lang="en-US" sz="1100" dirty="0"/>
          </a:p>
        </p:txBody>
      </p:sp>
      <p:sp>
        <p:nvSpPr>
          <p:cNvPr id="15" name="Text 13"/>
          <p:cNvSpPr/>
          <p:nvPr/>
        </p:nvSpPr>
        <p:spPr>
          <a:xfrm>
            <a:off x="4023360" y="1609344"/>
            <a:ext cx="1463040"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10:45–12:30</a:t>
            </a:r>
            <a:endParaRPr lang="en-US" sz="900" dirty="0"/>
          </a:p>
        </p:txBody>
      </p:sp>
      <p:sp>
        <p:nvSpPr>
          <p:cNvPr id="16" name="Shape 14"/>
          <p:cNvSpPr/>
          <p:nvPr/>
        </p:nvSpPr>
        <p:spPr>
          <a:xfrm>
            <a:off x="320040" y="2048256"/>
            <a:ext cx="5303520" cy="45720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7" name="Shape 15"/>
          <p:cNvSpPr/>
          <p:nvPr/>
        </p:nvSpPr>
        <p:spPr>
          <a:xfrm>
            <a:off x="320040" y="2048256"/>
            <a:ext cx="438912" cy="457200"/>
          </a:xfrm>
          <a:prstGeom prst="rect">
            <a:avLst/>
          </a:prstGeom>
          <a:solidFill>
            <a:srgbClr val="006064"/>
          </a:solidFill>
          <a:ln w="12700">
            <a:solidFill>
              <a:srgbClr val="006064"/>
            </a:solidFill>
            <a:prstDash val="solid"/>
          </a:ln>
        </p:spPr>
        <p:txBody>
          <a:bodyPr/>
          <a:lstStyle/>
          <a:p>
            <a:endParaRPr lang="en-IN"/>
          </a:p>
        </p:txBody>
      </p:sp>
      <p:sp>
        <p:nvSpPr>
          <p:cNvPr id="18" name="Text 16"/>
          <p:cNvSpPr/>
          <p:nvPr/>
        </p:nvSpPr>
        <p:spPr>
          <a:xfrm>
            <a:off x="320040" y="2048256"/>
            <a:ext cx="438912" cy="457200"/>
          </a:xfrm>
          <a:prstGeom prst="rect">
            <a:avLst/>
          </a:prstGeom>
          <a:noFill/>
          <a:ln/>
        </p:spPr>
        <p:txBody>
          <a:bodyPr wrap="square" rtlCol="0" anchor="ctr"/>
          <a:lstStyle/>
          <a:p>
            <a:pPr marL="0" indent="0" algn="ctr">
              <a:buNone/>
            </a:pPr>
            <a:endParaRPr lang="en-US" sz="1200" dirty="0"/>
          </a:p>
        </p:txBody>
      </p:sp>
      <p:sp>
        <p:nvSpPr>
          <p:cNvPr id="19" name="Text 17"/>
          <p:cNvSpPr/>
          <p:nvPr/>
        </p:nvSpPr>
        <p:spPr>
          <a:xfrm>
            <a:off x="804672" y="2093976"/>
            <a:ext cx="3200400" cy="256032"/>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Deep Dive: Python Coding &amp; Implementations</a:t>
            </a:r>
            <a:endParaRPr lang="en-US" sz="1100" dirty="0"/>
          </a:p>
        </p:txBody>
      </p:sp>
      <p:sp>
        <p:nvSpPr>
          <p:cNvPr id="21" name="Text 19"/>
          <p:cNvSpPr/>
          <p:nvPr/>
        </p:nvSpPr>
        <p:spPr>
          <a:xfrm>
            <a:off x="4023360" y="2139696"/>
            <a:ext cx="1463040"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13:30–15:00</a:t>
            </a:r>
            <a:endParaRPr lang="en-US" sz="900" dirty="0"/>
          </a:p>
        </p:txBody>
      </p:sp>
      <p:sp>
        <p:nvSpPr>
          <p:cNvPr id="22" name="Shape 20"/>
          <p:cNvSpPr/>
          <p:nvPr/>
        </p:nvSpPr>
        <p:spPr>
          <a:xfrm>
            <a:off x="320040" y="2578608"/>
            <a:ext cx="5303520" cy="45720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23" name="Shape 21"/>
          <p:cNvSpPr/>
          <p:nvPr/>
        </p:nvSpPr>
        <p:spPr>
          <a:xfrm>
            <a:off x="320040" y="2578608"/>
            <a:ext cx="438912" cy="457200"/>
          </a:xfrm>
          <a:prstGeom prst="rect">
            <a:avLst/>
          </a:prstGeom>
          <a:solidFill>
            <a:srgbClr val="006064"/>
          </a:solidFill>
          <a:ln w="12700">
            <a:solidFill>
              <a:srgbClr val="006064"/>
            </a:solidFill>
            <a:prstDash val="solid"/>
          </a:ln>
        </p:spPr>
        <p:txBody>
          <a:bodyPr/>
          <a:lstStyle/>
          <a:p>
            <a:endParaRPr lang="en-IN"/>
          </a:p>
        </p:txBody>
      </p:sp>
      <p:sp>
        <p:nvSpPr>
          <p:cNvPr id="24" name="Text 22"/>
          <p:cNvSpPr/>
          <p:nvPr/>
        </p:nvSpPr>
        <p:spPr>
          <a:xfrm>
            <a:off x="320040" y="2578608"/>
            <a:ext cx="438912" cy="457200"/>
          </a:xfrm>
          <a:prstGeom prst="rect">
            <a:avLst/>
          </a:prstGeom>
          <a:noFill/>
          <a:ln/>
        </p:spPr>
        <p:txBody>
          <a:bodyPr wrap="square" rtlCol="0" anchor="ctr"/>
          <a:lstStyle/>
          <a:p>
            <a:pPr marL="0" indent="0" algn="ctr">
              <a:buNone/>
            </a:pPr>
            <a:endParaRPr lang="en-US" sz="1200" dirty="0"/>
          </a:p>
        </p:txBody>
      </p:sp>
      <p:sp>
        <p:nvSpPr>
          <p:cNvPr id="25" name="Text 23"/>
          <p:cNvSpPr/>
          <p:nvPr/>
        </p:nvSpPr>
        <p:spPr>
          <a:xfrm>
            <a:off x="804672" y="2624328"/>
            <a:ext cx="3200400" cy="256032"/>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Understanding Agentic AI</a:t>
            </a:r>
            <a:endParaRPr lang="en-US" sz="1100" dirty="0"/>
          </a:p>
        </p:txBody>
      </p:sp>
      <p:sp>
        <p:nvSpPr>
          <p:cNvPr id="27" name="Text 25"/>
          <p:cNvSpPr/>
          <p:nvPr/>
        </p:nvSpPr>
        <p:spPr>
          <a:xfrm>
            <a:off x="4023360" y="2670048"/>
            <a:ext cx="1463040"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15:00–16:00</a:t>
            </a:r>
            <a:endParaRPr lang="en-US" sz="900" dirty="0"/>
          </a:p>
        </p:txBody>
      </p:sp>
      <p:sp>
        <p:nvSpPr>
          <p:cNvPr id="28" name="Shape 26"/>
          <p:cNvSpPr/>
          <p:nvPr/>
        </p:nvSpPr>
        <p:spPr>
          <a:xfrm>
            <a:off x="320040" y="3764866"/>
            <a:ext cx="5303520" cy="45720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29" name="Shape 27"/>
          <p:cNvSpPr/>
          <p:nvPr/>
        </p:nvSpPr>
        <p:spPr>
          <a:xfrm>
            <a:off x="329184" y="3771448"/>
            <a:ext cx="438912" cy="457200"/>
          </a:xfrm>
          <a:prstGeom prst="rect">
            <a:avLst/>
          </a:prstGeom>
          <a:solidFill>
            <a:srgbClr val="006064"/>
          </a:solidFill>
          <a:ln w="12700">
            <a:solidFill>
              <a:srgbClr val="006064"/>
            </a:solidFill>
            <a:prstDash val="solid"/>
          </a:ln>
        </p:spPr>
        <p:txBody>
          <a:bodyPr/>
          <a:lstStyle/>
          <a:p>
            <a:endParaRPr lang="en-IN"/>
          </a:p>
        </p:txBody>
      </p:sp>
      <p:sp>
        <p:nvSpPr>
          <p:cNvPr id="30" name="Text 28"/>
          <p:cNvSpPr/>
          <p:nvPr/>
        </p:nvSpPr>
        <p:spPr>
          <a:xfrm>
            <a:off x="320040" y="3108960"/>
            <a:ext cx="438912" cy="457200"/>
          </a:xfrm>
          <a:prstGeom prst="rect">
            <a:avLst/>
          </a:prstGeom>
          <a:noFill/>
          <a:ln/>
        </p:spPr>
        <p:txBody>
          <a:bodyPr wrap="square" rtlCol="0" anchor="ctr"/>
          <a:lstStyle/>
          <a:p>
            <a:pPr marL="0" indent="0" algn="ctr">
              <a:buNone/>
            </a:pPr>
            <a:endParaRPr lang="en-US" sz="1200" dirty="0"/>
          </a:p>
        </p:txBody>
      </p:sp>
      <p:sp>
        <p:nvSpPr>
          <p:cNvPr id="31" name="Text 29"/>
          <p:cNvSpPr/>
          <p:nvPr/>
        </p:nvSpPr>
        <p:spPr>
          <a:xfrm>
            <a:off x="822960" y="3841309"/>
            <a:ext cx="3200400" cy="256032"/>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Conclusion</a:t>
            </a:r>
            <a:endParaRPr lang="en-US" sz="1100" dirty="0"/>
          </a:p>
        </p:txBody>
      </p:sp>
      <p:sp>
        <p:nvSpPr>
          <p:cNvPr id="33" name="Text 31"/>
          <p:cNvSpPr/>
          <p:nvPr/>
        </p:nvSpPr>
        <p:spPr>
          <a:xfrm>
            <a:off x="4023360" y="3200400"/>
            <a:ext cx="1463040"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16:00–17:00</a:t>
            </a:r>
            <a:endParaRPr lang="en-US" sz="900" dirty="0"/>
          </a:p>
        </p:txBody>
      </p:sp>
      <p:sp>
        <p:nvSpPr>
          <p:cNvPr id="34" name="Shape 32"/>
          <p:cNvSpPr/>
          <p:nvPr/>
        </p:nvSpPr>
        <p:spPr>
          <a:xfrm>
            <a:off x="5806440" y="960120"/>
            <a:ext cx="3017520" cy="370332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35" name="Shape 33"/>
          <p:cNvSpPr/>
          <p:nvPr/>
        </p:nvSpPr>
        <p:spPr>
          <a:xfrm>
            <a:off x="5806440" y="960120"/>
            <a:ext cx="3017520" cy="45720"/>
          </a:xfrm>
          <a:prstGeom prst="rect">
            <a:avLst/>
          </a:prstGeom>
          <a:solidFill>
            <a:srgbClr val="1565C0"/>
          </a:solidFill>
          <a:ln w="12700">
            <a:solidFill>
              <a:srgbClr val="1565C0"/>
            </a:solidFill>
            <a:prstDash val="solid"/>
          </a:ln>
        </p:spPr>
        <p:txBody>
          <a:bodyPr/>
          <a:lstStyle/>
          <a:p>
            <a:endParaRPr lang="en-IN"/>
          </a:p>
        </p:txBody>
      </p:sp>
      <p:sp>
        <p:nvSpPr>
          <p:cNvPr id="36" name="Text 34"/>
          <p:cNvSpPr/>
          <p:nvPr/>
        </p:nvSpPr>
        <p:spPr>
          <a:xfrm>
            <a:off x="5916168" y="1005840"/>
            <a:ext cx="2798064" cy="274320"/>
          </a:xfrm>
          <a:prstGeom prst="rect">
            <a:avLst/>
          </a:prstGeom>
          <a:noFill/>
          <a:ln/>
        </p:spPr>
        <p:txBody>
          <a:bodyPr wrap="square" rtlCol="0" anchor="ctr"/>
          <a:lstStyle/>
          <a:p>
            <a:pPr marL="0" indent="0">
              <a:buNone/>
            </a:pPr>
            <a:r>
              <a:rPr lang="en-US" sz="1400" b="1" dirty="0">
                <a:solidFill>
                  <a:srgbClr val="1565C0"/>
                </a:solidFill>
                <a:latin typeface="Garamond" panose="02020404030301010803" pitchFamily="18" charset="0"/>
                <a:ea typeface="Calibri" pitchFamily="34" charset="-122"/>
                <a:cs typeface="Calibri" pitchFamily="34" charset="-120"/>
              </a:rPr>
              <a:t>Day 1 Recap</a:t>
            </a:r>
            <a:endParaRPr lang="en-US" sz="1400" b="1" dirty="0">
              <a:latin typeface="Garamond" panose="02020404030301010803" pitchFamily="18" charset="0"/>
            </a:endParaRPr>
          </a:p>
        </p:txBody>
      </p:sp>
      <p:sp>
        <p:nvSpPr>
          <p:cNvPr id="37" name="Text 35"/>
          <p:cNvSpPr/>
          <p:nvPr/>
        </p:nvSpPr>
        <p:spPr>
          <a:xfrm>
            <a:off x="5916168" y="1353312"/>
            <a:ext cx="2798064" cy="3200400"/>
          </a:xfrm>
          <a:prstGeom prst="rect">
            <a:avLst/>
          </a:prstGeom>
          <a:noFill/>
          <a:ln/>
        </p:spPr>
        <p:txBody>
          <a:bodyPr wrap="square" rtlCol="0" anchor="t"/>
          <a:lstStyle/>
          <a:p>
            <a:pPr marL="342900" indent="-342900">
              <a:spcAft>
                <a:spcPts val="500"/>
              </a:spcAft>
              <a:buSzPct val="100000"/>
              <a:buChar char="•"/>
            </a:pPr>
            <a:r>
              <a:rPr lang="en-US" sz="1200" dirty="0">
                <a:solidFill>
                  <a:srgbClr val="212121"/>
                </a:solidFill>
                <a:latin typeface="Garamond" panose="02020404030301010803" pitchFamily="18" charset="0"/>
                <a:ea typeface="Calibri" pitchFamily="34" charset="-122"/>
                <a:cs typeface="Calibri" pitchFamily="34" charset="-120"/>
              </a:rPr>
              <a:t>ML extends biostatistics — same maths, different vocabulary</a:t>
            </a:r>
            <a:endParaRPr lang="en-US" sz="1200" dirty="0">
              <a:latin typeface="Garamond" panose="02020404030301010803" pitchFamily="18" charset="0"/>
            </a:endParaRPr>
          </a:p>
          <a:p>
            <a:pPr marL="342900" indent="-342900">
              <a:spcAft>
                <a:spcPts val="500"/>
              </a:spcAft>
              <a:buSzPct val="100000"/>
              <a:buChar char="•"/>
            </a:pPr>
            <a:r>
              <a:rPr lang="en-US" sz="1200" dirty="0">
                <a:solidFill>
                  <a:srgbClr val="212121"/>
                </a:solidFill>
                <a:latin typeface="Garamond" panose="02020404030301010803" pitchFamily="18" charset="0"/>
                <a:ea typeface="Calibri" pitchFamily="34" charset="-122"/>
                <a:cs typeface="Calibri" pitchFamily="34" charset="-120"/>
              </a:rPr>
              <a:t>Five algorithm types: DT, RF, XGBoost, SVM, KNN — each for different contexts</a:t>
            </a:r>
            <a:endParaRPr lang="en-US" sz="1200" dirty="0">
              <a:latin typeface="Garamond" panose="02020404030301010803" pitchFamily="18" charset="0"/>
            </a:endParaRPr>
          </a:p>
          <a:p>
            <a:pPr marL="342900" indent="-342900">
              <a:spcAft>
                <a:spcPts val="500"/>
              </a:spcAft>
              <a:buSzPct val="100000"/>
              <a:buChar char="•"/>
            </a:pPr>
            <a:r>
              <a:rPr lang="en-US" sz="1200" dirty="0">
                <a:solidFill>
                  <a:srgbClr val="212121"/>
                </a:solidFill>
                <a:latin typeface="Garamond" panose="02020404030301010803" pitchFamily="18" charset="0"/>
                <a:ea typeface="Calibri" pitchFamily="34" charset="-122"/>
                <a:cs typeface="Calibri" pitchFamily="34" charset="-120"/>
              </a:rPr>
              <a:t>Bias-variance tradeoff underlies every modelling decision</a:t>
            </a:r>
            <a:endParaRPr lang="en-US" sz="1200" dirty="0">
              <a:latin typeface="Garamond" panose="02020404030301010803" pitchFamily="18" charset="0"/>
            </a:endParaRPr>
          </a:p>
          <a:p>
            <a:pPr marL="342900" indent="-342900">
              <a:spcAft>
                <a:spcPts val="500"/>
              </a:spcAft>
              <a:buSzPct val="100000"/>
              <a:buChar char="•"/>
            </a:pPr>
            <a:r>
              <a:rPr lang="en-US" sz="1200" dirty="0">
                <a:solidFill>
                  <a:srgbClr val="212121"/>
                </a:solidFill>
                <a:latin typeface="Garamond" panose="02020404030301010803" pitchFamily="18" charset="0"/>
                <a:ea typeface="Calibri" pitchFamily="34" charset="-122"/>
                <a:cs typeface="Calibri" pitchFamily="34" charset="-120"/>
              </a:rPr>
              <a:t>Sensitivity &gt; Specificity for cancer screening (asymmetric costs)</a:t>
            </a:r>
            <a:endParaRPr lang="en-US" sz="1200" dirty="0">
              <a:latin typeface="Garamond" panose="02020404030301010803" pitchFamily="18" charset="0"/>
            </a:endParaRPr>
          </a:p>
          <a:p>
            <a:pPr marL="342900" indent="-342900">
              <a:spcAft>
                <a:spcPts val="500"/>
              </a:spcAft>
              <a:buSzPct val="100000"/>
              <a:buChar char="•"/>
            </a:pPr>
            <a:r>
              <a:rPr lang="en-US" sz="1200" dirty="0">
                <a:solidFill>
                  <a:srgbClr val="212121"/>
                </a:solidFill>
                <a:latin typeface="Garamond" panose="02020404030301010803" pitchFamily="18" charset="0"/>
                <a:ea typeface="Calibri" pitchFamily="34" charset="-122"/>
                <a:cs typeface="Calibri" pitchFamily="34" charset="-120"/>
              </a:rPr>
              <a:t>AWS + Git are the infrastructure for reproducible clinical AI</a:t>
            </a:r>
            <a:endParaRPr lang="en-US" sz="1200" dirty="0">
              <a:latin typeface="Garamond" panose="02020404030301010803" pitchFamily="18" charset="0"/>
            </a:endParaRPr>
          </a:p>
          <a:p>
            <a:pPr marL="342900" indent="-342900">
              <a:spcAft>
                <a:spcPts val="500"/>
              </a:spcAft>
              <a:buSzPct val="100000"/>
              <a:buChar char="•"/>
            </a:pPr>
            <a:r>
              <a:rPr lang="en-US" sz="1200" dirty="0">
                <a:solidFill>
                  <a:srgbClr val="212121"/>
                </a:solidFill>
                <a:latin typeface="Garamond" panose="02020404030301010803" pitchFamily="18" charset="0"/>
                <a:ea typeface="Calibri" pitchFamily="34" charset="-122"/>
                <a:cs typeface="Calibri" pitchFamily="34" charset="-120"/>
              </a:rPr>
              <a:t>Case Study 1: SVM achieved AUC=0.994 on breast cancer FNA</a:t>
            </a:r>
            <a:endParaRPr lang="en-US" sz="1200" dirty="0">
              <a:latin typeface="Garamond" panose="02020404030301010803" pitchFamily="18" charset="0"/>
            </a:endParaRPr>
          </a:p>
        </p:txBody>
      </p:sp>
      <p:sp>
        <p:nvSpPr>
          <p:cNvPr id="8" name="Shape 14">
            <a:extLst>
              <a:ext uri="{FF2B5EF4-FFF2-40B4-BE49-F238E27FC236}">
                <a16:creationId xmlns:a16="http://schemas.microsoft.com/office/drawing/2014/main" id="{960576B8-0C24-489A-C44A-1E0B2B0F9B97}"/>
              </a:ext>
            </a:extLst>
          </p:cNvPr>
          <p:cNvSpPr/>
          <p:nvPr/>
        </p:nvSpPr>
        <p:spPr>
          <a:xfrm>
            <a:off x="320040" y="3175028"/>
            <a:ext cx="5303520" cy="45720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4" name="Shape 27">
            <a:extLst>
              <a:ext uri="{FF2B5EF4-FFF2-40B4-BE49-F238E27FC236}">
                <a16:creationId xmlns:a16="http://schemas.microsoft.com/office/drawing/2014/main" id="{673E900B-45A5-BB4D-2E78-327BA050B1E4}"/>
              </a:ext>
            </a:extLst>
          </p:cNvPr>
          <p:cNvSpPr/>
          <p:nvPr/>
        </p:nvSpPr>
        <p:spPr>
          <a:xfrm>
            <a:off x="329184" y="3168446"/>
            <a:ext cx="438912" cy="457200"/>
          </a:xfrm>
          <a:prstGeom prst="rect">
            <a:avLst/>
          </a:prstGeom>
          <a:solidFill>
            <a:srgbClr val="006064"/>
          </a:solidFill>
          <a:ln w="12700">
            <a:solidFill>
              <a:srgbClr val="006064"/>
            </a:solidFill>
            <a:prstDash val="solid"/>
          </a:ln>
        </p:spPr>
        <p:txBody>
          <a:bodyPr/>
          <a:lstStyle/>
          <a:p>
            <a:endParaRPr lang="en-IN"/>
          </a:p>
        </p:txBody>
      </p:sp>
      <p:sp>
        <p:nvSpPr>
          <p:cNvPr id="20" name="Text 23">
            <a:extLst>
              <a:ext uri="{FF2B5EF4-FFF2-40B4-BE49-F238E27FC236}">
                <a16:creationId xmlns:a16="http://schemas.microsoft.com/office/drawing/2014/main" id="{A6686D63-1B6C-82AF-0799-8150D2D37C0D}"/>
              </a:ext>
            </a:extLst>
          </p:cNvPr>
          <p:cNvSpPr/>
          <p:nvPr/>
        </p:nvSpPr>
        <p:spPr>
          <a:xfrm>
            <a:off x="804672" y="3266468"/>
            <a:ext cx="3200400" cy="256032"/>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Review and Connecting the Dots</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5">
    <p:bg>
      <p:bgPr>
        <a:solidFill>
          <a:srgbClr val="006064"/>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A825"/>
          </a:solidFill>
          <a:ln w="12700">
            <a:solidFill>
              <a:srgbClr val="F9A825"/>
            </a:solidFill>
            <a:prstDash val="solid"/>
          </a:ln>
        </p:spPr>
        <p:txBody>
          <a:bodyPr/>
          <a:lstStyle/>
          <a:p>
            <a:endParaRPr lang="en-IN"/>
          </a:p>
        </p:txBody>
      </p:sp>
      <p:sp>
        <p:nvSpPr>
          <p:cNvPr id="3" name="Shape 1"/>
          <p:cNvSpPr/>
          <p:nvPr/>
        </p:nvSpPr>
        <p:spPr>
          <a:xfrm>
            <a:off x="0" y="5070348"/>
            <a:ext cx="9144000" cy="73152"/>
          </a:xfrm>
          <a:prstGeom prst="rect">
            <a:avLst/>
          </a:prstGeom>
          <a:solidFill>
            <a:srgbClr val="F9A825"/>
          </a:solidFill>
          <a:ln w="12700">
            <a:solidFill>
              <a:srgbClr val="F9A825"/>
            </a:solidFill>
            <a:prstDash val="solid"/>
          </a:ln>
        </p:spPr>
        <p:txBody>
          <a:bodyPr/>
          <a:lstStyle/>
          <a:p>
            <a:endParaRPr lang="en-IN"/>
          </a:p>
        </p:txBody>
      </p:sp>
      <p:sp>
        <p:nvSpPr>
          <p:cNvPr id="4" name="Text 2"/>
          <p:cNvSpPr/>
          <p:nvPr/>
        </p:nvSpPr>
        <p:spPr>
          <a:xfrm>
            <a:off x="457200" y="731520"/>
            <a:ext cx="8229600" cy="320040"/>
          </a:xfrm>
          <a:prstGeom prst="rect">
            <a:avLst/>
          </a:prstGeom>
          <a:noFill/>
          <a:ln/>
        </p:spPr>
        <p:txBody>
          <a:bodyPr wrap="square" rtlCol="0" anchor="ctr"/>
          <a:lstStyle/>
          <a:p>
            <a:pPr marL="0" indent="0">
              <a:buNone/>
            </a:pPr>
            <a:r>
              <a:rPr lang="en-US" sz="1100" b="1" kern="0" spc="400" dirty="0">
                <a:solidFill>
                  <a:srgbClr val="F9A825"/>
                </a:solidFill>
                <a:latin typeface="Calibri" pitchFamily="34" charset="0"/>
                <a:ea typeface="Calibri" pitchFamily="34" charset="-122"/>
                <a:cs typeface="Calibri" pitchFamily="34" charset="-120"/>
              </a:rPr>
              <a:t>SECTION 8</a:t>
            </a:r>
            <a:endParaRPr lang="en-US" sz="1100" dirty="0"/>
          </a:p>
        </p:txBody>
      </p:sp>
      <p:sp>
        <p:nvSpPr>
          <p:cNvPr id="5" name="Text 3"/>
          <p:cNvSpPr/>
          <p:nvPr/>
        </p:nvSpPr>
        <p:spPr>
          <a:xfrm>
            <a:off x="457200" y="1143000"/>
            <a:ext cx="8412480" cy="109728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Neural Networks</a:t>
            </a:r>
            <a:endParaRPr lang="en-US" sz="3800" dirty="0"/>
          </a:p>
        </p:txBody>
      </p:sp>
      <p:sp>
        <p:nvSpPr>
          <p:cNvPr id="6" name="Text 4"/>
          <p:cNvSpPr/>
          <p:nvPr/>
        </p:nvSpPr>
        <p:spPr>
          <a:xfrm>
            <a:off x="457200" y="2331720"/>
            <a:ext cx="8412480" cy="548640"/>
          </a:xfrm>
          <a:prstGeom prst="rect">
            <a:avLst/>
          </a:prstGeom>
          <a:noFill/>
          <a:ln/>
        </p:spPr>
        <p:txBody>
          <a:bodyPr wrap="square" rtlCol="0" anchor="ctr"/>
          <a:lstStyle/>
          <a:p>
            <a:pPr marL="0" indent="0">
              <a:buNone/>
            </a:pPr>
            <a:r>
              <a:rPr lang="en-US" sz="1700" dirty="0">
                <a:solidFill>
                  <a:srgbClr val="B2EBF2"/>
                </a:solidFill>
                <a:latin typeface="Calibri" pitchFamily="34" charset="0"/>
                <a:ea typeface="Calibri" pitchFamily="34" charset="-122"/>
                <a:cs typeface="Calibri" pitchFamily="34" charset="-120"/>
              </a:rPr>
              <a:t>From biological neurons to attention mechanisms — the architecture of modern AI</a:t>
            </a:r>
            <a:endParaRPr lang="en-US" sz="1700" dirty="0"/>
          </a:p>
        </p:txBody>
      </p:sp>
      <p:sp>
        <p:nvSpPr>
          <p:cNvPr id="7" name="Text 5"/>
          <p:cNvSpPr/>
          <p:nvPr/>
        </p:nvSpPr>
        <p:spPr>
          <a:xfrm>
            <a:off x="6858000" y="914400"/>
            <a:ext cx="2011680" cy="2743200"/>
          </a:xfrm>
          <a:prstGeom prst="rect">
            <a:avLst/>
          </a:prstGeom>
          <a:noFill/>
          <a:ln/>
        </p:spPr>
        <p:txBody>
          <a:bodyPr wrap="square" rtlCol="0" anchor="ctr"/>
          <a:lstStyle/>
          <a:p>
            <a:pPr marL="0" indent="0" algn="ctr">
              <a:buNone/>
            </a:pPr>
            <a:r>
              <a:rPr lang="en-US" sz="16000" b="1" dirty="0">
                <a:solidFill>
                  <a:srgbClr val="FFFFFF">
                    <a:alpha val="15000"/>
                  </a:srgbClr>
                </a:solidFill>
                <a:latin typeface="Calibri" pitchFamily="34" charset="0"/>
                <a:ea typeface="Calibri" pitchFamily="34" charset="-122"/>
                <a:cs typeface="Calibri" pitchFamily="34" charset="-120"/>
              </a:rPr>
              <a:t>8</a:t>
            </a:r>
            <a:endParaRPr lang="en-US" sz="16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dirty="0"/>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08 — NEURAL NETWORKS</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Biological vs Artificial Neurons</a:t>
            </a:r>
            <a:endParaRPr lang="en-US" sz="2400" dirty="0"/>
          </a:p>
        </p:txBody>
      </p:sp>
      <p:pic>
        <p:nvPicPr>
          <p:cNvPr id="5" name="Image 0" descr="/home/claude/hbs_media_image5.png"/>
          <p:cNvPicPr>
            <a:picLocks noChangeAspect="1"/>
          </p:cNvPicPr>
          <p:nvPr/>
        </p:nvPicPr>
        <p:blipFill>
          <a:blip r:embed="rId3"/>
          <a:stretch>
            <a:fillRect/>
          </a:stretch>
        </p:blipFill>
        <p:spPr>
          <a:xfrm>
            <a:off x="785191" y="960120"/>
            <a:ext cx="2727297" cy="3200400"/>
          </a:xfrm>
          <a:prstGeom prst="rect">
            <a:avLst/>
          </a:prstGeom>
        </p:spPr>
      </p:pic>
      <p:sp>
        <p:nvSpPr>
          <p:cNvPr id="6" name="Shape 3"/>
          <p:cNvSpPr/>
          <p:nvPr/>
        </p:nvSpPr>
        <p:spPr>
          <a:xfrm>
            <a:off x="4114800" y="960120"/>
            <a:ext cx="4709160" cy="3026664"/>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7" name="Shape 4"/>
          <p:cNvSpPr/>
          <p:nvPr/>
        </p:nvSpPr>
        <p:spPr>
          <a:xfrm>
            <a:off x="4114800" y="960120"/>
            <a:ext cx="4709160" cy="45720"/>
          </a:xfrm>
          <a:prstGeom prst="rect">
            <a:avLst/>
          </a:prstGeom>
          <a:solidFill>
            <a:srgbClr val="006064"/>
          </a:solidFill>
          <a:ln w="12700">
            <a:solidFill>
              <a:srgbClr val="006064"/>
            </a:solidFill>
            <a:prstDash val="solid"/>
          </a:ln>
        </p:spPr>
        <p:txBody>
          <a:bodyPr/>
          <a:lstStyle/>
          <a:p>
            <a:endParaRPr lang="en-IN"/>
          </a:p>
        </p:txBody>
      </p:sp>
      <p:sp>
        <p:nvSpPr>
          <p:cNvPr id="8" name="Text 5"/>
          <p:cNvSpPr/>
          <p:nvPr/>
        </p:nvSpPr>
        <p:spPr>
          <a:xfrm>
            <a:off x="4224528" y="1051560"/>
            <a:ext cx="4489704" cy="310896"/>
          </a:xfrm>
          <a:prstGeom prst="rect">
            <a:avLst/>
          </a:prstGeom>
          <a:noFill/>
          <a:ln/>
        </p:spPr>
        <p:txBody>
          <a:bodyPr wrap="square" rtlCol="0" anchor="ctr"/>
          <a:lstStyle/>
          <a:p>
            <a:pPr marL="0" indent="0">
              <a:buNone/>
            </a:pPr>
            <a:r>
              <a:rPr lang="en-US" sz="1400" b="1" dirty="0">
                <a:solidFill>
                  <a:srgbClr val="212121"/>
                </a:solidFill>
                <a:latin typeface="Garamond" panose="02020404030301010803" pitchFamily="18" charset="0"/>
                <a:ea typeface="Calibri" pitchFamily="34" charset="-122"/>
                <a:cs typeface="Calibri" pitchFamily="34" charset="-120"/>
              </a:rPr>
              <a:t>Biological Neuron</a:t>
            </a:r>
            <a:endParaRPr lang="en-US" sz="1400" b="1" dirty="0">
              <a:latin typeface="Garamond" panose="02020404030301010803" pitchFamily="18" charset="0"/>
            </a:endParaRPr>
          </a:p>
        </p:txBody>
      </p:sp>
      <p:sp>
        <p:nvSpPr>
          <p:cNvPr id="9" name="Text 6"/>
          <p:cNvSpPr/>
          <p:nvPr/>
        </p:nvSpPr>
        <p:spPr>
          <a:xfrm>
            <a:off x="4224528" y="1389888"/>
            <a:ext cx="4489704" cy="2404872"/>
          </a:xfrm>
          <a:prstGeom prst="rect">
            <a:avLst/>
          </a:prstGeom>
          <a:noFill/>
          <a:ln/>
        </p:spPr>
        <p:txBody>
          <a:bodyPr wrap="square" rtlCol="0" anchor="t"/>
          <a:lstStyle/>
          <a:p>
            <a:pPr marL="0" indent="0">
              <a:buNone/>
            </a:pPr>
            <a:r>
              <a:rPr lang="en-US" sz="1300" dirty="0">
                <a:latin typeface="Garamond" panose="02020404030301010803" pitchFamily="18" charset="0"/>
                <a:ea typeface="Calibri" pitchFamily="34" charset="-122"/>
                <a:cs typeface="Calibri" pitchFamily="34" charset="-120"/>
              </a:rPr>
              <a:t>Dendrites: receive signals from thousands of upstream neurons.</a:t>
            </a:r>
          </a:p>
          <a:p>
            <a:pPr marL="0" indent="0">
              <a:buNone/>
            </a:pPr>
            <a:endParaRPr lang="en-US" sz="1300" dirty="0">
              <a:latin typeface="Garamond" panose="02020404030301010803" pitchFamily="18" charset="0"/>
            </a:endParaRPr>
          </a:p>
          <a:p>
            <a:pPr marL="0" indent="0">
              <a:buNone/>
            </a:pPr>
            <a:r>
              <a:rPr lang="en-US" sz="1300" dirty="0">
                <a:latin typeface="Garamond" panose="02020404030301010803" pitchFamily="18" charset="0"/>
                <a:ea typeface="Calibri" pitchFamily="34" charset="-122"/>
                <a:cs typeface="Calibri" pitchFamily="34" charset="-120"/>
              </a:rPr>
              <a:t>Cell body (soma): integrates incoming signals.</a:t>
            </a:r>
          </a:p>
          <a:p>
            <a:pPr marL="0" indent="0">
              <a:buNone/>
            </a:pPr>
            <a:endParaRPr lang="en-US" sz="1300" dirty="0">
              <a:latin typeface="Garamond" panose="02020404030301010803" pitchFamily="18" charset="0"/>
            </a:endParaRPr>
          </a:p>
          <a:p>
            <a:pPr marL="0" indent="0">
              <a:buNone/>
            </a:pPr>
            <a:r>
              <a:rPr lang="en-US" sz="1300" dirty="0">
                <a:latin typeface="Garamond" panose="02020404030301010803" pitchFamily="18" charset="0"/>
                <a:ea typeface="Calibri" pitchFamily="34" charset="-122"/>
                <a:cs typeface="Calibri" pitchFamily="34" charset="-120"/>
              </a:rPr>
              <a:t>Axon: transmits output to downstream neurons.</a:t>
            </a:r>
          </a:p>
          <a:p>
            <a:pPr marL="0" indent="0">
              <a:buNone/>
            </a:pPr>
            <a:endParaRPr lang="en-US" sz="1300" dirty="0">
              <a:latin typeface="Garamond" panose="02020404030301010803" pitchFamily="18" charset="0"/>
            </a:endParaRPr>
          </a:p>
          <a:p>
            <a:pPr marL="0" indent="0">
              <a:buNone/>
            </a:pPr>
            <a:r>
              <a:rPr lang="en-US" sz="1300" dirty="0">
                <a:latin typeface="Garamond" panose="02020404030301010803" pitchFamily="18" charset="0"/>
                <a:ea typeface="Calibri" pitchFamily="34" charset="-122"/>
                <a:cs typeface="Calibri" pitchFamily="34" charset="-120"/>
              </a:rPr>
              <a:t>Synapse: junction where signal strength is modulated — this is where learning occurs.</a:t>
            </a:r>
            <a:endParaRPr lang="en-US" sz="1300" dirty="0">
              <a:latin typeface="Garamond" panose="02020404030301010803" pitchFamily="18" charset="0"/>
            </a:endParaRPr>
          </a:p>
          <a:p>
            <a:pPr marL="0" indent="0">
              <a:buNone/>
            </a:pPr>
            <a:endParaRPr lang="en-US" sz="1300" dirty="0">
              <a:latin typeface="Garamond" panose="02020404030301010803" pitchFamily="18" charset="0"/>
            </a:endParaRPr>
          </a:p>
          <a:p>
            <a:pPr marL="0" indent="0">
              <a:buNone/>
            </a:pPr>
            <a:r>
              <a:rPr lang="en-US" sz="1300" dirty="0">
                <a:latin typeface="Garamond" panose="02020404030301010803" pitchFamily="18" charset="0"/>
                <a:ea typeface="Calibri" pitchFamily="34" charset="-122"/>
                <a:cs typeface="Calibri" pitchFamily="34" charset="-120"/>
              </a:rPr>
              <a:t>Fires when total input exceeds a threshold.</a:t>
            </a:r>
            <a:endParaRPr lang="en-US" sz="1300" dirty="0">
              <a:latin typeface="Garamond" panose="02020404030301010803" pitchFamily="18" charset="0"/>
            </a:endParaRPr>
          </a:p>
        </p:txBody>
      </p:sp>
      <p:sp>
        <p:nvSpPr>
          <p:cNvPr id="18" name="Shape 15"/>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19" name="Shape 16"/>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20" name="Shape 17"/>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BA81FD76-91E8-40A2-829C-8D6A6B7D80F1}"/>
            </a:ext>
          </a:extLst>
        </p:cNvPr>
        <p:cNvGrpSpPr/>
        <p:nvPr/>
      </p:nvGrpSpPr>
      <p:grpSpPr>
        <a:xfrm>
          <a:off x="0" y="0"/>
          <a:ext cx="0" cy="0"/>
          <a:chOff x="0" y="0"/>
          <a:chExt cx="0" cy="0"/>
        </a:xfrm>
      </p:grpSpPr>
      <p:sp>
        <p:nvSpPr>
          <p:cNvPr id="8" name="Shape 15">
            <a:extLst>
              <a:ext uri="{FF2B5EF4-FFF2-40B4-BE49-F238E27FC236}">
                <a16:creationId xmlns:a16="http://schemas.microsoft.com/office/drawing/2014/main" id="{E5D9271B-387D-80AE-B42C-FED548A4C96A}"/>
              </a:ext>
            </a:extLst>
          </p:cNvPr>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2" name="Shape 0">
            <a:extLst>
              <a:ext uri="{FF2B5EF4-FFF2-40B4-BE49-F238E27FC236}">
                <a16:creationId xmlns:a16="http://schemas.microsoft.com/office/drawing/2014/main" id="{90D4B4DA-AF99-9C43-399B-CB7AC68845E1}"/>
              </a:ext>
            </a:extLst>
          </p:cNvPr>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a:extLst>
              <a:ext uri="{FF2B5EF4-FFF2-40B4-BE49-F238E27FC236}">
                <a16:creationId xmlns:a16="http://schemas.microsoft.com/office/drawing/2014/main" id="{593B9334-5B88-42F2-57F1-7F8D99FEA69F}"/>
              </a:ext>
            </a:extLst>
          </p:cNvPr>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08 — NEURAL NETWORKS</a:t>
            </a:r>
            <a:endParaRPr lang="en-US" sz="800" dirty="0"/>
          </a:p>
        </p:txBody>
      </p:sp>
      <p:sp>
        <p:nvSpPr>
          <p:cNvPr id="4" name="Text 2">
            <a:extLst>
              <a:ext uri="{FF2B5EF4-FFF2-40B4-BE49-F238E27FC236}">
                <a16:creationId xmlns:a16="http://schemas.microsoft.com/office/drawing/2014/main" id="{616A23FD-DA4C-D5B6-1B85-0E3D7E3732A6}"/>
              </a:ext>
            </a:extLst>
          </p:cNvPr>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Biological vs Artificial Neurons</a:t>
            </a:r>
            <a:endParaRPr lang="en-US" sz="2400" dirty="0"/>
          </a:p>
        </p:txBody>
      </p:sp>
      <p:pic>
        <p:nvPicPr>
          <p:cNvPr id="5" name="Image 0" descr="/home/claude/hbs_media_image5.png">
            <a:extLst>
              <a:ext uri="{FF2B5EF4-FFF2-40B4-BE49-F238E27FC236}">
                <a16:creationId xmlns:a16="http://schemas.microsoft.com/office/drawing/2014/main" id="{F35B9724-60D9-6F77-3D8A-521246E5F29F}"/>
              </a:ext>
            </a:extLst>
          </p:cNvPr>
          <p:cNvPicPr>
            <a:picLocks noChangeAspect="1"/>
          </p:cNvPicPr>
          <p:nvPr/>
        </p:nvPicPr>
        <p:blipFill>
          <a:blip r:embed="rId3"/>
          <a:stretch>
            <a:fillRect/>
          </a:stretch>
        </p:blipFill>
        <p:spPr>
          <a:xfrm>
            <a:off x="785191" y="960120"/>
            <a:ext cx="2727297" cy="3200400"/>
          </a:xfrm>
          <a:prstGeom prst="rect">
            <a:avLst/>
          </a:prstGeom>
        </p:spPr>
      </p:pic>
      <p:sp>
        <p:nvSpPr>
          <p:cNvPr id="10" name="Shape 7">
            <a:extLst>
              <a:ext uri="{FF2B5EF4-FFF2-40B4-BE49-F238E27FC236}">
                <a16:creationId xmlns:a16="http://schemas.microsoft.com/office/drawing/2014/main" id="{1E13D84B-0627-E99D-29D2-01457037E33B}"/>
              </a:ext>
            </a:extLst>
          </p:cNvPr>
          <p:cNvSpPr/>
          <p:nvPr/>
        </p:nvSpPr>
        <p:spPr>
          <a:xfrm>
            <a:off x="4114800" y="992124"/>
            <a:ext cx="4709160" cy="3145536"/>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1" name="Shape 8">
            <a:extLst>
              <a:ext uri="{FF2B5EF4-FFF2-40B4-BE49-F238E27FC236}">
                <a16:creationId xmlns:a16="http://schemas.microsoft.com/office/drawing/2014/main" id="{8F91BA9C-A506-C4B0-B87E-03810DC79699}"/>
              </a:ext>
            </a:extLst>
          </p:cNvPr>
          <p:cNvSpPr/>
          <p:nvPr/>
        </p:nvSpPr>
        <p:spPr>
          <a:xfrm>
            <a:off x="4114800" y="1005840"/>
            <a:ext cx="4709160" cy="45720"/>
          </a:xfrm>
          <a:prstGeom prst="rect">
            <a:avLst/>
          </a:prstGeom>
          <a:solidFill>
            <a:srgbClr val="0097A7"/>
          </a:solidFill>
          <a:ln w="12700">
            <a:solidFill>
              <a:srgbClr val="0097A7"/>
            </a:solidFill>
            <a:prstDash val="solid"/>
          </a:ln>
        </p:spPr>
        <p:txBody>
          <a:bodyPr/>
          <a:lstStyle/>
          <a:p>
            <a:endParaRPr lang="en-IN"/>
          </a:p>
        </p:txBody>
      </p:sp>
      <p:sp>
        <p:nvSpPr>
          <p:cNvPr id="12" name="Text 9">
            <a:extLst>
              <a:ext uri="{FF2B5EF4-FFF2-40B4-BE49-F238E27FC236}">
                <a16:creationId xmlns:a16="http://schemas.microsoft.com/office/drawing/2014/main" id="{A543FE28-045B-2AF3-B00C-CDFCF38957DB}"/>
              </a:ext>
            </a:extLst>
          </p:cNvPr>
          <p:cNvSpPr/>
          <p:nvPr/>
        </p:nvSpPr>
        <p:spPr>
          <a:xfrm>
            <a:off x="4389120" y="1056267"/>
            <a:ext cx="3381270"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Artificial Neuron</a:t>
            </a:r>
          </a:p>
        </p:txBody>
      </p:sp>
      <p:sp>
        <p:nvSpPr>
          <p:cNvPr id="13" name="Text 10">
            <a:extLst>
              <a:ext uri="{FF2B5EF4-FFF2-40B4-BE49-F238E27FC236}">
                <a16:creationId xmlns:a16="http://schemas.microsoft.com/office/drawing/2014/main" id="{52E95261-0716-652D-CB6D-1CF202F32CCF}"/>
              </a:ext>
            </a:extLst>
          </p:cNvPr>
          <p:cNvSpPr/>
          <p:nvPr/>
        </p:nvSpPr>
        <p:spPr>
          <a:xfrm>
            <a:off x="4421274" y="1356964"/>
            <a:ext cx="4254479" cy="2633412"/>
          </a:xfrm>
          <a:prstGeom prst="rect">
            <a:avLst/>
          </a:prstGeom>
          <a:noFill/>
          <a:ln/>
        </p:spPr>
        <p:txBody>
          <a:bodyPr wrap="square" rtlCol="0" anchor="t"/>
          <a:lstStyle/>
          <a:p>
            <a:r>
              <a:rPr lang="en-US" sz="1300" dirty="0">
                <a:latin typeface="Garamond" panose="02020404030301010803" pitchFamily="18" charset="0"/>
                <a:cs typeface="Calibri" pitchFamily="34" charset="-120"/>
              </a:rPr>
              <a:t>z = w₁x₁ + w₂x₂ + ... + wₚxₚ + b</a:t>
            </a:r>
          </a:p>
          <a:p>
            <a:r>
              <a:rPr lang="en-US" sz="1300" dirty="0">
                <a:latin typeface="Garamond" panose="02020404030301010803" pitchFamily="18" charset="0"/>
                <a:cs typeface="Calibri" pitchFamily="34" charset="-120"/>
              </a:rPr>
              <a:t>(weighted sum + bias)</a:t>
            </a:r>
          </a:p>
          <a:p>
            <a:endParaRPr lang="en-US" sz="1300" dirty="0">
              <a:latin typeface="Garamond" panose="02020404030301010803" pitchFamily="18" charset="0"/>
              <a:cs typeface="Calibri" pitchFamily="34" charset="-120"/>
            </a:endParaRPr>
          </a:p>
          <a:p>
            <a:r>
              <a:rPr lang="en-US" sz="1300" dirty="0">
                <a:latin typeface="Garamond" panose="02020404030301010803" pitchFamily="18" charset="0"/>
                <a:cs typeface="Calibri" pitchFamily="34" charset="-120"/>
              </a:rPr>
              <a:t>output = activation(z)</a:t>
            </a:r>
          </a:p>
          <a:p>
            <a:endParaRPr lang="en-US" sz="1300" dirty="0">
              <a:latin typeface="Garamond" panose="02020404030301010803" pitchFamily="18" charset="0"/>
              <a:cs typeface="Calibri" pitchFamily="34" charset="-120"/>
            </a:endParaRPr>
          </a:p>
          <a:p>
            <a:r>
              <a:rPr lang="en-US" sz="1300" dirty="0">
                <a:latin typeface="Garamond" panose="02020404030301010803" pitchFamily="18" charset="0"/>
                <a:cs typeface="Calibri" pitchFamily="34" charset="-120"/>
              </a:rPr>
              <a:t>Weights wⱼ: analogous to synaptic strengths</a:t>
            </a:r>
          </a:p>
          <a:p>
            <a:r>
              <a:rPr lang="en-US" sz="1300" dirty="0">
                <a:latin typeface="Garamond" panose="02020404030301010803" pitchFamily="18" charset="0"/>
                <a:cs typeface="Calibri" pitchFamily="34" charset="-120"/>
              </a:rPr>
              <a:t>Bias b: shifts the activation threshold</a:t>
            </a:r>
          </a:p>
          <a:p>
            <a:r>
              <a:rPr lang="en-US" sz="1300" dirty="0">
                <a:latin typeface="Garamond" panose="02020404030301010803" pitchFamily="18" charset="0"/>
                <a:cs typeface="Calibri" pitchFamily="34" charset="-120"/>
              </a:rPr>
              <a:t>Activation: introduces non-linearity</a:t>
            </a:r>
          </a:p>
          <a:p>
            <a:endParaRPr lang="en-US" sz="1300" dirty="0">
              <a:latin typeface="Garamond" panose="02020404030301010803" pitchFamily="18" charset="0"/>
              <a:cs typeface="Calibri" pitchFamily="34" charset="-120"/>
            </a:endParaRPr>
          </a:p>
          <a:p>
            <a:r>
              <a:rPr lang="en-US" sz="1300" dirty="0">
                <a:latin typeface="Garamond" panose="02020404030301010803" pitchFamily="18" charset="0"/>
                <a:cs typeface="Calibri" pitchFamily="34" charset="-120"/>
              </a:rPr>
              <a:t>KEY: A single neuron with sigmoid activation is logistic regression. You've already done neural networks!</a:t>
            </a:r>
          </a:p>
        </p:txBody>
      </p:sp>
      <p:sp>
        <p:nvSpPr>
          <p:cNvPr id="19" name="Shape 16">
            <a:extLst>
              <a:ext uri="{FF2B5EF4-FFF2-40B4-BE49-F238E27FC236}">
                <a16:creationId xmlns:a16="http://schemas.microsoft.com/office/drawing/2014/main" id="{E75E471C-D466-2F58-D36D-2BACA5A2E5FF}"/>
              </a:ext>
            </a:extLst>
          </p:cNvPr>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20" name="Shape 17">
            <a:extLst>
              <a:ext uri="{FF2B5EF4-FFF2-40B4-BE49-F238E27FC236}">
                <a16:creationId xmlns:a16="http://schemas.microsoft.com/office/drawing/2014/main" id="{FFEC5594-BBD9-FE8B-5ACE-4507C3CE5331}"/>
              </a:ext>
            </a:extLst>
          </p:cNvPr>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spTree>
    <p:extLst>
      <p:ext uri="{BB962C8B-B14F-4D97-AF65-F5344CB8AC3E}">
        <p14:creationId xmlns:p14="http://schemas.microsoft.com/office/powerpoint/2010/main" val="16001814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2338E7F8-C960-0402-DD5F-9DD691986CC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4B7A7C5-8CC2-DC18-16F3-F3EF307B6DB6}"/>
              </a:ext>
            </a:extLst>
          </p:cNvPr>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a:extLst>
              <a:ext uri="{FF2B5EF4-FFF2-40B4-BE49-F238E27FC236}">
                <a16:creationId xmlns:a16="http://schemas.microsoft.com/office/drawing/2014/main" id="{8A96EA93-5260-4E1D-A5B9-678C66E85D3A}"/>
              </a:ext>
            </a:extLst>
          </p:cNvPr>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08 — NEURAL NETWORKS</a:t>
            </a:r>
            <a:endParaRPr lang="en-US" sz="800" dirty="0"/>
          </a:p>
        </p:txBody>
      </p:sp>
      <p:sp>
        <p:nvSpPr>
          <p:cNvPr id="4" name="Text 2">
            <a:extLst>
              <a:ext uri="{FF2B5EF4-FFF2-40B4-BE49-F238E27FC236}">
                <a16:creationId xmlns:a16="http://schemas.microsoft.com/office/drawing/2014/main" id="{ED92A760-3D2E-844A-24BB-0127CCC6202F}"/>
              </a:ext>
            </a:extLst>
          </p:cNvPr>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Biological vs Artificial Neurons</a:t>
            </a:r>
            <a:endParaRPr lang="en-US" sz="2400" dirty="0"/>
          </a:p>
        </p:txBody>
      </p:sp>
      <p:pic>
        <p:nvPicPr>
          <p:cNvPr id="5" name="Image 0" descr="/home/claude/hbs_media_image5.png">
            <a:extLst>
              <a:ext uri="{FF2B5EF4-FFF2-40B4-BE49-F238E27FC236}">
                <a16:creationId xmlns:a16="http://schemas.microsoft.com/office/drawing/2014/main" id="{84C753E4-28FB-6D90-B0C0-0F02B209EFFD}"/>
              </a:ext>
            </a:extLst>
          </p:cNvPr>
          <p:cNvPicPr>
            <a:picLocks noChangeAspect="1"/>
          </p:cNvPicPr>
          <p:nvPr/>
        </p:nvPicPr>
        <p:blipFill>
          <a:blip r:embed="rId3"/>
          <a:stretch>
            <a:fillRect/>
          </a:stretch>
        </p:blipFill>
        <p:spPr>
          <a:xfrm>
            <a:off x="785191" y="960120"/>
            <a:ext cx="2727297" cy="3200400"/>
          </a:xfrm>
          <a:prstGeom prst="rect">
            <a:avLst/>
          </a:prstGeom>
        </p:spPr>
      </p:pic>
      <p:sp>
        <p:nvSpPr>
          <p:cNvPr id="14" name="Shape 11">
            <a:extLst>
              <a:ext uri="{FF2B5EF4-FFF2-40B4-BE49-F238E27FC236}">
                <a16:creationId xmlns:a16="http://schemas.microsoft.com/office/drawing/2014/main" id="{560FBD50-75CC-719F-95EC-F62D257403C0}"/>
              </a:ext>
            </a:extLst>
          </p:cNvPr>
          <p:cNvSpPr/>
          <p:nvPr/>
        </p:nvSpPr>
        <p:spPr>
          <a:xfrm>
            <a:off x="4224528" y="914400"/>
            <a:ext cx="4709160" cy="3108901"/>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5" name="Shape 12">
            <a:extLst>
              <a:ext uri="{FF2B5EF4-FFF2-40B4-BE49-F238E27FC236}">
                <a16:creationId xmlns:a16="http://schemas.microsoft.com/office/drawing/2014/main" id="{8F5FBB0C-C8FD-4641-400C-D78D66EAF84E}"/>
              </a:ext>
            </a:extLst>
          </p:cNvPr>
          <p:cNvSpPr/>
          <p:nvPr/>
        </p:nvSpPr>
        <p:spPr>
          <a:xfrm>
            <a:off x="4224528" y="941891"/>
            <a:ext cx="4709160" cy="45720"/>
          </a:xfrm>
          <a:prstGeom prst="rect">
            <a:avLst/>
          </a:prstGeom>
          <a:solidFill>
            <a:srgbClr val="2E7D32"/>
          </a:solidFill>
          <a:ln w="12700">
            <a:solidFill>
              <a:srgbClr val="2E7D32"/>
            </a:solidFill>
            <a:prstDash val="solid"/>
          </a:ln>
        </p:spPr>
        <p:txBody>
          <a:bodyPr/>
          <a:lstStyle/>
          <a:p>
            <a:endParaRPr lang="en-IN"/>
          </a:p>
        </p:txBody>
      </p:sp>
      <p:sp>
        <p:nvSpPr>
          <p:cNvPr id="16" name="Text 13">
            <a:extLst>
              <a:ext uri="{FF2B5EF4-FFF2-40B4-BE49-F238E27FC236}">
                <a16:creationId xmlns:a16="http://schemas.microsoft.com/office/drawing/2014/main" id="{696A042B-CAF7-8C7A-65DA-6B76E64171B1}"/>
              </a:ext>
            </a:extLst>
          </p:cNvPr>
          <p:cNvSpPr/>
          <p:nvPr/>
        </p:nvSpPr>
        <p:spPr>
          <a:xfrm>
            <a:off x="4501662" y="1015043"/>
            <a:ext cx="4489704"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Activation Functions</a:t>
            </a:r>
          </a:p>
        </p:txBody>
      </p:sp>
      <p:sp>
        <p:nvSpPr>
          <p:cNvPr id="17" name="Text 14">
            <a:extLst>
              <a:ext uri="{FF2B5EF4-FFF2-40B4-BE49-F238E27FC236}">
                <a16:creationId xmlns:a16="http://schemas.microsoft.com/office/drawing/2014/main" id="{524A8F10-F4E0-B40A-9E9E-CF97BF06538A}"/>
              </a:ext>
            </a:extLst>
          </p:cNvPr>
          <p:cNvSpPr/>
          <p:nvPr/>
        </p:nvSpPr>
        <p:spPr>
          <a:xfrm>
            <a:off x="4501662" y="1353371"/>
            <a:ext cx="4322298" cy="2319726"/>
          </a:xfrm>
          <a:prstGeom prst="rect">
            <a:avLst/>
          </a:prstGeom>
          <a:noFill/>
          <a:ln/>
        </p:spPr>
        <p:txBody>
          <a:bodyPr wrap="square" rtlCol="0" anchor="t"/>
          <a:lstStyle/>
          <a:p>
            <a:r>
              <a:rPr lang="en-US" sz="1300" dirty="0">
                <a:latin typeface="Garamond" panose="02020404030301010803" pitchFamily="18" charset="0"/>
                <a:cs typeface="Calibri" pitchFamily="34" charset="-120"/>
              </a:rPr>
              <a:t>ReLU: max(0,z) — most common in hidden layers. Avoids vanishing gradients.</a:t>
            </a:r>
          </a:p>
          <a:p>
            <a:endParaRPr lang="en-US" sz="1300" dirty="0">
              <a:latin typeface="Garamond" panose="02020404030301010803" pitchFamily="18" charset="0"/>
              <a:cs typeface="Calibri" pitchFamily="34" charset="-120"/>
            </a:endParaRPr>
          </a:p>
          <a:p>
            <a:r>
              <a:rPr lang="en-US" sz="1300" dirty="0">
                <a:latin typeface="Garamond" panose="02020404030301010803" pitchFamily="18" charset="0"/>
                <a:cs typeface="Calibri" pitchFamily="34" charset="-120"/>
              </a:rPr>
              <a:t>Sigmoid: 1/(1+e⁻ᶻ) — for binary output (= logistic link function)</a:t>
            </a:r>
          </a:p>
          <a:p>
            <a:endParaRPr lang="en-US" sz="1300" dirty="0">
              <a:latin typeface="Garamond" panose="02020404030301010803" pitchFamily="18" charset="0"/>
              <a:cs typeface="Calibri" pitchFamily="34" charset="-120"/>
            </a:endParaRPr>
          </a:p>
          <a:p>
            <a:r>
              <a:rPr lang="en-US" sz="1300" dirty="0">
                <a:latin typeface="Garamond" panose="02020404030301010803" pitchFamily="18" charset="0"/>
                <a:cs typeface="Calibri" pitchFamily="34" charset="-120"/>
              </a:rPr>
              <a:t>Softmax: normalised exp — for multi-class probability output</a:t>
            </a:r>
          </a:p>
          <a:p>
            <a:endParaRPr lang="en-US" sz="1300" dirty="0">
              <a:latin typeface="Garamond" panose="02020404030301010803" pitchFamily="18" charset="0"/>
              <a:cs typeface="Calibri" pitchFamily="34" charset="-120"/>
            </a:endParaRPr>
          </a:p>
          <a:p>
            <a:r>
              <a:rPr lang="en-US" sz="1300" dirty="0">
                <a:latin typeface="Garamond" panose="02020404030301010803" pitchFamily="18" charset="0"/>
                <a:cs typeface="Calibri" pitchFamily="34" charset="-120"/>
              </a:rPr>
              <a:t>Tanh: (eᶻ−e⁻ᶻ)/(eᶻ+e⁻ᶻ) — centred at 0; useful in RNNs</a:t>
            </a:r>
          </a:p>
          <a:p>
            <a:endParaRPr lang="en-US" sz="1300" dirty="0">
              <a:latin typeface="Garamond" panose="02020404030301010803" pitchFamily="18" charset="0"/>
              <a:cs typeface="Calibri" pitchFamily="34" charset="-120"/>
            </a:endParaRPr>
          </a:p>
          <a:p>
            <a:r>
              <a:rPr lang="en-US" sz="1300" dirty="0">
                <a:latin typeface="Garamond" panose="02020404030301010803" pitchFamily="18" charset="0"/>
                <a:cs typeface="Calibri" pitchFamily="34" charset="-120"/>
              </a:rPr>
              <a:t>Without activation: a neural network collapses to a linear model regardless of depth.</a:t>
            </a:r>
          </a:p>
        </p:txBody>
      </p:sp>
      <p:sp>
        <p:nvSpPr>
          <p:cNvPr id="18" name="Shape 15">
            <a:extLst>
              <a:ext uri="{FF2B5EF4-FFF2-40B4-BE49-F238E27FC236}">
                <a16:creationId xmlns:a16="http://schemas.microsoft.com/office/drawing/2014/main" id="{19143789-FE53-4DCC-9236-D6DC290CCC39}"/>
              </a:ext>
            </a:extLst>
          </p:cNvPr>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19" name="Shape 16">
            <a:extLst>
              <a:ext uri="{FF2B5EF4-FFF2-40B4-BE49-F238E27FC236}">
                <a16:creationId xmlns:a16="http://schemas.microsoft.com/office/drawing/2014/main" id="{40431955-E815-BC8A-4BCC-588C6EEAF260}"/>
              </a:ext>
            </a:extLst>
          </p:cNvPr>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20" name="Shape 17">
            <a:extLst>
              <a:ext uri="{FF2B5EF4-FFF2-40B4-BE49-F238E27FC236}">
                <a16:creationId xmlns:a16="http://schemas.microsoft.com/office/drawing/2014/main" id="{72698C1F-0DDF-FF64-91D7-B84F099E6078}"/>
              </a:ext>
            </a:extLst>
          </p:cNvPr>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sp>
        <p:nvSpPr>
          <p:cNvPr id="21" name="Text 18">
            <a:extLst>
              <a:ext uri="{FF2B5EF4-FFF2-40B4-BE49-F238E27FC236}">
                <a16:creationId xmlns:a16="http://schemas.microsoft.com/office/drawing/2014/main" id="{38CB3EDD-C3CF-FF5B-49AD-F0F580135129}"/>
              </a:ext>
            </a:extLst>
          </p:cNvPr>
          <p:cNvSpPr/>
          <p:nvPr/>
        </p:nvSpPr>
        <p:spPr>
          <a:xfrm>
            <a:off x="8046720" y="4892040"/>
            <a:ext cx="914400" cy="182880"/>
          </a:xfrm>
          <a:prstGeom prst="rect">
            <a:avLst/>
          </a:prstGeom>
          <a:noFill/>
          <a:ln/>
        </p:spPr>
        <p:txBody>
          <a:bodyPr wrap="square" rtlCol="0" anchor="ctr"/>
          <a:lstStyle/>
          <a:p>
            <a:pPr marL="0" indent="0" algn="r">
              <a:buNone/>
            </a:pPr>
            <a:r>
              <a:rPr lang="en-US" sz="700" dirty="0">
                <a:solidFill>
                  <a:srgbClr val="616161"/>
                </a:solidFill>
                <a:latin typeface="Calibri" pitchFamily="34" charset="0"/>
                <a:ea typeface="Calibri" pitchFamily="34" charset="-122"/>
                <a:cs typeface="Calibri" pitchFamily="34" charset="-120"/>
              </a:rPr>
              <a:t>36 / 54</a:t>
            </a:r>
            <a:endParaRPr lang="en-US" sz="700" dirty="0"/>
          </a:p>
        </p:txBody>
      </p:sp>
    </p:spTree>
    <p:extLst>
      <p:ext uri="{BB962C8B-B14F-4D97-AF65-F5344CB8AC3E}">
        <p14:creationId xmlns:p14="http://schemas.microsoft.com/office/powerpoint/2010/main" val="19309994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498B21A4-1297-2F1A-8139-40A809E329A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0F255DD-B281-1B17-C85B-802DFF3229D5}"/>
              </a:ext>
            </a:extLst>
          </p:cNvPr>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a:extLst>
              <a:ext uri="{FF2B5EF4-FFF2-40B4-BE49-F238E27FC236}">
                <a16:creationId xmlns:a16="http://schemas.microsoft.com/office/drawing/2014/main" id="{C4A17686-B11F-30CD-2374-C5D8FBE15A5A}"/>
              </a:ext>
            </a:extLst>
          </p:cNvPr>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08 — NEURAL NETWORKS</a:t>
            </a:r>
            <a:endParaRPr lang="en-US" sz="800" dirty="0"/>
          </a:p>
        </p:txBody>
      </p:sp>
      <p:sp>
        <p:nvSpPr>
          <p:cNvPr id="4" name="Text 2">
            <a:extLst>
              <a:ext uri="{FF2B5EF4-FFF2-40B4-BE49-F238E27FC236}">
                <a16:creationId xmlns:a16="http://schemas.microsoft.com/office/drawing/2014/main" id="{E08E0813-79F8-1AF5-EB6F-4B7E8FBA9837}"/>
              </a:ext>
            </a:extLst>
          </p:cNvPr>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Multilayer Perceptron — How Deep Networks Learn</a:t>
            </a:r>
            <a:endParaRPr lang="en-US" sz="2400" dirty="0"/>
          </a:p>
        </p:txBody>
      </p:sp>
      <p:sp>
        <p:nvSpPr>
          <p:cNvPr id="9" name="Shape 7">
            <a:extLst>
              <a:ext uri="{FF2B5EF4-FFF2-40B4-BE49-F238E27FC236}">
                <a16:creationId xmlns:a16="http://schemas.microsoft.com/office/drawing/2014/main" id="{BDFEB71B-6939-EB4C-C097-72054F381190}"/>
              </a:ext>
            </a:extLst>
          </p:cNvPr>
          <p:cNvSpPr/>
          <p:nvPr/>
        </p:nvSpPr>
        <p:spPr>
          <a:xfrm>
            <a:off x="320040" y="914400"/>
            <a:ext cx="6309360"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0" name="Shape 8">
            <a:extLst>
              <a:ext uri="{FF2B5EF4-FFF2-40B4-BE49-F238E27FC236}">
                <a16:creationId xmlns:a16="http://schemas.microsoft.com/office/drawing/2014/main" id="{841DDF1D-C861-6263-D158-0C5B08C55872}"/>
              </a:ext>
            </a:extLst>
          </p:cNvPr>
          <p:cNvSpPr/>
          <p:nvPr/>
        </p:nvSpPr>
        <p:spPr>
          <a:xfrm>
            <a:off x="317667" y="914400"/>
            <a:ext cx="6309359" cy="64008"/>
          </a:xfrm>
          <a:prstGeom prst="rect">
            <a:avLst/>
          </a:prstGeom>
          <a:solidFill>
            <a:srgbClr val="0097A7"/>
          </a:solidFill>
          <a:ln w="12700">
            <a:solidFill>
              <a:srgbClr val="0097A7"/>
            </a:solidFill>
            <a:prstDash val="solid"/>
          </a:ln>
        </p:spPr>
        <p:txBody>
          <a:bodyPr/>
          <a:lstStyle/>
          <a:p>
            <a:endParaRPr lang="en-IN"/>
          </a:p>
        </p:txBody>
      </p:sp>
      <p:sp>
        <p:nvSpPr>
          <p:cNvPr id="11" name="Text 9">
            <a:extLst>
              <a:ext uri="{FF2B5EF4-FFF2-40B4-BE49-F238E27FC236}">
                <a16:creationId xmlns:a16="http://schemas.microsoft.com/office/drawing/2014/main" id="{2122E86F-A794-FC67-2452-38C89C0A24AB}"/>
              </a:ext>
            </a:extLst>
          </p:cNvPr>
          <p:cNvSpPr/>
          <p:nvPr/>
        </p:nvSpPr>
        <p:spPr>
          <a:xfrm>
            <a:off x="723479" y="1005840"/>
            <a:ext cx="5288997"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Training — Backpropagation</a:t>
            </a:r>
          </a:p>
        </p:txBody>
      </p:sp>
      <p:sp>
        <p:nvSpPr>
          <p:cNvPr id="12" name="Text 10">
            <a:extLst>
              <a:ext uri="{FF2B5EF4-FFF2-40B4-BE49-F238E27FC236}">
                <a16:creationId xmlns:a16="http://schemas.microsoft.com/office/drawing/2014/main" id="{52A79A3B-69DB-0252-0126-B41D3F2296B6}"/>
              </a:ext>
            </a:extLst>
          </p:cNvPr>
          <p:cNvSpPr/>
          <p:nvPr/>
        </p:nvSpPr>
        <p:spPr>
          <a:xfrm>
            <a:off x="723481" y="1344168"/>
            <a:ext cx="5288996" cy="2816352"/>
          </a:xfrm>
          <a:prstGeom prst="rect">
            <a:avLst/>
          </a:prstGeom>
          <a:noFill/>
          <a:ln/>
        </p:spPr>
        <p:txBody>
          <a:bodyPr wrap="square" rtlCol="0" anchor="t"/>
          <a:lstStyle/>
          <a:p>
            <a:pPr marL="342900" indent="-342900">
              <a:buFont typeface="+mj-lt"/>
              <a:buAutoNum type="arabicPeriod"/>
            </a:pPr>
            <a:r>
              <a:rPr lang="en-US" sz="1300" dirty="0">
                <a:latin typeface="Garamond" panose="02020404030301010803" pitchFamily="18" charset="0"/>
                <a:cs typeface="Calibri" pitchFamily="34" charset="-120"/>
              </a:rPr>
              <a:t>FORWARD PASS: feed input through network, compute </a:t>
            </a:r>
            <a:r>
              <a:rPr lang="en-US" sz="1300" dirty="0" err="1">
                <a:latin typeface="Garamond" panose="02020404030301010803" pitchFamily="18" charset="0"/>
                <a:cs typeface="Calibri" pitchFamily="34" charset="-120"/>
              </a:rPr>
              <a:t>ŷ</a:t>
            </a:r>
            <a:endParaRPr lang="en-US" sz="1300" dirty="0">
              <a:latin typeface="Garamond" panose="02020404030301010803" pitchFamily="18" charset="0"/>
              <a:cs typeface="Calibri" pitchFamily="34" charset="-120"/>
            </a:endParaRPr>
          </a:p>
          <a:p>
            <a:pPr marL="342900" indent="-342900">
              <a:buFont typeface="+mj-lt"/>
              <a:buAutoNum type="arabicPeriod"/>
            </a:pPr>
            <a:r>
              <a:rPr lang="en-US" sz="1300" dirty="0">
                <a:latin typeface="Garamond" panose="02020404030301010803" pitchFamily="18" charset="0"/>
                <a:cs typeface="Calibri" pitchFamily="34" charset="-120"/>
              </a:rPr>
              <a:t>COMPUTE LOSS: L(y, ŷ) — cross-entropy for classification</a:t>
            </a:r>
          </a:p>
          <a:p>
            <a:pPr marL="342900" indent="-342900">
              <a:buFont typeface="+mj-lt"/>
              <a:buAutoNum type="arabicPeriod"/>
            </a:pPr>
            <a:r>
              <a:rPr lang="en-US" sz="1300" dirty="0">
                <a:latin typeface="Garamond" panose="02020404030301010803" pitchFamily="18" charset="0"/>
                <a:cs typeface="Calibri" pitchFamily="34" charset="-120"/>
              </a:rPr>
              <a:t>BACKWARD PASS: compute ∂L/∂w for every weight via chain rule</a:t>
            </a:r>
          </a:p>
          <a:p>
            <a:pPr marL="342900" indent="-342900">
              <a:buFont typeface="+mj-lt"/>
              <a:buAutoNum type="arabicPeriod"/>
            </a:pPr>
            <a:r>
              <a:rPr lang="en-US" sz="1300" dirty="0">
                <a:latin typeface="Garamond" panose="02020404030301010803" pitchFamily="18" charset="0"/>
                <a:cs typeface="Calibri" pitchFamily="34" charset="-120"/>
              </a:rPr>
              <a:t>UPDATE WEIGHTS: w ← w − η · ∂L/∂w (gradient descent)</a:t>
            </a:r>
          </a:p>
          <a:p>
            <a:pPr marL="342900" indent="-342900">
              <a:buFont typeface="+mj-lt"/>
              <a:buAutoNum type="arabicPeriod"/>
            </a:pPr>
            <a:r>
              <a:rPr lang="en-US" sz="1300" dirty="0">
                <a:latin typeface="Garamond" panose="02020404030301010803" pitchFamily="18" charset="0"/>
                <a:cs typeface="Calibri" pitchFamily="34" charset="-120"/>
              </a:rPr>
              <a:t>REPEAT for many batches and epochs</a:t>
            </a:r>
          </a:p>
          <a:p>
            <a:endParaRPr lang="en-US" sz="1300" dirty="0">
              <a:latin typeface="Garamond" panose="02020404030301010803" pitchFamily="18" charset="0"/>
              <a:cs typeface="Calibri" pitchFamily="34" charset="-120"/>
            </a:endParaRP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Learning rate η: most critical hyperparameter.</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Too small → very slow. Too large → diverges.</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Use Adam optimiser (adaptive learning rates) in practice.</a:t>
            </a:r>
          </a:p>
        </p:txBody>
      </p:sp>
      <p:sp>
        <p:nvSpPr>
          <p:cNvPr id="17" name="Shape 15">
            <a:extLst>
              <a:ext uri="{FF2B5EF4-FFF2-40B4-BE49-F238E27FC236}">
                <a16:creationId xmlns:a16="http://schemas.microsoft.com/office/drawing/2014/main" id="{2C19A230-1E1C-4F88-3CC7-806F11CEE81A}"/>
              </a:ext>
            </a:extLst>
          </p:cNvPr>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18" name="Shape 16">
            <a:extLst>
              <a:ext uri="{FF2B5EF4-FFF2-40B4-BE49-F238E27FC236}">
                <a16:creationId xmlns:a16="http://schemas.microsoft.com/office/drawing/2014/main" id="{BCF0708D-352A-F162-F9BE-D2C3A4077C6C}"/>
              </a:ext>
            </a:extLst>
          </p:cNvPr>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19" name="Shape 17">
            <a:extLst>
              <a:ext uri="{FF2B5EF4-FFF2-40B4-BE49-F238E27FC236}">
                <a16:creationId xmlns:a16="http://schemas.microsoft.com/office/drawing/2014/main" id="{1FA381B3-0F1A-4B09-BC24-457C4ADB832E}"/>
              </a:ext>
            </a:extLst>
          </p:cNvPr>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sp>
        <p:nvSpPr>
          <p:cNvPr id="5" name="Text 5">
            <a:extLst>
              <a:ext uri="{FF2B5EF4-FFF2-40B4-BE49-F238E27FC236}">
                <a16:creationId xmlns:a16="http://schemas.microsoft.com/office/drawing/2014/main" id="{688271D8-7CFC-8E8D-4FEF-6D7897285F50}"/>
              </a:ext>
            </a:extLst>
          </p:cNvPr>
          <p:cNvSpPr/>
          <p:nvPr/>
        </p:nvSpPr>
        <p:spPr>
          <a:xfrm>
            <a:off x="2090056" y="4663440"/>
            <a:ext cx="6459583" cy="320040"/>
          </a:xfrm>
          <a:prstGeom prst="rect">
            <a:avLst/>
          </a:prstGeom>
          <a:noFill/>
          <a:ln/>
        </p:spPr>
        <p:txBody>
          <a:bodyPr wrap="square" rtlCol="0" anchor="ctr"/>
          <a:lstStyle/>
          <a:p>
            <a:r>
              <a:rPr lang="en-US" sz="1000" b="1" dirty="0">
                <a:solidFill>
                  <a:schemeClr val="bg1"/>
                </a:solidFill>
                <a:latin typeface="Garamond" panose="02020404030301010803" pitchFamily="18" charset="0"/>
                <a:ea typeface="Calibri" pitchFamily="34" charset="-122"/>
                <a:cs typeface="Calibri" pitchFamily="34" charset="-120"/>
              </a:rPr>
              <a:t>Key insight: </a:t>
            </a:r>
            <a:r>
              <a:rPr lang="en-US" sz="1000" dirty="0">
                <a:solidFill>
                  <a:schemeClr val="bg1"/>
                </a:solidFill>
                <a:latin typeface="Garamond" panose="02020404030301010803" pitchFamily="18" charset="0"/>
                <a:ea typeface="Calibri" pitchFamily="34" charset="-122"/>
                <a:cs typeface="Calibri" pitchFamily="34" charset="-120"/>
              </a:rPr>
              <a:t>Input Layer → Hidden Layer(s) → Output Layer</a:t>
            </a:r>
            <a:endParaRPr lang="en-US" sz="1000" dirty="0">
              <a:solidFill>
                <a:schemeClr val="bg1"/>
              </a:solidFill>
              <a:latin typeface="Garamond" panose="02020404030301010803" pitchFamily="18" charset="0"/>
            </a:endParaRPr>
          </a:p>
        </p:txBody>
      </p:sp>
    </p:spTree>
    <p:extLst>
      <p:ext uri="{BB962C8B-B14F-4D97-AF65-F5344CB8AC3E}">
        <p14:creationId xmlns:p14="http://schemas.microsoft.com/office/powerpoint/2010/main" val="37367384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08 — NEURAL NETWORKS</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Multilayer Perceptron — How Deep Networks Learn</a:t>
            </a:r>
            <a:endParaRPr lang="en-US" sz="2400" dirty="0"/>
          </a:p>
        </p:txBody>
      </p:sp>
      <p:sp>
        <p:nvSpPr>
          <p:cNvPr id="13" name="Shape 11"/>
          <p:cNvSpPr/>
          <p:nvPr/>
        </p:nvSpPr>
        <p:spPr>
          <a:xfrm>
            <a:off x="403761" y="960120"/>
            <a:ext cx="6309360"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4" name="Shape 12"/>
          <p:cNvSpPr/>
          <p:nvPr/>
        </p:nvSpPr>
        <p:spPr>
          <a:xfrm>
            <a:off x="403761" y="960120"/>
            <a:ext cx="6309360" cy="45720"/>
          </a:xfrm>
          <a:prstGeom prst="rect">
            <a:avLst/>
          </a:prstGeom>
          <a:solidFill>
            <a:srgbClr val="2E7D32"/>
          </a:solidFill>
          <a:ln w="12700">
            <a:solidFill>
              <a:srgbClr val="2E7D32"/>
            </a:solidFill>
            <a:prstDash val="solid"/>
          </a:ln>
        </p:spPr>
        <p:txBody>
          <a:bodyPr/>
          <a:lstStyle/>
          <a:p>
            <a:endParaRPr lang="en-IN"/>
          </a:p>
        </p:txBody>
      </p:sp>
      <p:sp>
        <p:nvSpPr>
          <p:cNvPr id="15" name="Text 13"/>
          <p:cNvSpPr/>
          <p:nvPr/>
        </p:nvSpPr>
        <p:spPr>
          <a:xfrm>
            <a:off x="673239" y="1028700"/>
            <a:ext cx="6129230"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Regularisation for Neural Networks</a:t>
            </a:r>
          </a:p>
        </p:txBody>
      </p:sp>
      <p:sp>
        <p:nvSpPr>
          <p:cNvPr id="16" name="Text 14"/>
          <p:cNvSpPr/>
          <p:nvPr/>
        </p:nvSpPr>
        <p:spPr>
          <a:xfrm>
            <a:off x="673239" y="1453896"/>
            <a:ext cx="6039881" cy="2816352"/>
          </a:xfrm>
          <a:prstGeom prst="rect">
            <a:avLst/>
          </a:prstGeom>
          <a:noFill/>
          <a:ln/>
        </p:spPr>
        <p:txBody>
          <a:bodyPr wrap="square" rtlCol="0" anchor="t"/>
          <a:lstStyle/>
          <a:p>
            <a:r>
              <a:rPr lang="en-US" sz="1300" dirty="0">
                <a:latin typeface="Garamond" panose="02020404030301010803" pitchFamily="18" charset="0"/>
                <a:cs typeface="Calibri" pitchFamily="34" charset="-120"/>
              </a:rPr>
              <a:t>Dropout: randomly zero a fraction (e.g. 20%) of neurons during each training step → prevents co-adaptation → acts like ensemble of 2ᵏ sub-networks.</a:t>
            </a:r>
          </a:p>
          <a:p>
            <a:endParaRPr lang="en-US" sz="1300" dirty="0">
              <a:latin typeface="Garamond" panose="02020404030301010803" pitchFamily="18" charset="0"/>
              <a:cs typeface="Calibri" pitchFamily="34" charset="-120"/>
            </a:endParaRPr>
          </a:p>
          <a:p>
            <a:r>
              <a:rPr lang="en-US" sz="1300" dirty="0">
                <a:latin typeface="Garamond" panose="02020404030301010803" pitchFamily="18" charset="0"/>
                <a:cs typeface="Calibri" pitchFamily="34" charset="-120"/>
              </a:rPr>
              <a:t>Batch Normalisation: normalise activations within each mini-batch → stabilises training → allows higher learning rates → also acts as regulariser.</a:t>
            </a:r>
          </a:p>
          <a:p>
            <a:endParaRPr lang="en-US" sz="1300" dirty="0">
              <a:latin typeface="Garamond" panose="02020404030301010803" pitchFamily="18" charset="0"/>
              <a:cs typeface="Calibri" pitchFamily="34" charset="-120"/>
            </a:endParaRPr>
          </a:p>
          <a:p>
            <a:r>
              <a:rPr lang="en-US" sz="1300" dirty="0">
                <a:latin typeface="Garamond" panose="02020404030301010803" pitchFamily="18" charset="0"/>
                <a:cs typeface="Calibri" pitchFamily="34" charset="-120"/>
              </a:rPr>
              <a:t>Weight Decay: L2 penalty on weights → equivalent to Ridge regression → prevents weights from becoming too large.</a:t>
            </a:r>
          </a:p>
          <a:p>
            <a:endParaRPr lang="en-US" sz="1300" dirty="0">
              <a:latin typeface="Garamond" panose="02020404030301010803" pitchFamily="18" charset="0"/>
              <a:cs typeface="Calibri" pitchFamily="34" charset="-120"/>
            </a:endParaRPr>
          </a:p>
          <a:p>
            <a:r>
              <a:rPr lang="en-US" sz="1300" dirty="0">
                <a:latin typeface="Garamond" panose="02020404030301010803" pitchFamily="18" charset="0"/>
                <a:cs typeface="Calibri" pitchFamily="34" charset="-120"/>
              </a:rPr>
              <a:t>Early Stopping: stop training when validation loss plateaus → most important practical tool.</a:t>
            </a:r>
          </a:p>
        </p:txBody>
      </p:sp>
      <p:sp>
        <p:nvSpPr>
          <p:cNvPr id="17" name="Shape 15"/>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18" name="Shape 16"/>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19" name="Shape 17"/>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0">
    <p:bg>
      <p:bgPr>
        <a:solidFill>
          <a:srgbClr val="006064"/>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A825"/>
          </a:solidFill>
          <a:ln w="12700">
            <a:solidFill>
              <a:srgbClr val="F9A825"/>
            </a:solidFill>
            <a:prstDash val="solid"/>
          </a:ln>
        </p:spPr>
        <p:txBody>
          <a:bodyPr/>
          <a:lstStyle/>
          <a:p>
            <a:endParaRPr lang="en-IN"/>
          </a:p>
        </p:txBody>
      </p:sp>
      <p:sp>
        <p:nvSpPr>
          <p:cNvPr id="3" name="Shape 1"/>
          <p:cNvSpPr/>
          <p:nvPr/>
        </p:nvSpPr>
        <p:spPr>
          <a:xfrm>
            <a:off x="0" y="5070348"/>
            <a:ext cx="9144000" cy="73152"/>
          </a:xfrm>
          <a:prstGeom prst="rect">
            <a:avLst/>
          </a:prstGeom>
          <a:solidFill>
            <a:srgbClr val="F9A825"/>
          </a:solidFill>
          <a:ln w="12700">
            <a:solidFill>
              <a:srgbClr val="F9A825"/>
            </a:solidFill>
            <a:prstDash val="solid"/>
          </a:ln>
        </p:spPr>
        <p:txBody>
          <a:bodyPr/>
          <a:lstStyle/>
          <a:p>
            <a:endParaRPr lang="en-IN"/>
          </a:p>
        </p:txBody>
      </p:sp>
      <p:sp>
        <p:nvSpPr>
          <p:cNvPr id="4" name="Text 2"/>
          <p:cNvSpPr/>
          <p:nvPr/>
        </p:nvSpPr>
        <p:spPr>
          <a:xfrm>
            <a:off x="457200" y="731520"/>
            <a:ext cx="8229600" cy="320040"/>
          </a:xfrm>
          <a:prstGeom prst="rect">
            <a:avLst/>
          </a:prstGeom>
          <a:noFill/>
          <a:ln/>
        </p:spPr>
        <p:txBody>
          <a:bodyPr wrap="square" rtlCol="0" anchor="ctr"/>
          <a:lstStyle/>
          <a:p>
            <a:pPr marL="0" indent="0">
              <a:buNone/>
            </a:pPr>
            <a:r>
              <a:rPr lang="en-US" sz="1100" b="1" kern="0" spc="400" dirty="0">
                <a:solidFill>
                  <a:srgbClr val="F9A825"/>
                </a:solidFill>
                <a:latin typeface="Calibri" pitchFamily="34" charset="0"/>
                <a:ea typeface="Calibri" pitchFamily="34" charset="-122"/>
                <a:cs typeface="Calibri" pitchFamily="34" charset="-120"/>
              </a:rPr>
              <a:t>SECTION 9</a:t>
            </a:r>
            <a:endParaRPr lang="en-US" sz="1100" dirty="0"/>
          </a:p>
        </p:txBody>
      </p:sp>
      <p:sp>
        <p:nvSpPr>
          <p:cNvPr id="5" name="Text 3"/>
          <p:cNvSpPr/>
          <p:nvPr/>
        </p:nvSpPr>
        <p:spPr>
          <a:xfrm>
            <a:off x="457200" y="1143000"/>
            <a:ext cx="8412480" cy="109728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Transformers &amp; LLMs</a:t>
            </a:r>
            <a:endParaRPr lang="en-US" sz="3800" dirty="0"/>
          </a:p>
        </p:txBody>
      </p:sp>
      <p:sp>
        <p:nvSpPr>
          <p:cNvPr id="6" name="Text 4"/>
          <p:cNvSpPr/>
          <p:nvPr/>
        </p:nvSpPr>
        <p:spPr>
          <a:xfrm>
            <a:off x="457200" y="2331720"/>
            <a:ext cx="8412480" cy="548640"/>
          </a:xfrm>
          <a:prstGeom prst="rect">
            <a:avLst/>
          </a:prstGeom>
          <a:noFill/>
          <a:ln/>
        </p:spPr>
        <p:txBody>
          <a:bodyPr wrap="square" rtlCol="0" anchor="ctr"/>
          <a:lstStyle/>
          <a:p>
            <a:pPr marL="0" indent="0">
              <a:buNone/>
            </a:pPr>
            <a:r>
              <a:rPr lang="en-US" sz="1700" dirty="0">
                <a:solidFill>
                  <a:srgbClr val="B2EBF2"/>
                </a:solidFill>
                <a:latin typeface="Calibri" pitchFamily="34" charset="0"/>
                <a:ea typeface="Calibri" pitchFamily="34" charset="-122"/>
                <a:cs typeface="Calibri" pitchFamily="34" charset="-120"/>
              </a:rPr>
              <a:t>Advanced AI: step-by-step guide for data scientists</a:t>
            </a:r>
            <a:endParaRPr lang="en-US" sz="1700" dirty="0"/>
          </a:p>
        </p:txBody>
      </p:sp>
      <p:sp>
        <p:nvSpPr>
          <p:cNvPr id="7" name="Text 5"/>
          <p:cNvSpPr/>
          <p:nvPr/>
        </p:nvSpPr>
        <p:spPr>
          <a:xfrm>
            <a:off x="6858000" y="914400"/>
            <a:ext cx="2011680" cy="2743200"/>
          </a:xfrm>
          <a:prstGeom prst="rect">
            <a:avLst/>
          </a:prstGeom>
          <a:noFill/>
          <a:ln/>
        </p:spPr>
        <p:txBody>
          <a:bodyPr wrap="square" rtlCol="0" anchor="ctr"/>
          <a:lstStyle/>
          <a:p>
            <a:pPr marL="0" indent="0" algn="ctr">
              <a:buNone/>
            </a:pPr>
            <a:r>
              <a:rPr lang="en-US" sz="16000" b="1" dirty="0">
                <a:solidFill>
                  <a:srgbClr val="FFFFFF">
                    <a:alpha val="15000"/>
                  </a:srgbClr>
                </a:solidFill>
                <a:latin typeface="Calibri" pitchFamily="34" charset="0"/>
                <a:ea typeface="Calibri" pitchFamily="34" charset="-122"/>
                <a:cs typeface="Calibri" pitchFamily="34" charset="-120"/>
              </a:rPr>
              <a:t>9</a:t>
            </a:r>
            <a:endParaRPr lang="en-US" sz="16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F19C8278-B85D-396B-1EEE-5BF61026AF1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740BD01-691C-E8F9-9064-3F06E5CA042D}"/>
              </a:ext>
            </a:extLst>
          </p:cNvPr>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a:extLst>
              <a:ext uri="{FF2B5EF4-FFF2-40B4-BE49-F238E27FC236}">
                <a16:creationId xmlns:a16="http://schemas.microsoft.com/office/drawing/2014/main" id="{DE50B69B-DC4C-7CDA-1698-50809C5099CA}"/>
              </a:ext>
            </a:extLst>
          </p:cNvPr>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09 —TRANSFORMERS &amp; LLM</a:t>
            </a:r>
            <a:endParaRPr lang="en-US" sz="800" dirty="0"/>
          </a:p>
        </p:txBody>
      </p:sp>
      <p:sp>
        <p:nvSpPr>
          <p:cNvPr id="4" name="Text 2">
            <a:extLst>
              <a:ext uri="{FF2B5EF4-FFF2-40B4-BE49-F238E27FC236}">
                <a16:creationId xmlns:a16="http://schemas.microsoft.com/office/drawing/2014/main" id="{0AB981E4-034A-9FB4-3DD7-6710685228D6}"/>
              </a:ext>
            </a:extLst>
          </p:cNvPr>
          <p:cNvSpPr/>
          <p:nvPr/>
        </p:nvSpPr>
        <p:spPr>
          <a:xfrm>
            <a:off x="320040" y="320040"/>
            <a:ext cx="8503920" cy="594360"/>
          </a:xfrm>
          <a:prstGeom prst="rect">
            <a:avLst/>
          </a:prstGeom>
          <a:noFill/>
          <a:ln/>
        </p:spPr>
        <p:txBody>
          <a:bodyPr wrap="square" rtlCol="0" anchor="ctr"/>
          <a:lstStyle/>
          <a:p>
            <a:r>
              <a:rPr lang="en-US" sz="2400" b="1" dirty="0">
                <a:solidFill>
                  <a:srgbClr val="006064"/>
                </a:solidFill>
                <a:latin typeface="Calibri" pitchFamily="34" charset="0"/>
                <a:ea typeface="Calibri" pitchFamily="34" charset="-122"/>
                <a:cs typeface="Calibri" pitchFamily="34" charset="-120"/>
              </a:rPr>
              <a:t>The Transformer Architecture</a:t>
            </a:r>
            <a:endParaRPr lang="en-US" sz="2400" dirty="0"/>
          </a:p>
        </p:txBody>
      </p:sp>
      <p:sp>
        <p:nvSpPr>
          <p:cNvPr id="5" name="Shape 3">
            <a:extLst>
              <a:ext uri="{FF2B5EF4-FFF2-40B4-BE49-F238E27FC236}">
                <a16:creationId xmlns:a16="http://schemas.microsoft.com/office/drawing/2014/main" id="{3657F4EA-0722-BCA8-CAD4-290AB2B8530C}"/>
              </a:ext>
            </a:extLst>
          </p:cNvPr>
          <p:cNvSpPr/>
          <p:nvPr/>
        </p:nvSpPr>
        <p:spPr>
          <a:xfrm>
            <a:off x="320040" y="960120"/>
            <a:ext cx="7457384"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a:extLst>
              <a:ext uri="{FF2B5EF4-FFF2-40B4-BE49-F238E27FC236}">
                <a16:creationId xmlns:a16="http://schemas.microsoft.com/office/drawing/2014/main" id="{44F3A84F-F028-B0E9-8C35-8235BB68C369}"/>
              </a:ext>
            </a:extLst>
          </p:cNvPr>
          <p:cNvSpPr/>
          <p:nvPr/>
        </p:nvSpPr>
        <p:spPr>
          <a:xfrm>
            <a:off x="320039" y="960120"/>
            <a:ext cx="7457383" cy="45719"/>
          </a:xfrm>
          <a:prstGeom prst="rect">
            <a:avLst/>
          </a:prstGeom>
          <a:solidFill>
            <a:srgbClr val="006064"/>
          </a:solidFill>
          <a:ln w="12700">
            <a:solidFill>
              <a:srgbClr val="006064"/>
            </a:solidFill>
            <a:prstDash val="solid"/>
          </a:ln>
        </p:spPr>
        <p:txBody>
          <a:bodyPr/>
          <a:lstStyle/>
          <a:p>
            <a:endParaRPr lang="en-IN"/>
          </a:p>
        </p:txBody>
      </p:sp>
      <p:sp>
        <p:nvSpPr>
          <p:cNvPr id="7" name="Text 5">
            <a:extLst>
              <a:ext uri="{FF2B5EF4-FFF2-40B4-BE49-F238E27FC236}">
                <a16:creationId xmlns:a16="http://schemas.microsoft.com/office/drawing/2014/main" id="{D71C1DDA-6B2A-F3FD-33BB-D3A2EEE7D3A5}"/>
              </a:ext>
            </a:extLst>
          </p:cNvPr>
          <p:cNvSpPr/>
          <p:nvPr/>
        </p:nvSpPr>
        <p:spPr>
          <a:xfrm>
            <a:off x="562708" y="1051560"/>
            <a:ext cx="6176420" cy="310896"/>
          </a:xfrm>
          <a:prstGeom prst="rect">
            <a:avLst/>
          </a:prstGeom>
          <a:noFill/>
          <a:ln/>
        </p:spPr>
        <p:txBody>
          <a:bodyPr wrap="square" rtlCol="0" anchor="ctr"/>
          <a:lstStyle/>
          <a:p>
            <a:pPr marL="0" indent="0">
              <a:buNone/>
            </a:pPr>
            <a:r>
              <a:rPr lang="en-US" sz="1400" b="1" dirty="0">
                <a:solidFill>
                  <a:srgbClr val="212121"/>
                </a:solidFill>
                <a:latin typeface="Garamond" panose="02020404030301010803" pitchFamily="18" charset="0"/>
                <a:ea typeface="Calibri" pitchFamily="34" charset="-122"/>
                <a:cs typeface="Calibri" pitchFamily="34" charset="-120"/>
              </a:rPr>
              <a:t>The Attention Mechanism</a:t>
            </a:r>
            <a:endParaRPr lang="en-US" sz="1400" dirty="0">
              <a:latin typeface="Garamond" panose="02020404030301010803" pitchFamily="18" charset="0"/>
            </a:endParaRPr>
          </a:p>
        </p:txBody>
      </p:sp>
      <p:sp>
        <p:nvSpPr>
          <p:cNvPr id="8" name="Text 6">
            <a:extLst>
              <a:ext uri="{FF2B5EF4-FFF2-40B4-BE49-F238E27FC236}">
                <a16:creationId xmlns:a16="http://schemas.microsoft.com/office/drawing/2014/main" id="{2B4C1D8C-599E-13A6-0B11-A3F4AE0BC6E6}"/>
              </a:ext>
            </a:extLst>
          </p:cNvPr>
          <p:cNvSpPr/>
          <p:nvPr/>
        </p:nvSpPr>
        <p:spPr>
          <a:xfrm>
            <a:off x="562708" y="1389888"/>
            <a:ext cx="4371032" cy="2816352"/>
          </a:xfrm>
          <a:prstGeom prst="rect">
            <a:avLst/>
          </a:prstGeom>
          <a:noFill/>
          <a:ln/>
        </p:spPr>
        <p:txBody>
          <a:bodyPr wrap="square" rtlCol="0" anchor="t"/>
          <a:lstStyle/>
          <a:p>
            <a:pPr marL="171450" indent="-171450" fontAlgn="t">
              <a:lnSpc>
                <a:spcPts val="1500"/>
              </a:lnSpc>
              <a:buFont typeface="Arial" panose="020B0604020202020204" pitchFamily="34" charset="0"/>
              <a:buChar char="•"/>
            </a:pPr>
            <a:r>
              <a:rPr lang="en-US" sz="1200" b="1" dirty="0">
                <a:latin typeface="Garamond" panose="02020404030301010803" pitchFamily="18" charset="0"/>
              </a:rPr>
              <a:t>Transformer: </a:t>
            </a:r>
            <a:r>
              <a:rPr lang="en-US" sz="1200" dirty="0">
                <a:latin typeface="Garamond" panose="02020404030301010803" pitchFamily="18" charset="0"/>
              </a:rPr>
              <a:t>is a deep learning architecture. It uses self-attention to understand relationships among all words simultaneously. </a:t>
            </a:r>
          </a:p>
          <a:p>
            <a:pPr marL="171450" indent="-171450" fontAlgn="t">
              <a:lnSpc>
                <a:spcPts val="1500"/>
              </a:lnSpc>
              <a:buFont typeface="Arial" panose="020B0604020202020204" pitchFamily="34" charset="0"/>
              <a:buChar char="•"/>
            </a:pPr>
            <a:r>
              <a:rPr lang="en-US" sz="1200" b="1" dirty="0">
                <a:latin typeface="Garamond" panose="02020404030301010803" pitchFamily="18" charset="0"/>
              </a:rPr>
              <a:t>Self-attention: </a:t>
            </a:r>
            <a:r>
              <a:rPr lang="en-US" sz="1200" dirty="0">
                <a:latin typeface="Garamond" panose="02020404030301010803" pitchFamily="18" charset="0"/>
              </a:rPr>
              <a:t>Each element of a sequence directly attends to all other elements.</a:t>
            </a:r>
          </a:p>
          <a:p>
            <a:pPr fontAlgn="t">
              <a:lnSpc>
                <a:spcPts val="1500"/>
              </a:lnSpc>
            </a:pPr>
            <a:r>
              <a:rPr lang="en-US" sz="1200" b="1" dirty="0">
                <a:latin typeface="Garamond" panose="02020404030301010803" pitchFamily="18" charset="0"/>
              </a:rPr>
              <a:t>Example: </a:t>
            </a:r>
            <a:r>
              <a:rPr lang="en-US" sz="1200" i="1" dirty="0">
                <a:latin typeface="Garamond" panose="02020404030301010803" pitchFamily="18" charset="0"/>
              </a:rPr>
              <a:t>The cat sat on the mat because it was tired. </a:t>
            </a:r>
          </a:p>
          <a:p>
            <a:pPr marL="171450" indent="-171450" fontAlgn="t">
              <a:lnSpc>
                <a:spcPts val="1500"/>
              </a:lnSpc>
              <a:buFont typeface="Arial" panose="020B0604020202020204" pitchFamily="34" charset="0"/>
              <a:buChar char="•"/>
            </a:pPr>
            <a:r>
              <a:rPr lang="en-US" sz="1200" dirty="0">
                <a:latin typeface="Garamond" panose="02020404030301010803" pitchFamily="18" charset="0"/>
              </a:rPr>
              <a:t>Transformers remembers </a:t>
            </a:r>
            <a:r>
              <a:rPr lang="en-US" sz="1200" i="1" dirty="0">
                <a:latin typeface="Garamond" panose="02020404030301010803" pitchFamily="18" charset="0"/>
              </a:rPr>
              <a:t>‘it’ = ‘cat’ </a:t>
            </a:r>
            <a:r>
              <a:rPr lang="en-US" sz="1200" dirty="0">
                <a:latin typeface="Garamond" panose="02020404030301010803" pitchFamily="18" charset="0"/>
              </a:rPr>
              <a:t>after many words using attention score</a:t>
            </a:r>
          </a:p>
          <a:p>
            <a:pPr fontAlgn="t">
              <a:lnSpc>
                <a:spcPts val="1500"/>
              </a:lnSpc>
            </a:pPr>
            <a:endParaRPr lang="en-US" sz="1200" dirty="0">
              <a:latin typeface="Garamond" panose="02020404030301010803" pitchFamily="18" charset="0"/>
            </a:endParaRPr>
          </a:p>
          <a:p>
            <a:r>
              <a:rPr lang="en-US" sz="1200" dirty="0">
                <a:latin typeface="Garamond" panose="02020404030301010803" pitchFamily="18" charset="0"/>
              </a:rPr>
              <a:t>For each position </a:t>
            </a:r>
            <a:r>
              <a:rPr lang="en-US" sz="1200" dirty="0" err="1">
                <a:latin typeface="Garamond" panose="02020404030301010803" pitchFamily="18" charset="0"/>
              </a:rPr>
              <a:t>i</a:t>
            </a:r>
            <a:r>
              <a:rPr lang="en-US" sz="1200" dirty="0">
                <a:latin typeface="Garamond" panose="02020404030301010803" pitchFamily="18" charset="0"/>
              </a:rPr>
              <a:t>:</a:t>
            </a:r>
          </a:p>
          <a:p>
            <a:r>
              <a:rPr lang="en-US" sz="1200" dirty="0">
                <a:latin typeface="Garamond" panose="02020404030301010803" pitchFamily="18" charset="0"/>
              </a:rPr>
              <a:t>  Query Qᵢ: 'What am I looking for?'</a:t>
            </a:r>
          </a:p>
          <a:p>
            <a:r>
              <a:rPr lang="en-US" sz="1200" dirty="0">
                <a:latin typeface="Garamond" panose="02020404030301010803" pitchFamily="18" charset="0"/>
              </a:rPr>
              <a:t>  Key Kⱼ: 'What do I offer?'</a:t>
            </a:r>
          </a:p>
          <a:p>
            <a:r>
              <a:rPr lang="en-US" sz="1200" dirty="0">
                <a:latin typeface="Garamond" panose="02020404030301010803" pitchFamily="18" charset="0"/>
              </a:rPr>
              <a:t>  Value Vⱼ: 'What is my content?'</a:t>
            </a:r>
          </a:p>
          <a:p>
            <a:endParaRPr lang="en-US" sz="1200" dirty="0">
              <a:latin typeface="Garamond" panose="02020404030301010803" pitchFamily="18" charset="0"/>
            </a:endParaRPr>
          </a:p>
          <a:p>
            <a:r>
              <a:rPr lang="en-US" sz="1200" dirty="0">
                <a:latin typeface="Garamond" panose="02020404030301010803" pitchFamily="18" charset="0"/>
              </a:rPr>
              <a:t>Attention score: </a:t>
            </a:r>
            <a:r>
              <a:rPr lang="en-US" sz="1200" dirty="0" err="1">
                <a:latin typeface="Garamond" panose="02020404030301010803" pitchFamily="18" charset="0"/>
              </a:rPr>
              <a:t>softmax</a:t>
            </a:r>
            <a:r>
              <a:rPr lang="en-US" sz="1200" dirty="0">
                <a:latin typeface="Garamond" panose="02020404030301010803" pitchFamily="18" charset="0"/>
              </a:rPr>
              <a:t>(QᵢKⱼᵀ/√d)</a:t>
            </a:r>
          </a:p>
          <a:p>
            <a:r>
              <a:rPr lang="en-US" sz="1200" dirty="0">
                <a:latin typeface="Garamond" panose="02020404030301010803" pitchFamily="18" charset="0"/>
              </a:rPr>
              <a:t>Output: weighted sum of Values</a:t>
            </a:r>
          </a:p>
          <a:p>
            <a:pPr marL="171450" indent="-171450" fontAlgn="t">
              <a:lnSpc>
                <a:spcPts val="1500"/>
              </a:lnSpc>
              <a:buFont typeface="Arial" panose="020B0604020202020204" pitchFamily="34" charset="0"/>
              <a:buChar char="•"/>
            </a:pPr>
            <a:endParaRPr lang="en-US" sz="1200" dirty="0">
              <a:latin typeface="Garamond" panose="02020404030301010803" pitchFamily="18" charset="0"/>
            </a:endParaRPr>
          </a:p>
        </p:txBody>
      </p:sp>
      <p:sp>
        <p:nvSpPr>
          <p:cNvPr id="17" name="Shape 15">
            <a:extLst>
              <a:ext uri="{FF2B5EF4-FFF2-40B4-BE49-F238E27FC236}">
                <a16:creationId xmlns:a16="http://schemas.microsoft.com/office/drawing/2014/main" id="{68CC2CFE-5B9D-C148-9F19-E175929BDD9D}"/>
              </a:ext>
            </a:extLst>
          </p:cNvPr>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18" name="Shape 16">
            <a:extLst>
              <a:ext uri="{FF2B5EF4-FFF2-40B4-BE49-F238E27FC236}">
                <a16:creationId xmlns:a16="http://schemas.microsoft.com/office/drawing/2014/main" id="{587F6B4B-A06C-7738-2A3D-476FE0178A62}"/>
              </a:ext>
            </a:extLst>
          </p:cNvPr>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19" name="Shape 17">
            <a:extLst>
              <a:ext uri="{FF2B5EF4-FFF2-40B4-BE49-F238E27FC236}">
                <a16:creationId xmlns:a16="http://schemas.microsoft.com/office/drawing/2014/main" id="{457CCA49-47E1-E271-AE04-99D05F8525AE}"/>
              </a:ext>
            </a:extLst>
          </p:cNvPr>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sp>
        <p:nvSpPr>
          <p:cNvPr id="9" name="Text 6">
            <a:extLst>
              <a:ext uri="{FF2B5EF4-FFF2-40B4-BE49-F238E27FC236}">
                <a16:creationId xmlns:a16="http://schemas.microsoft.com/office/drawing/2014/main" id="{D32CC315-BFF6-6A59-A3E5-D9CBF09A8177}"/>
              </a:ext>
            </a:extLst>
          </p:cNvPr>
          <p:cNvSpPr/>
          <p:nvPr/>
        </p:nvSpPr>
        <p:spPr>
          <a:xfrm>
            <a:off x="5968721" y="1358336"/>
            <a:ext cx="1808701" cy="2816352"/>
          </a:xfrm>
          <a:prstGeom prst="rect">
            <a:avLst/>
          </a:prstGeom>
          <a:noFill/>
          <a:ln/>
        </p:spPr>
        <p:txBody>
          <a:bodyPr wrap="square" rtlCol="0" anchor="t"/>
          <a:lstStyle/>
          <a:p>
            <a:pPr fontAlgn="t">
              <a:lnSpc>
                <a:spcPts val="1500"/>
              </a:lnSpc>
            </a:pPr>
            <a:r>
              <a:rPr lang="en-US" sz="1200" b="1" dirty="0">
                <a:latin typeface="Garamond" panose="02020404030301010803" pitchFamily="18" charset="0"/>
              </a:rPr>
              <a:t>Benefits of Transformers:</a:t>
            </a:r>
          </a:p>
          <a:p>
            <a:pPr marL="171450" indent="-171450" fontAlgn="t">
              <a:lnSpc>
                <a:spcPts val="1500"/>
              </a:lnSpc>
              <a:buFont typeface="Arial" panose="020B0604020202020204" pitchFamily="34" charset="0"/>
              <a:buChar char="•"/>
            </a:pPr>
            <a:r>
              <a:rPr lang="en-US" sz="1200" dirty="0">
                <a:latin typeface="Garamond" panose="02020404030301010803" pitchFamily="18" charset="0"/>
              </a:rPr>
              <a:t>Parallel processing</a:t>
            </a:r>
          </a:p>
          <a:p>
            <a:pPr marL="171450" indent="-171450" fontAlgn="t">
              <a:lnSpc>
                <a:spcPts val="1500"/>
              </a:lnSpc>
              <a:buFont typeface="Arial" panose="020B0604020202020204" pitchFamily="34" charset="0"/>
              <a:buChar char="•"/>
            </a:pPr>
            <a:r>
              <a:rPr lang="en-US" sz="1200" dirty="0">
                <a:latin typeface="Garamond" panose="02020404030301010803" pitchFamily="18" charset="0"/>
              </a:rPr>
              <a:t>Long-range context</a:t>
            </a:r>
          </a:p>
          <a:p>
            <a:pPr marL="171450" indent="-171450" fontAlgn="t">
              <a:lnSpc>
                <a:spcPts val="1500"/>
              </a:lnSpc>
              <a:buFont typeface="Arial" panose="020B0604020202020204" pitchFamily="34" charset="0"/>
              <a:buChar char="•"/>
            </a:pPr>
            <a:r>
              <a:rPr lang="en-US" sz="1200" dirty="0">
                <a:latin typeface="Garamond" panose="02020404030301010803" pitchFamily="18" charset="0"/>
              </a:rPr>
              <a:t>Faster training</a:t>
            </a:r>
          </a:p>
          <a:p>
            <a:pPr marL="171450" indent="-171450" fontAlgn="t">
              <a:lnSpc>
                <a:spcPts val="1500"/>
              </a:lnSpc>
              <a:buFont typeface="Arial" panose="020B0604020202020204" pitchFamily="34" charset="0"/>
              <a:buChar char="•"/>
            </a:pPr>
            <a:r>
              <a:rPr lang="en-US" sz="1200" dirty="0">
                <a:latin typeface="Garamond" panose="02020404030301010803" pitchFamily="18" charset="0"/>
              </a:rPr>
              <a:t>Better scalability</a:t>
            </a:r>
          </a:p>
          <a:p>
            <a:pPr marL="171450" indent="-171450" fontAlgn="t">
              <a:lnSpc>
                <a:spcPts val="1500"/>
              </a:lnSpc>
              <a:buFont typeface="Arial" panose="020B0604020202020204" pitchFamily="34" charset="0"/>
              <a:buChar char="•"/>
            </a:pPr>
            <a:r>
              <a:rPr lang="en-US" sz="1200" dirty="0">
                <a:latin typeface="Garamond" panose="02020404030301010803" pitchFamily="18" charset="0"/>
              </a:rPr>
              <a:t>Foundation of LLMs</a:t>
            </a:r>
          </a:p>
          <a:p>
            <a:pPr marL="628650" lvl="1" indent="-171450" fontAlgn="t">
              <a:lnSpc>
                <a:spcPts val="1500"/>
              </a:lnSpc>
              <a:buFont typeface="Arial" panose="020B0604020202020204" pitchFamily="34" charset="0"/>
              <a:buChar char="•"/>
            </a:pPr>
            <a:endParaRPr lang="en-US" sz="1200" dirty="0">
              <a:latin typeface="Garamond" panose="02020404030301010803" pitchFamily="18" charset="0"/>
            </a:endParaRPr>
          </a:p>
          <a:p>
            <a:pPr marL="171450" indent="-171450" fontAlgn="t">
              <a:lnSpc>
                <a:spcPts val="1500"/>
              </a:lnSpc>
              <a:buFont typeface="Arial" panose="020B0604020202020204" pitchFamily="34" charset="0"/>
              <a:buChar char="•"/>
            </a:pPr>
            <a:endParaRPr lang="en-US" sz="1200" dirty="0">
              <a:latin typeface="Garamond" panose="02020404030301010803" pitchFamily="18" charset="0"/>
            </a:endParaRPr>
          </a:p>
        </p:txBody>
      </p:sp>
    </p:spTree>
    <p:extLst>
      <p:ext uri="{BB962C8B-B14F-4D97-AF65-F5344CB8AC3E}">
        <p14:creationId xmlns:p14="http://schemas.microsoft.com/office/powerpoint/2010/main" val="35993043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09 —TRANSFORMERS &amp; LLM</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r>
              <a:rPr lang="en-US" sz="2400" b="1" dirty="0">
                <a:solidFill>
                  <a:srgbClr val="006064"/>
                </a:solidFill>
                <a:latin typeface="Calibri" pitchFamily="34" charset="0"/>
                <a:ea typeface="Calibri" pitchFamily="34" charset="-122"/>
                <a:cs typeface="Calibri" pitchFamily="34" charset="-120"/>
              </a:rPr>
              <a:t>The Transformers Architecture : High-level Overview</a:t>
            </a:r>
            <a:endParaRPr lang="en-US" sz="2400" dirty="0"/>
          </a:p>
        </p:txBody>
      </p:sp>
      <p:sp>
        <p:nvSpPr>
          <p:cNvPr id="17" name="Shape 15"/>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18" name="Shape 16"/>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19" name="Shape 17"/>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pic>
        <p:nvPicPr>
          <p:cNvPr id="9" name="Picture 8" descr="Transformers in Machine Learning - GeeksforGeeks">
            <a:extLst>
              <a:ext uri="{FF2B5EF4-FFF2-40B4-BE49-F238E27FC236}">
                <a16:creationId xmlns:a16="http://schemas.microsoft.com/office/drawing/2014/main" id="{307D5EE6-9B95-BAAE-7E8F-47BE69A1EFB0}"/>
              </a:ext>
            </a:extLst>
          </p:cNvPr>
          <p:cNvPicPr>
            <a:picLocks noChangeAspect="1"/>
          </p:cNvPicPr>
          <p:nvPr/>
        </p:nvPicPr>
        <p:blipFill>
          <a:blip r:embed="rId3"/>
          <a:stretch>
            <a:fillRect/>
          </a:stretch>
        </p:blipFill>
        <p:spPr>
          <a:xfrm>
            <a:off x="656549" y="811613"/>
            <a:ext cx="3031197" cy="4112431"/>
          </a:xfrm>
          <a:prstGeom prst="rect">
            <a:avLst/>
          </a:prstGeom>
        </p:spPr>
      </p:pic>
      <p:sp>
        <p:nvSpPr>
          <p:cNvPr id="11" name="Text 6">
            <a:extLst>
              <a:ext uri="{FF2B5EF4-FFF2-40B4-BE49-F238E27FC236}">
                <a16:creationId xmlns:a16="http://schemas.microsoft.com/office/drawing/2014/main" id="{B0DBE626-5855-1644-89CA-E4BD424B57CC}"/>
              </a:ext>
            </a:extLst>
          </p:cNvPr>
          <p:cNvSpPr/>
          <p:nvPr/>
        </p:nvSpPr>
        <p:spPr>
          <a:xfrm>
            <a:off x="5104562" y="1358336"/>
            <a:ext cx="3426789" cy="2816352"/>
          </a:xfrm>
          <a:prstGeom prst="rect">
            <a:avLst/>
          </a:prstGeom>
          <a:noFill/>
          <a:ln/>
        </p:spPr>
        <p:txBody>
          <a:bodyPr wrap="square" rtlCol="0" anchor="t"/>
          <a:lstStyle/>
          <a:p>
            <a:pPr lvl="1" fontAlgn="t">
              <a:lnSpc>
                <a:spcPts val="1500"/>
              </a:lnSpc>
            </a:pPr>
            <a:endParaRPr lang="en-US" sz="1050" dirty="0"/>
          </a:p>
          <a:p>
            <a:pPr marL="171450" indent="-171450" fontAlgn="t">
              <a:lnSpc>
                <a:spcPts val="1500"/>
              </a:lnSpc>
              <a:buFont typeface="Arial" panose="020B0604020202020204" pitchFamily="34" charset="0"/>
              <a:buChar char="•"/>
            </a:pPr>
            <a:endParaRPr lang="en-US" sz="1050" dirty="0">
              <a:latin typeface="Segoe UI" panose="020B0502040204020203" pitchFamily="34" charset="0"/>
            </a:endParaRPr>
          </a:p>
        </p:txBody>
      </p:sp>
      <p:graphicFrame>
        <p:nvGraphicFramePr>
          <p:cNvPr id="14" name="Diagram 13">
            <a:extLst>
              <a:ext uri="{FF2B5EF4-FFF2-40B4-BE49-F238E27FC236}">
                <a16:creationId xmlns:a16="http://schemas.microsoft.com/office/drawing/2014/main" id="{BE40EA6A-3315-594A-0ED5-6DB18D9D24C4}"/>
              </a:ext>
            </a:extLst>
          </p:cNvPr>
          <p:cNvGraphicFramePr/>
          <p:nvPr>
            <p:extLst>
              <p:ext uri="{D42A27DB-BD31-4B8C-83A1-F6EECF244321}">
                <p14:modId xmlns:p14="http://schemas.microsoft.com/office/powerpoint/2010/main" val="2129228937"/>
              </p:ext>
            </p:extLst>
          </p:nvPr>
        </p:nvGraphicFramePr>
        <p:xfrm>
          <a:off x="5456256" y="1051560"/>
          <a:ext cx="2893924" cy="32792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ED3D96F1-1D80-96EA-0868-F30C57C91FE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26122D9-2BDC-F112-9543-5E8CFF83601E}"/>
              </a:ext>
            </a:extLst>
          </p:cNvPr>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a:extLst>
              <a:ext uri="{FF2B5EF4-FFF2-40B4-BE49-F238E27FC236}">
                <a16:creationId xmlns:a16="http://schemas.microsoft.com/office/drawing/2014/main" id="{52BEADFF-763F-C9C5-07E4-D0CC7F8BC220}"/>
              </a:ext>
            </a:extLst>
          </p:cNvPr>
          <p:cNvSpPr/>
          <p:nvPr/>
        </p:nvSpPr>
        <p:spPr>
          <a:xfrm>
            <a:off x="274320" y="18288"/>
            <a:ext cx="8229600" cy="237744"/>
          </a:xfrm>
          <a:prstGeom prst="rect">
            <a:avLst/>
          </a:prstGeom>
          <a:noFill/>
          <a:ln/>
        </p:spPr>
        <p:txBody>
          <a:bodyPr wrap="square" rtlCol="0" anchor="ctr"/>
          <a:lstStyle/>
          <a:p>
            <a:r>
              <a:rPr lang="en-US" sz="800" b="1" kern="0" spc="300" dirty="0">
                <a:solidFill>
                  <a:srgbClr val="FFFFFF"/>
                </a:solidFill>
                <a:latin typeface="Calibri" pitchFamily="34" charset="0"/>
                <a:ea typeface="Calibri" pitchFamily="34" charset="-122"/>
                <a:cs typeface="Calibri" pitchFamily="34" charset="-120"/>
              </a:rPr>
              <a:t>SECTION 09 —TRANSFORMERS &amp; LLM</a:t>
            </a:r>
            <a:endParaRPr lang="en-US" sz="800" dirty="0"/>
          </a:p>
        </p:txBody>
      </p:sp>
      <p:sp>
        <p:nvSpPr>
          <p:cNvPr id="4" name="Text 2">
            <a:extLst>
              <a:ext uri="{FF2B5EF4-FFF2-40B4-BE49-F238E27FC236}">
                <a16:creationId xmlns:a16="http://schemas.microsoft.com/office/drawing/2014/main" id="{D4E38765-1450-55B3-E04C-7EC2A152A654}"/>
              </a:ext>
            </a:extLst>
          </p:cNvPr>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Transformers — The Architecture Behind GPT, BERT, and AlphaFold</a:t>
            </a:r>
            <a:endParaRPr lang="en-US" sz="2400" dirty="0"/>
          </a:p>
        </p:txBody>
      </p:sp>
      <p:sp>
        <p:nvSpPr>
          <p:cNvPr id="13" name="Shape 11">
            <a:extLst>
              <a:ext uri="{FF2B5EF4-FFF2-40B4-BE49-F238E27FC236}">
                <a16:creationId xmlns:a16="http://schemas.microsoft.com/office/drawing/2014/main" id="{689EAA72-07F8-76EB-C672-5B986B49644A}"/>
              </a:ext>
            </a:extLst>
          </p:cNvPr>
          <p:cNvSpPr/>
          <p:nvPr/>
        </p:nvSpPr>
        <p:spPr>
          <a:xfrm>
            <a:off x="380613" y="960120"/>
            <a:ext cx="6309360"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4" name="Shape 12">
            <a:extLst>
              <a:ext uri="{FF2B5EF4-FFF2-40B4-BE49-F238E27FC236}">
                <a16:creationId xmlns:a16="http://schemas.microsoft.com/office/drawing/2014/main" id="{A7984A17-4FF3-A887-0E8D-73E08E651E19}"/>
              </a:ext>
            </a:extLst>
          </p:cNvPr>
          <p:cNvSpPr/>
          <p:nvPr/>
        </p:nvSpPr>
        <p:spPr>
          <a:xfrm>
            <a:off x="380613" y="960120"/>
            <a:ext cx="6309360" cy="45720"/>
          </a:xfrm>
          <a:prstGeom prst="rect">
            <a:avLst/>
          </a:prstGeom>
          <a:solidFill>
            <a:srgbClr val="2E7D32"/>
          </a:solidFill>
          <a:ln w="12700">
            <a:solidFill>
              <a:srgbClr val="2E7D32"/>
            </a:solidFill>
            <a:prstDash val="solid"/>
          </a:ln>
        </p:spPr>
        <p:txBody>
          <a:bodyPr/>
          <a:lstStyle/>
          <a:p>
            <a:endParaRPr lang="en-IN"/>
          </a:p>
        </p:txBody>
      </p:sp>
      <p:sp>
        <p:nvSpPr>
          <p:cNvPr id="15" name="Text 13">
            <a:extLst>
              <a:ext uri="{FF2B5EF4-FFF2-40B4-BE49-F238E27FC236}">
                <a16:creationId xmlns:a16="http://schemas.microsoft.com/office/drawing/2014/main" id="{B2D58A36-E757-08D3-A35B-8622CCA16A84}"/>
              </a:ext>
            </a:extLst>
          </p:cNvPr>
          <p:cNvSpPr/>
          <p:nvPr/>
        </p:nvSpPr>
        <p:spPr>
          <a:xfrm>
            <a:off x="683287" y="1051560"/>
            <a:ext cx="6116414" cy="310896"/>
          </a:xfrm>
          <a:prstGeom prst="rect">
            <a:avLst/>
          </a:prstGeom>
          <a:noFill/>
          <a:ln/>
        </p:spPr>
        <p:txBody>
          <a:bodyPr wrap="square" rtlCol="0" anchor="ctr"/>
          <a:lstStyle/>
          <a:p>
            <a:pPr marL="0" indent="0">
              <a:buNone/>
            </a:pPr>
            <a:r>
              <a:rPr lang="en-US" sz="1400" b="1" dirty="0">
                <a:solidFill>
                  <a:srgbClr val="212121"/>
                </a:solidFill>
                <a:latin typeface="Garamond" panose="02020404030301010803" pitchFamily="18" charset="0"/>
                <a:ea typeface="Calibri" pitchFamily="34" charset="-122"/>
                <a:cs typeface="Calibri" pitchFamily="34" charset="-120"/>
              </a:rPr>
              <a:t>Clinical Applications</a:t>
            </a:r>
            <a:endParaRPr lang="en-US" sz="1400" dirty="0">
              <a:latin typeface="Garamond" panose="02020404030301010803" pitchFamily="18" charset="0"/>
            </a:endParaRPr>
          </a:p>
        </p:txBody>
      </p:sp>
      <p:sp>
        <p:nvSpPr>
          <p:cNvPr id="16" name="Text 14">
            <a:extLst>
              <a:ext uri="{FF2B5EF4-FFF2-40B4-BE49-F238E27FC236}">
                <a16:creationId xmlns:a16="http://schemas.microsoft.com/office/drawing/2014/main" id="{B1F477A4-F704-0B22-61AF-44000D3B1369}"/>
              </a:ext>
            </a:extLst>
          </p:cNvPr>
          <p:cNvSpPr/>
          <p:nvPr/>
        </p:nvSpPr>
        <p:spPr>
          <a:xfrm>
            <a:off x="683287" y="1389888"/>
            <a:ext cx="5707465" cy="2816352"/>
          </a:xfrm>
          <a:prstGeom prst="rect">
            <a:avLst/>
          </a:prstGeom>
          <a:noFill/>
          <a:ln/>
        </p:spPr>
        <p:txBody>
          <a:bodyPr wrap="square" rtlCol="0" anchor="t"/>
          <a:lstStyle/>
          <a:p>
            <a:pPr marL="285750" indent="-285750">
              <a:buFont typeface="Arial" panose="020B0604020202020204" pitchFamily="34" charset="0"/>
              <a:buChar char="•"/>
            </a:pPr>
            <a:r>
              <a:rPr lang="en-US" sz="1300" dirty="0">
                <a:latin typeface="Garamond" panose="02020404030301010803" pitchFamily="18" charset="0"/>
                <a:ea typeface="Calibri" pitchFamily="34" charset="-122"/>
                <a:cs typeface="Calibri" pitchFamily="34" charset="-120"/>
              </a:rPr>
              <a:t>ClinicalBERT / BioBERT: Fine-tuned on clinical notes/biomedical literature. Tasks: NER (extract diagnoses, medications), ICD coding, discharge summary classification.</a:t>
            </a:r>
            <a:endParaRPr lang="en-US" sz="1300" dirty="0">
              <a:latin typeface="Garamond" panose="02020404030301010803" pitchFamily="18" charset="0"/>
            </a:endParaRPr>
          </a:p>
          <a:p>
            <a:pPr marL="285750" indent="-285750">
              <a:buFont typeface="Arial" panose="020B0604020202020204" pitchFamily="34" charset="0"/>
              <a:buChar char="•"/>
            </a:pPr>
            <a:r>
              <a:rPr lang="en-US" sz="1300" dirty="0">
                <a:latin typeface="Garamond" panose="02020404030301010803" pitchFamily="18" charset="0"/>
                <a:ea typeface="Calibri" pitchFamily="34" charset="-122"/>
                <a:cs typeface="Calibri" pitchFamily="34" charset="-120"/>
              </a:rPr>
              <a:t>Med-PaLM 2 (Google): Scored 86.5% on USMLE-style questions. Passes medical licensing threshold.</a:t>
            </a:r>
            <a:endParaRPr lang="en-US" sz="1300" dirty="0">
              <a:latin typeface="Garamond" panose="02020404030301010803" pitchFamily="18" charset="0"/>
            </a:endParaRPr>
          </a:p>
          <a:p>
            <a:pPr marL="285750" indent="-285750">
              <a:buFont typeface="Arial" panose="020B0604020202020204" pitchFamily="34" charset="0"/>
              <a:buChar char="•"/>
            </a:pPr>
            <a:r>
              <a:rPr lang="en-US" sz="1300" dirty="0">
                <a:latin typeface="Garamond" panose="02020404030301010803" pitchFamily="18" charset="0"/>
                <a:ea typeface="Calibri" pitchFamily="34" charset="-122"/>
                <a:cs typeface="Calibri" pitchFamily="34" charset="-120"/>
              </a:rPr>
              <a:t>AlphaFold 2: Transformer + 3D structural reasoning → predicted structures of 200M proteins. Drug target identification.</a:t>
            </a:r>
            <a:endParaRPr lang="en-US" sz="1300" dirty="0">
              <a:latin typeface="Garamond" panose="02020404030301010803" pitchFamily="18" charset="0"/>
            </a:endParaRPr>
          </a:p>
          <a:p>
            <a:pPr marL="285750" indent="-285750">
              <a:buFont typeface="Arial" panose="020B0604020202020204" pitchFamily="34" charset="0"/>
              <a:buChar char="•"/>
            </a:pPr>
            <a:r>
              <a:rPr lang="en-US" sz="1300" dirty="0">
                <a:latin typeface="Garamond" panose="02020404030301010803" pitchFamily="18" charset="0"/>
                <a:ea typeface="Calibri" pitchFamily="34" charset="-122"/>
                <a:cs typeface="Calibri" pitchFamily="34" charset="-120"/>
              </a:rPr>
              <a:t>GPT-4 for clinical: Differential diagnosis generation, patient communication drafting, literature summarisation. Use with caution — hallucinations remain a risk.</a:t>
            </a:r>
            <a:endParaRPr lang="en-US" sz="1300" dirty="0">
              <a:latin typeface="Garamond" panose="02020404030301010803" pitchFamily="18" charset="0"/>
            </a:endParaRPr>
          </a:p>
        </p:txBody>
      </p:sp>
      <p:sp>
        <p:nvSpPr>
          <p:cNvPr id="17" name="Shape 15">
            <a:extLst>
              <a:ext uri="{FF2B5EF4-FFF2-40B4-BE49-F238E27FC236}">
                <a16:creationId xmlns:a16="http://schemas.microsoft.com/office/drawing/2014/main" id="{246F9650-D34B-96C5-C338-2B34BF11D927}"/>
              </a:ext>
            </a:extLst>
          </p:cNvPr>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18" name="Shape 16">
            <a:extLst>
              <a:ext uri="{FF2B5EF4-FFF2-40B4-BE49-F238E27FC236}">
                <a16:creationId xmlns:a16="http://schemas.microsoft.com/office/drawing/2014/main" id="{620CE7D2-A088-B980-6510-0A41576E9157}"/>
              </a:ext>
            </a:extLst>
          </p:cNvPr>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19" name="Shape 17">
            <a:extLst>
              <a:ext uri="{FF2B5EF4-FFF2-40B4-BE49-F238E27FC236}">
                <a16:creationId xmlns:a16="http://schemas.microsoft.com/office/drawing/2014/main" id="{32624220-2DC7-6A06-1DAB-FE56376265BF}"/>
              </a:ext>
            </a:extLst>
          </p:cNvPr>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spTree>
    <p:extLst>
      <p:ext uri="{BB962C8B-B14F-4D97-AF65-F5344CB8AC3E}">
        <p14:creationId xmlns:p14="http://schemas.microsoft.com/office/powerpoint/2010/main" val="19170379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r>
              <a:rPr lang="en-US" sz="800" b="1" kern="0" spc="300" dirty="0">
                <a:solidFill>
                  <a:srgbClr val="FFFFFF"/>
                </a:solidFill>
                <a:latin typeface="Calibri" pitchFamily="34" charset="0"/>
                <a:ea typeface="Calibri" pitchFamily="34" charset="-122"/>
                <a:cs typeface="Calibri" pitchFamily="34" charset="-120"/>
              </a:rPr>
              <a:t>SECTION 09 —TRANSFORMERS &amp; LLM</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Understanding Large Language Models</a:t>
            </a:r>
            <a:endParaRPr lang="en-US" sz="2400" dirty="0"/>
          </a:p>
        </p:txBody>
      </p:sp>
      <p:sp>
        <p:nvSpPr>
          <p:cNvPr id="5" name="Shape 3"/>
          <p:cNvSpPr/>
          <p:nvPr/>
        </p:nvSpPr>
        <p:spPr>
          <a:xfrm>
            <a:off x="320040" y="960120"/>
            <a:ext cx="4142232" cy="3292731"/>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p:cNvSpPr/>
          <p:nvPr/>
        </p:nvSpPr>
        <p:spPr>
          <a:xfrm>
            <a:off x="320040" y="960120"/>
            <a:ext cx="4142232" cy="45719"/>
          </a:xfrm>
          <a:prstGeom prst="rect">
            <a:avLst/>
          </a:prstGeom>
          <a:solidFill>
            <a:srgbClr val="006064"/>
          </a:solidFill>
          <a:ln w="12700">
            <a:solidFill>
              <a:srgbClr val="006064"/>
            </a:solidFill>
            <a:prstDash val="solid"/>
          </a:ln>
        </p:spPr>
        <p:txBody>
          <a:bodyPr/>
          <a:lstStyle/>
          <a:p>
            <a:endParaRPr lang="en-IN"/>
          </a:p>
        </p:txBody>
      </p:sp>
      <p:sp>
        <p:nvSpPr>
          <p:cNvPr id="7" name="Text 5"/>
          <p:cNvSpPr/>
          <p:nvPr/>
        </p:nvSpPr>
        <p:spPr>
          <a:xfrm>
            <a:off x="429767" y="1051560"/>
            <a:ext cx="3810853" cy="306720"/>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What is an LLM?</a:t>
            </a:r>
          </a:p>
        </p:txBody>
      </p:sp>
      <p:sp>
        <p:nvSpPr>
          <p:cNvPr id="8" name="Text 6"/>
          <p:cNvSpPr/>
          <p:nvPr/>
        </p:nvSpPr>
        <p:spPr>
          <a:xfrm>
            <a:off x="429767" y="1389888"/>
            <a:ext cx="3810853" cy="2778524"/>
          </a:xfrm>
          <a:prstGeom prst="rect">
            <a:avLst/>
          </a:prstGeom>
          <a:noFill/>
          <a:ln/>
        </p:spPr>
        <p:txBody>
          <a:bodyPr wrap="square" rtlCol="0" anchor="t"/>
          <a:lstStyle/>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A Large Language Model (LLM) is a deep learning model built on the Transformer architecture and trained on massive amounts of text data to understand, generate, summarize, classify, and reason over human language. </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Token is the key ingredient: Every LLM is token-based. Token is the smallest unit a LLM processes.</a:t>
            </a:r>
          </a:p>
          <a:p>
            <a:endParaRPr lang="en-US" sz="1300" dirty="0">
              <a:latin typeface="Garamond" panose="02020404030301010803" pitchFamily="18" charset="0"/>
              <a:cs typeface="Calibri" pitchFamily="34" charset="-120"/>
            </a:endParaRP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LLMs can perform many tasks using the same model:</a:t>
            </a:r>
          </a:p>
          <a:p>
            <a:pPr marL="742950" lvl="1" indent="-285750">
              <a:buFont typeface="Arial" panose="020B0604020202020204" pitchFamily="34" charset="0"/>
              <a:buChar char="•"/>
            </a:pPr>
            <a:r>
              <a:rPr lang="en-US" sz="1300" dirty="0">
                <a:latin typeface="Garamond" panose="02020404030301010803" pitchFamily="18" charset="0"/>
                <a:cs typeface="Calibri" pitchFamily="34" charset="-120"/>
              </a:rPr>
              <a:t>Language tasks</a:t>
            </a:r>
          </a:p>
          <a:p>
            <a:pPr marL="742950" lvl="1" indent="-285750">
              <a:buFont typeface="Arial" panose="020B0604020202020204" pitchFamily="34" charset="0"/>
              <a:buChar char="•"/>
            </a:pPr>
            <a:r>
              <a:rPr lang="en-US" sz="1300" dirty="0">
                <a:latin typeface="Garamond" panose="02020404030301010803" pitchFamily="18" charset="0"/>
                <a:cs typeface="Calibri" pitchFamily="34" charset="-120"/>
              </a:rPr>
              <a:t>Coding tasks</a:t>
            </a:r>
          </a:p>
          <a:p>
            <a:pPr marL="742950" lvl="1" indent="-285750">
              <a:buFont typeface="Arial" panose="020B0604020202020204" pitchFamily="34" charset="0"/>
              <a:buChar char="•"/>
            </a:pPr>
            <a:r>
              <a:rPr lang="en-US" sz="1300" dirty="0">
                <a:latin typeface="Garamond" panose="02020404030301010803" pitchFamily="18" charset="0"/>
                <a:cs typeface="Calibri" pitchFamily="34" charset="-120"/>
              </a:rPr>
              <a:t>Analytics tasks</a:t>
            </a:r>
          </a:p>
          <a:p>
            <a:pPr marL="742950" lvl="1" indent="-285750">
              <a:buFont typeface="Arial" panose="020B0604020202020204" pitchFamily="34" charset="0"/>
              <a:buChar char="•"/>
            </a:pPr>
            <a:r>
              <a:rPr lang="en-US" sz="1300" dirty="0">
                <a:latin typeface="Garamond" panose="02020404030301010803" pitchFamily="18" charset="0"/>
                <a:cs typeface="Calibri" pitchFamily="34" charset="-120"/>
              </a:rPr>
              <a:t>Scientific tasks</a:t>
            </a:r>
          </a:p>
        </p:txBody>
      </p:sp>
      <p:sp>
        <p:nvSpPr>
          <p:cNvPr id="9" name="Shape 7"/>
          <p:cNvSpPr/>
          <p:nvPr/>
        </p:nvSpPr>
        <p:spPr>
          <a:xfrm>
            <a:off x="4572000" y="960120"/>
            <a:ext cx="4411683" cy="3292731"/>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0" name="Shape 8"/>
          <p:cNvSpPr/>
          <p:nvPr/>
        </p:nvSpPr>
        <p:spPr>
          <a:xfrm>
            <a:off x="4572000" y="969325"/>
            <a:ext cx="4411683" cy="45719"/>
          </a:xfrm>
          <a:prstGeom prst="rect">
            <a:avLst/>
          </a:prstGeom>
          <a:solidFill>
            <a:srgbClr val="0097A7"/>
          </a:solidFill>
          <a:ln w="12700">
            <a:solidFill>
              <a:srgbClr val="0097A7"/>
            </a:solidFill>
            <a:prstDash val="solid"/>
          </a:ln>
        </p:spPr>
        <p:txBody>
          <a:bodyPr/>
          <a:lstStyle/>
          <a:p>
            <a:endParaRPr lang="en-IN"/>
          </a:p>
        </p:txBody>
      </p:sp>
      <p:sp>
        <p:nvSpPr>
          <p:cNvPr id="11" name="Text 9"/>
          <p:cNvSpPr/>
          <p:nvPr/>
        </p:nvSpPr>
        <p:spPr>
          <a:xfrm>
            <a:off x="4815207" y="1120140"/>
            <a:ext cx="4058748" cy="300332"/>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Clinical LLM Use Cases</a:t>
            </a:r>
          </a:p>
        </p:txBody>
      </p:sp>
      <p:sp>
        <p:nvSpPr>
          <p:cNvPr id="12" name="Text 10"/>
          <p:cNvSpPr/>
          <p:nvPr/>
        </p:nvSpPr>
        <p:spPr>
          <a:xfrm>
            <a:off x="4815207" y="1458468"/>
            <a:ext cx="4058748" cy="2720653"/>
          </a:xfrm>
          <a:prstGeom prst="rect">
            <a:avLst/>
          </a:prstGeom>
          <a:noFill/>
          <a:ln/>
        </p:spPr>
        <p:txBody>
          <a:bodyPr wrap="square" rtlCol="0" anchor="t"/>
          <a:lstStyle/>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ICD coding from clinical notes (F1&gt;0.85)</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Discharge summary generation (physician-rated quality)</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Patient communication drafting</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Differential diagnosis generation</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Literature search and summarization</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Clinical trial eligibility screening</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Radiology report structured extraction</a:t>
            </a:r>
          </a:p>
          <a:p>
            <a:endParaRPr lang="en-US" sz="1300" dirty="0">
              <a:latin typeface="Garamond" panose="02020404030301010803" pitchFamily="18" charset="0"/>
              <a:cs typeface="Calibri" pitchFamily="34" charset="-120"/>
            </a:endParaRP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Academic use: Writing assistance, literature review, code generation (R/Python), grant application support.</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Key rule: Always verify LLM outputs — hallucinations are real.</a:t>
            </a:r>
          </a:p>
        </p:txBody>
      </p:sp>
      <p:sp>
        <p:nvSpPr>
          <p:cNvPr id="17" name="Shape 15"/>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18" name="Shape 16"/>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19" name="Shape 17"/>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sp>
        <p:nvSpPr>
          <p:cNvPr id="13" name="Text 5">
            <a:extLst>
              <a:ext uri="{FF2B5EF4-FFF2-40B4-BE49-F238E27FC236}">
                <a16:creationId xmlns:a16="http://schemas.microsoft.com/office/drawing/2014/main" id="{9504EDA4-E258-8E63-D17F-955DD7D11F49}"/>
              </a:ext>
            </a:extLst>
          </p:cNvPr>
          <p:cNvSpPr/>
          <p:nvPr/>
        </p:nvSpPr>
        <p:spPr>
          <a:xfrm>
            <a:off x="1879042" y="4722876"/>
            <a:ext cx="6670598" cy="320040"/>
          </a:xfrm>
          <a:prstGeom prst="rect">
            <a:avLst/>
          </a:prstGeom>
          <a:noFill/>
          <a:ln/>
        </p:spPr>
        <p:txBody>
          <a:bodyPr wrap="square" rtlCol="0" anchor="ctr"/>
          <a:lstStyle/>
          <a:p>
            <a:pPr fontAlgn="t">
              <a:lnSpc>
                <a:spcPts val="1500"/>
              </a:lnSpc>
            </a:pPr>
            <a:r>
              <a:rPr lang="en-US" sz="1000" b="1" dirty="0">
                <a:solidFill>
                  <a:schemeClr val="bg1"/>
                </a:solidFill>
                <a:latin typeface="Garamond" panose="02020404030301010803" pitchFamily="18" charset="0"/>
                <a:ea typeface="Calibri" pitchFamily="34" charset="-122"/>
                <a:cs typeface="Calibri" pitchFamily="34" charset="-120"/>
              </a:rPr>
              <a:t>Example: </a:t>
            </a:r>
            <a:r>
              <a:rPr lang="en-US" sz="1000" dirty="0">
                <a:solidFill>
                  <a:schemeClr val="bg1"/>
                </a:solidFill>
                <a:latin typeface="Garamond" panose="02020404030301010803" pitchFamily="18" charset="0"/>
                <a:ea typeface="Calibri" pitchFamily="34" charset="-122"/>
                <a:cs typeface="Calibri" pitchFamily="34" charset="-120"/>
              </a:rPr>
              <a:t>When you type </a:t>
            </a:r>
            <a:r>
              <a:rPr lang="en-US" sz="1000" i="1" dirty="0">
                <a:solidFill>
                  <a:schemeClr val="bg1"/>
                </a:solidFill>
                <a:latin typeface="Garamond" panose="02020404030301010803" pitchFamily="18" charset="0"/>
                <a:ea typeface="Calibri" pitchFamily="34" charset="-122"/>
                <a:cs typeface="Calibri" pitchFamily="34" charset="-120"/>
              </a:rPr>
              <a:t>Explain diabetes</a:t>
            </a:r>
            <a:r>
              <a:rPr lang="en-US" sz="1000" dirty="0">
                <a:solidFill>
                  <a:schemeClr val="bg1"/>
                </a:solidFill>
                <a:latin typeface="Garamond" panose="02020404030301010803" pitchFamily="18" charset="0"/>
                <a:ea typeface="Calibri" pitchFamily="34" charset="-122"/>
                <a:cs typeface="Calibri" pitchFamily="34" charset="-120"/>
              </a:rPr>
              <a:t>, transformer sees </a:t>
            </a:r>
            <a:r>
              <a:rPr lang="en-US" sz="1000" dirty="0">
                <a:solidFill>
                  <a:schemeClr val="bg1"/>
                </a:solidFill>
                <a:latin typeface="Garamond" panose="02020404030301010803" pitchFamily="18" charset="0"/>
              </a:rPr>
              <a:t>[1432, 5627, 18] not text.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5652F20B-0B58-4486-0BCB-8F37ED63236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BA52017-0271-22FD-3BBD-6D5E4041C2F0}"/>
              </a:ext>
            </a:extLst>
          </p:cNvPr>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a:extLst>
              <a:ext uri="{FF2B5EF4-FFF2-40B4-BE49-F238E27FC236}">
                <a16:creationId xmlns:a16="http://schemas.microsoft.com/office/drawing/2014/main" id="{92DF3749-0016-C27D-C354-5EC45A479ABA}"/>
              </a:ext>
            </a:extLst>
          </p:cNvPr>
          <p:cNvSpPr/>
          <p:nvPr/>
        </p:nvSpPr>
        <p:spPr>
          <a:xfrm>
            <a:off x="274320" y="18288"/>
            <a:ext cx="8229600" cy="237744"/>
          </a:xfrm>
          <a:prstGeom prst="rect">
            <a:avLst/>
          </a:prstGeom>
          <a:noFill/>
          <a:ln/>
        </p:spPr>
        <p:txBody>
          <a:bodyPr wrap="square" rtlCol="0" anchor="ctr"/>
          <a:lstStyle/>
          <a:p>
            <a:r>
              <a:rPr lang="en-US" sz="800" b="1" kern="0" spc="300" dirty="0">
                <a:solidFill>
                  <a:srgbClr val="FFFFFF"/>
                </a:solidFill>
                <a:latin typeface="Calibri" pitchFamily="34" charset="0"/>
                <a:ea typeface="Calibri" pitchFamily="34" charset="-122"/>
                <a:cs typeface="Calibri" pitchFamily="34" charset="-120"/>
              </a:rPr>
              <a:t>SECTION 09 —TRANSFORMERS &amp; LLM</a:t>
            </a:r>
            <a:endParaRPr lang="en-US" sz="800" dirty="0"/>
          </a:p>
        </p:txBody>
      </p:sp>
      <p:sp>
        <p:nvSpPr>
          <p:cNvPr id="4" name="Text 2">
            <a:extLst>
              <a:ext uri="{FF2B5EF4-FFF2-40B4-BE49-F238E27FC236}">
                <a16:creationId xmlns:a16="http://schemas.microsoft.com/office/drawing/2014/main" id="{27DE56F1-88EF-BD93-D14B-F0E414A046D3}"/>
              </a:ext>
            </a:extLst>
          </p:cNvPr>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Working of LLMs</a:t>
            </a:r>
            <a:endParaRPr lang="en-US" sz="2400" dirty="0"/>
          </a:p>
        </p:txBody>
      </p:sp>
      <p:sp>
        <p:nvSpPr>
          <p:cNvPr id="13" name="Shape 11">
            <a:extLst>
              <a:ext uri="{FF2B5EF4-FFF2-40B4-BE49-F238E27FC236}">
                <a16:creationId xmlns:a16="http://schemas.microsoft.com/office/drawing/2014/main" id="{0AD67479-8FE7-147B-601B-24017384C564}"/>
              </a:ext>
            </a:extLst>
          </p:cNvPr>
          <p:cNvSpPr/>
          <p:nvPr/>
        </p:nvSpPr>
        <p:spPr>
          <a:xfrm>
            <a:off x="320040" y="960120"/>
            <a:ext cx="8503920"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4" name="Shape 12">
            <a:extLst>
              <a:ext uri="{FF2B5EF4-FFF2-40B4-BE49-F238E27FC236}">
                <a16:creationId xmlns:a16="http://schemas.microsoft.com/office/drawing/2014/main" id="{9B0F06A5-9D9A-C591-A91B-DD956612B258}"/>
              </a:ext>
            </a:extLst>
          </p:cNvPr>
          <p:cNvSpPr/>
          <p:nvPr/>
        </p:nvSpPr>
        <p:spPr>
          <a:xfrm>
            <a:off x="320040" y="960118"/>
            <a:ext cx="8503920" cy="45722"/>
          </a:xfrm>
          <a:prstGeom prst="rect">
            <a:avLst/>
          </a:prstGeom>
          <a:solidFill>
            <a:srgbClr val="2E7D32"/>
          </a:solidFill>
          <a:ln w="12700">
            <a:solidFill>
              <a:srgbClr val="2E7D32"/>
            </a:solidFill>
            <a:prstDash val="solid"/>
          </a:ln>
        </p:spPr>
        <p:txBody>
          <a:bodyPr/>
          <a:lstStyle/>
          <a:p>
            <a:endParaRPr lang="en-IN"/>
          </a:p>
        </p:txBody>
      </p:sp>
      <p:sp>
        <p:nvSpPr>
          <p:cNvPr id="16" name="Text 14">
            <a:extLst>
              <a:ext uri="{FF2B5EF4-FFF2-40B4-BE49-F238E27FC236}">
                <a16:creationId xmlns:a16="http://schemas.microsoft.com/office/drawing/2014/main" id="{8DF6B67D-3463-E408-E771-A1D4D6FFBF17}"/>
              </a:ext>
            </a:extLst>
          </p:cNvPr>
          <p:cNvSpPr/>
          <p:nvPr/>
        </p:nvSpPr>
        <p:spPr>
          <a:xfrm>
            <a:off x="488715" y="1051558"/>
            <a:ext cx="5620683" cy="3154681"/>
          </a:xfrm>
          <a:prstGeom prst="rect">
            <a:avLst/>
          </a:prstGeom>
          <a:noFill/>
          <a:ln/>
        </p:spPr>
        <p:txBody>
          <a:bodyPr wrap="square" rtlCol="0" anchor="t"/>
          <a:lstStyle/>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User enters prompt : </a:t>
            </a:r>
            <a:r>
              <a:rPr lang="en-US" sz="1300" i="1" dirty="0">
                <a:latin typeface="Garamond" panose="02020404030301010803" pitchFamily="18" charset="0"/>
                <a:cs typeface="Calibri" pitchFamily="34" charset="-120"/>
              </a:rPr>
              <a:t>Explain Breast Cancer Diagnosis</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The sentence is converted into tokens: </a:t>
            </a:r>
            <a:r>
              <a:rPr lang="en-US" sz="1300" i="1" dirty="0">
                <a:latin typeface="Garamond" panose="02020404030301010803" pitchFamily="18" charset="0"/>
                <a:cs typeface="Calibri" pitchFamily="34" charset="-120"/>
              </a:rPr>
              <a:t>[3342, 9871, 8742, 554]</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Tokens becomes vectors: </a:t>
            </a:r>
            <a:r>
              <a:rPr lang="en-US" sz="1300" i="1" dirty="0">
                <a:latin typeface="Garamond" panose="02020404030301010803" pitchFamily="18" charset="0"/>
                <a:cs typeface="Calibri" pitchFamily="34" charset="-120"/>
              </a:rPr>
              <a:t>[0.34, -0.87, 1.21, ...]</a:t>
            </a:r>
          </a:p>
          <a:p>
            <a:pPr marL="742950" lvl="1" indent="-285750">
              <a:buFont typeface="Arial" panose="020B0604020202020204" pitchFamily="34" charset="0"/>
              <a:buChar char="•"/>
            </a:pPr>
            <a:r>
              <a:rPr lang="en-US" sz="1300" dirty="0">
                <a:latin typeface="Garamond" panose="02020404030301010803" pitchFamily="18" charset="0"/>
                <a:cs typeface="Calibri" pitchFamily="34" charset="-120"/>
              </a:rPr>
              <a:t>These numerical vectors capture semantic meaning.</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Self-attention: The model decides which words matter most. The attention mechanism learns relationships between words.</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The context-awareness is the primary innovation behind Transformers:</a:t>
            </a:r>
          </a:p>
          <a:p>
            <a:pPr marL="742950" lvl="1" indent="-285750">
              <a:buFont typeface="Arial" panose="020B0604020202020204" pitchFamily="34" charset="0"/>
              <a:buChar char="•"/>
            </a:pPr>
            <a:r>
              <a:rPr lang="en-US" sz="1300" dirty="0">
                <a:latin typeface="Garamond" panose="02020404030301010803" pitchFamily="18" charset="0"/>
                <a:cs typeface="Calibri" pitchFamily="34" charset="-120"/>
              </a:rPr>
              <a:t>Applies attention</a:t>
            </a:r>
          </a:p>
          <a:p>
            <a:pPr marL="742950" lvl="1" indent="-285750">
              <a:buFont typeface="Arial" panose="020B0604020202020204" pitchFamily="34" charset="0"/>
              <a:buChar char="•"/>
            </a:pPr>
            <a:r>
              <a:rPr lang="en-US" sz="1300" dirty="0">
                <a:latin typeface="Garamond" panose="02020404030301010803" pitchFamily="18" charset="0"/>
                <a:cs typeface="Calibri" pitchFamily="34" charset="-120"/>
              </a:rPr>
              <a:t>Learns context</a:t>
            </a:r>
          </a:p>
          <a:p>
            <a:pPr marL="742950" lvl="1" indent="-285750">
              <a:buFont typeface="Arial" panose="020B0604020202020204" pitchFamily="34" charset="0"/>
              <a:buChar char="•"/>
            </a:pPr>
            <a:r>
              <a:rPr lang="en-US" sz="1300" dirty="0">
                <a:latin typeface="Garamond" panose="02020404030301010803" pitchFamily="18" charset="0"/>
                <a:cs typeface="Calibri" pitchFamily="34" charset="-120"/>
              </a:rPr>
              <a:t>Extracts patterns</a:t>
            </a:r>
          </a:p>
          <a:p>
            <a:pPr marL="742950" lvl="1" indent="-285750">
              <a:buFont typeface="Arial" panose="020B0604020202020204" pitchFamily="34" charset="0"/>
              <a:buChar char="•"/>
            </a:pPr>
            <a:r>
              <a:rPr lang="en-US" sz="1300" dirty="0">
                <a:latin typeface="Garamond" panose="02020404030301010803" pitchFamily="18" charset="0"/>
                <a:cs typeface="Calibri" pitchFamily="34" charset="-120"/>
              </a:rPr>
              <a:t>Builds understanding</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Model calculates probabilities for different words</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Example: </a:t>
            </a:r>
            <a:r>
              <a:rPr lang="en-US" sz="1300" i="1" dirty="0">
                <a:latin typeface="Garamond" panose="02020404030301010803" pitchFamily="18" charset="0"/>
                <a:cs typeface="Calibri" pitchFamily="34" charset="-120"/>
              </a:rPr>
              <a:t>Breast cancer is diagnosed using [mammography 45%; MRI 22%; biopsy 18%; ultrasound 10%]</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Token generation : </a:t>
            </a:r>
            <a:r>
              <a:rPr lang="en-US" sz="1300" i="1" dirty="0">
                <a:latin typeface="Garamond" panose="02020404030301010803" pitchFamily="18" charset="0"/>
                <a:cs typeface="Calibri" pitchFamily="34" charset="-120"/>
              </a:rPr>
              <a:t>mammography</a:t>
            </a:r>
          </a:p>
          <a:p>
            <a:r>
              <a:rPr lang="en-US" sz="1300" b="1" dirty="0">
                <a:latin typeface="Garamond" panose="02020404030301010803" pitchFamily="18" charset="0"/>
                <a:cs typeface="Calibri" pitchFamily="34" charset="-120"/>
              </a:rPr>
              <a:t>This steps are repeated until response is completed.</a:t>
            </a:r>
          </a:p>
          <a:p>
            <a:endParaRPr lang="en-US" sz="1300" dirty="0">
              <a:latin typeface="Garamond" panose="02020404030301010803" pitchFamily="18" charset="0"/>
              <a:cs typeface="Calibri" pitchFamily="34" charset="-120"/>
            </a:endParaRPr>
          </a:p>
          <a:p>
            <a:endParaRPr lang="en-US" sz="1300" dirty="0">
              <a:latin typeface="Garamond" panose="02020404030301010803" pitchFamily="18" charset="0"/>
              <a:cs typeface="Calibri" pitchFamily="34" charset="-120"/>
            </a:endParaRPr>
          </a:p>
          <a:p>
            <a:endParaRPr lang="en-US" sz="1300" dirty="0">
              <a:latin typeface="Garamond" panose="02020404030301010803" pitchFamily="18" charset="0"/>
              <a:cs typeface="Calibri" pitchFamily="34" charset="-120"/>
            </a:endParaRPr>
          </a:p>
        </p:txBody>
      </p:sp>
      <p:sp>
        <p:nvSpPr>
          <p:cNvPr id="17" name="Shape 15">
            <a:extLst>
              <a:ext uri="{FF2B5EF4-FFF2-40B4-BE49-F238E27FC236}">
                <a16:creationId xmlns:a16="http://schemas.microsoft.com/office/drawing/2014/main" id="{55110B27-B495-E428-949F-529F244D7F30}"/>
              </a:ext>
            </a:extLst>
          </p:cNvPr>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18" name="Shape 16">
            <a:extLst>
              <a:ext uri="{FF2B5EF4-FFF2-40B4-BE49-F238E27FC236}">
                <a16:creationId xmlns:a16="http://schemas.microsoft.com/office/drawing/2014/main" id="{AD77F9DC-F7B3-5BC7-8FF1-2002A2BD6929}"/>
              </a:ext>
            </a:extLst>
          </p:cNvPr>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19" name="Shape 17">
            <a:extLst>
              <a:ext uri="{FF2B5EF4-FFF2-40B4-BE49-F238E27FC236}">
                <a16:creationId xmlns:a16="http://schemas.microsoft.com/office/drawing/2014/main" id="{4BD59B98-FAC5-BDB2-711F-FF84A968A6AF}"/>
              </a:ext>
            </a:extLst>
          </p:cNvPr>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graphicFrame>
        <p:nvGraphicFramePr>
          <p:cNvPr id="5" name="Diagram 4">
            <a:extLst>
              <a:ext uri="{FF2B5EF4-FFF2-40B4-BE49-F238E27FC236}">
                <a16:creationId xmlns:a16="http://schemas.microsoft.com/office/drawing/2014/main" id="{B7C23DEF-23DA-13C3-68B8-74778E6075F7}"/>
              </a:ext>
            </a:extLst>
          </p:cNvPr>
          <p:cNvGraphicFramePr/>
          <p:nvPr>
            <p:extLst>
              <p:ext uri="{D42A27DB-BD31-4B8C-83A1-F6EECF244321}">
                <p14:modId xmlns:p14="http://schemas.microsoft.com/office/powerpoint/2010/main" val="2554111448"/>
              </p:ext>
            </p:extLst>
          </p:nvPr>
        </p:nvGraphicFramePr>
        <p:xfrm>
          <a:off x="6278073" y="1168823"/>
          <a:ext cx="2485597" cy="29201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006071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B4F587E3-7FC9-A34C-A256-4805771F89B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E3442ED-406B-498A-4B6C-B9AE78813181}"/>
              </a:ext>
            </a:extLst>
          </p:cNvPr>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a:extLst>
              <a:ext uri="{FF2B5EF4-FFF2-40B4-BE49-F238E27FC236}">
                <a16:creationId xmlns:a16="http://schemas.microsoft.com/office/drawing/2014/main" id="{305D2D2D-8DD3-5C22-EDDF-71DD1E881FE0}"/>
              </a:ext>
            </a:extLst>
          </p:cNvPr>
          <p:cNvSpPr/>
          <p:nvPr/>
        </p:nvSpPr>
        <p:spPr>
          <a:xfrm>
            <a:off x="274320" y="18288"/>
            <a:ext cx="8229600" cy="237744"/>
          </a:xfrm>
          <a:prstGeom prst="rect">
            <a:avLst/>
          </a:prstGeom>
          <a:noFill/>
          <a:ln/>
        </p:spPr>
        <p:txBody>
          <a:bodyPr wrap="square" rtlCol="0" anchor="ctr"/>
          <a:lstStyle/>
          <a:p>
            <a:r>
              <a:rPr lang="en-US" sz="800" b="1" kern="0" spc="300" dirty="0">
                <a:solidFill>
                  <a:srgbClr val="FFFFFF"/>
                </a:solidFill>
                <a:latin typeface="Calibri" pitchFamily="34" charset="0"/>
                <a:ea typeface="Calibri" pitchFamily="34" charset="-122"/>
                <a:cs typeface="Calibri" pitchFamily="34" charset="-120"/>
              </a:rPr>
              <a:t>SECTION 09 —TRANSFORMERS &amp; LLM</a:t>
            </a:r>
            <a:endParaRPr lang="en-US" sz="800" dirty="0"/>
          </a:p>
        </p:txBody>
      </p:sp>
      <p:sp>
        <p:nvSpPr>
          <p:cNvPr id="4" name="Text 2">
            <a:extLst>
              <a:ext uri="{FF2B5EF4-FFF2-40B4-BE49-F238E27FC236}">
                <a16:creationId xmlns:a16="http://schemas.microsoft.com/office/drawing/2014/main" id="{ED812C57-B070-AA66-B463-33F87756A8AC}"/>
              </a:ext>
            </a:extLst>
          </p:cNvPr>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Large Language Models — What They Are and Are Not</a:t>
            </a:r>
            <a:endParaRPr lang="en-US" sz="2400" dirty="0"/>
          </a:p>
        </p:txBody>
      </p:sp>
      <p:sp>
        <p:nvSpPr>
          <p:cNvPr id="13" name="Shape 11">
            <a:extLst>
              <a:ext uri="{FF2B5EF4-FFF2-40B4-BE49-F238E27FC236}">
                <a16:creationId xmlns:a16="http://schemas.microsoft.com/office/drawing/2014/main" id="{35E5993C-9849-5948-09BC-C0DC5A408375}"/>
              </a:ext>
            </a:extLst>
          </p:cNvPr>
          <p:cNvSpPr/>
          <p:nvPr/>
        </p:nvSpPr>
        <p:spPr>
          <a:xfrm>
            <a:off x="605642" y="960120"/>
            <a:ext cx="8218318"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4" name="Shape 12">
            <a:extLst>
              <a:ext uri="{FF2B5EF4-FFF2-40B4-BE49-F238E27FC236}">
                <a16:creationId xmlns:a16="http://schemas.microsoft.com/office/drawing/2014/main" id="{205F4853-A543-4104-0EC2-4ECA448E3A70}"/>
              </a:ext>
            </a:extLst>
          </p:cNvPr>
          <p:cNvSpPr/>
          <p:nvPr/>
        </p:nvSpPr>
        <p:spPr>
          <a:xfrm>
            <a:off x="605642" y="960120"/>
            <a:ext cx="8218318" cy="45719"/>
          </a:xfrm>
          <a:prstGeom prst="rect">
            <a:avLst/>
          </a:prstGeom>
          <a:solidFill>
            <a:srgbClr val="2E7D32"/>
          </a:solidFill>
          <a:ln w="12700">
            <a:solidFill>
              <a:srgbClr val="2E7D32"/>
            </a:solidFill>
            <a:prstDash val="solid"/>
          </a:ln>
        </p:spPr>
        <p:txBody>
          <a:bodyPr/>
          <a:lstStyle/>
          <a:p>
            <a:endParaRPr lang="en-IN"/>
          </a:p>
        </p:txBody>
      </p:sp>
      <p:sp>
        <p:nvSpPr>
          <p:cNvPr id="15" name="Text 13">
            <a:extLst>
              <a:ext uri="{FF2B5EF4-FFF2-40B4-BE49-F238E27FC236}">
                <a16:creationId xmlns:a16="http://schemas.microsoft.com/office/drawing/2014/main" id="{DAB30AE8-4B26-05A5-7314-4DDB73049926}"/>
              </a:ext>
            </a:extLst>
          </p:cNvPr>
          <p:cNvSpPr/>
          <p:nvPr/>
        </p:nvSpPr>
        <p:spPr>
          <a:xfrm>
            <a:off x="890649" y="1060704"/>
            <a:ext cx="2523744"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LLM Limitations &amp; Safety</a:t>
            </a:r>
          </a:p>
        </p:txBody>
      </p:sp>
      <p:sp>
        <p:nvSpPr>
          <p:cNvPr id="16" name="Text 14">
            <a:extLst>
              <a:ext uri="{FF2B5EF4-FFF2-40B4-BE49-F238E27FC236}">
                <a16:creationId xmlns:a16="http://schemas.microsoft.com/office/drawing/2014/main" id="{1A9EEDD8-F5A0-F7B0-BA84-9521D5B5E81B}"/>
              </a:ext>
            </a:extLst>
          </p:cNvPr>
          <p:cNvSpPr/>
          <p:nvPr/>
        </p:nvSpPr>
        <p:spPr>
          <a:xfrm>
            <a:off x="890649" y="1389888"/>
            <a:ext cx="7823583" cy="2816352"/>
          </a:xfrm>
          <a:prstGeom prst="rect">
            <a:avLst/>
          </a:prstGeom>
          <a:noFill/>
          <a:ln/>
        </p:spPr>
        <p:txBody>
          <a:bodyPr wrap="square" rtlCol="0" anchor="t"/>
          <a:lstStyle/>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Hallucinations: LLMs confidently generate plausible-sounding but factually incorrect text. Drug dosing errors, invented references, wrong lab values.</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Knowledge cutoff: GPT-4 trained to April 2023. No real-time clinical guideline updates.</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Data privacy risks: Patient data, clinical data and proprietary documents requires governance and compliance controls</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Bias: Training data biases → model biases in medical advice. Tested to perform worse for minority populations on some benchmarks.</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Non-deterministic outputs: Same prompt can generate different answers.</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Explainability issue: Sometimes the responses are difficult to explain</a:t>
            </a:r>
          </a:p>
          <a:p>
            <a:endParaRPr lang="en-US" sz="1300" dirty="0">
              <a:latin typeface="Garamond" panose="02020404030301010803" pitchFamily="18" charset="0"/>
              <a:cs typeface="Calibri" pitchFamily="34" charset="-120"/>
            </a:endParaRP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For clinical deployment: LLMs as assistants to clinicians, never as autonomous decision-makers.</a:t>
            </a:r>
          </a:p>
          <a:p>
            <a:pPr marL="285750" indent="-285750">
              <a:buFont typeface="Arial" panose="020B0604020202020204" pitchFamily="34" charset="0"/>
              <a:buChar char="•"/>
            </a:pPr>
            <a:r>
              <a:rPr lang="en-US" sz="1300" dirty="0">
                <a:latin typeface="Garamond" panose="02020404030301010803" pitchFamily="18" charset="0"/>
                <a:cs typeface="Calibri" pitchFamily="34" charset="-120"/>
              </a:rPr>
              <a:t>To improve: Include Retrieval Augmented Generation, Fine-tuning, Human Review</a:t>
            </a:r>
          </a:p>
        </p:txBody>
      </p:sp>
      <p:sp>
        <p:nvSpPr>
          <p:cNvPr id="17" name="Shape 15">
            <a:extLst>
              <a:ext uri="{FF2B5EF4-FFF2-40B4-BE49-F238E27FC236}">
                <a16:creationId xmlns:a16="http://schemas.microsoft.com/office/drawing/2014/main" id="{E72094F7-8B6D-47AD-A537-DCFCC9F8A92F}"/>
              </a:ext>
            </a:extLst>
          </p:cNvPr>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18" name="Shape 16">
            <a:extLst>
              <a:ext uri="{FF2B5EF4-FFF2-40B4-BE49-F238E27FC236}">
                <a16:creationId xmlns:a16="http://schemas.microsoft.com/office/drawing/2014/main" id="{D9BF32F6-E47B-C090-13EF-529E1B5C9677}"/>
              </a:ext>
            </a:extLst>
          </p:cNvPr>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19" name="Shape 17">
            <a:extLst>
              <a:ext uri="{FF2B5EF4-FFF2-40B4-BE49-F238E27FC236}">
                <a16:creationId xmlns:a16="http://schemas.microsoft.com/office/drawing/2014/main" id="{8F3C41F8-CC42-55C5-F43A-9727AE9CAD32}"/>
              </a:ext>
            </a:extLst>
          </p:cNvPr>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spTree>
    <p:extLst>
      <p:ext uri="{BB962C8B-B14F-4D97-AF65-F5344CB8AC3E}">
        <p14:creationId xmlns:p14="http://schemas.microsoft.com/office/powerpoint/2010/main" val="40053111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44">
    <p:bg>
      <p:bgPr>
        <a:solidFill>
          <a:srgbClr val="006064"/>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A825"/>
          </a:solidFill>
          <a:ln w="12700">
            <a:solidFill>
              <a:srgbClr val="F9A825"/>
            </a:solidFill>
            <a:prstDash val="solid"/>
          </a:ln>
        </p:spPr>
        <p:txBody>
          <a:bodyPr/>
          <a:lstStyle/>
          <a:p>
            <a:endParaRPr lang="en-IN"/>
          </a:p>
        </p:txBody>
      </p:sp>
      <p:sp>
        <p:nvSpPr>
          <p:cNvPr id="3" name="Shape 1"/>
          <p:cNvSpPr/>
          <p:nvPr/>
        </p:nvSpPr>
        <p:spPr>
          <a:xfrm>
            <a:off x="0" y="5070348"/>
            <a:ext cx="9144000" cy="73152"/>
          </a:xfrm>
          <a:prstGeom prst="rect">
            <a:avLst/>
          </a:prstGeom>
          <a:solidFill>
            <a:srgbClr val="F9A825"/>
          </a:solidFill>
          <a:ln w="12700">
            <a:solidFill>
              <a:srgbClr val="F9A825"/>
            </a:solidFill>
            <a:prstDash val="solid"/>
          </a:ln>
        </p:spPr>
        <p:txBody>
          <a:bodyPr/>
          <a:lstStyle/>
          <a:p>
            <a:endParaRPr lang="en-IN"/>
          </a:p>
        </p:txBody>
      </p:sp>
      <p:sp>
        <p:nvSpPr>
          <p:cNvPr id="4" name="Text 2"/>
          <p:cNvSpPr/>
          <p:nvPr/>
        </p:nvSpPr>
        <p:spPr>
          <a:xfrm>
            <a:off x="457200" y="731520"/>
            <a:ext cx="8229600" cy="320040"/>
          </a:xfrm>
          <a:prstGeom prst="rect">
            <a:avLst/>
          </a:prstGeom>
          <a:noFill/>
          <a:ln/>
        </p:spPr>
        <p:txBody>
          <a:bodyPr wrap="square" rtlCol="0" anchor="ctr"/>
          <a:lstStyle/>
          <a:p>
            <a:pPr marL="0" indent="0">
              <a:buNone/>
            </a:pPr>
            <a:r>
              <a:rPr lang="en-US" sz="1100" b="1" kern="0" spc="400" dirty="0">
                <a:solidFill>
                  <a:srgbClr val="F9A825"/>
                </a:solidFill>
                <a:latin typeface="Calibri" pitchFamily="34" charset="0"/>
                <a:ea typeface="Calibri" pitchFamily="34" charset="-122"/>
                <a:cs typeface="Calibri" pitchFamily="34" charset="-120"/>
              </a:rPr>
              <a:t>SECTION 10</a:t>
            </a:r>
            <a:endParaRPr lang="en-US" sz="1100" dirty="0"/>
          </a:p>
        </p:txBody>
      </p:sp>
      <p:sp>
        <p:nvSpPr>
          <p:cNvPr id="5" name="Text 3"/>
          <p:cNvSpPr/>
          <p:nvPr/>
        </p:nvSpPr>
        <p:spPr>
          <a:xfrm>
            <a:off x="457200" y="1143000"/>
            <a:ext cx="8412480" cy="109728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Deep Dive — Python Coding &amp; Implementations</a:t>
            </a:r>
            <a:endParaRPr lang="en-US" sz="3800" dirty="0"/>
          </a:p>
        </p:txBody>
      </p:sp>
      <p:sp>
        <p:nvSpPr>
          <p:cNvPr id="6" name="Text 4"/>
          <p:cNvSpPr/>
          <p:nvPr/>
        </p:nvSpPr>
        <p:spPr>
          <a:xfrm>
            <a:off x="457200" y="2331720"/>
            <a:ext cx="8412480" cy="548640"/>
          </a:xfrm>
          <a:prstGeom prst="rect">
            <a:avLst/>
          </a:prstGeom>
          <a:noFill/>
          <a:ln/>
        </p:spPr>
        <p:txBody>
          <a:bodyPr wrap="square" rtlCol="0" anchor="ctr"/>
          <a:lstStyle/>
          <a:p>
            <a:pPr marL="0" indent="0">
              <a:buNone/>
            </a:pPr>
            <a:r>
              <a:rPr lang="en-US" sz="1700" dirty="0">
                <a:solidFill>
                  <a:srgbClr val="B2EBF2"/>
                </a:solidFill>
                <a:latin typeface="Calibri" pitchFamily="34" charset="0"/>
                <a:ea typeface="Calibri" pitchFamily="34" charset="-122"/>
                <a:cs typeface="Calibri" pitchFamily="34" charset="-120"/>
              </a:rPr>
              <a:t>Supervised model comparison and evaluation in Python</a:t>
            </a:r>
            <a:endParaRPr lang="en-US" sz="1700" dirty="0"/>
          </a:p>
        </p:txBody>
      </p:sp>
      <p:sp>
        <p:nvSpPr>
          <p:cNvPr id="7" name="Text 5"/>
          <p:cNvSpPr/>
          <p:nvPr/>
        </p:nvSpPr>
        <p:spPr>
          <a:xfrm>
            <a:off x="6858000" y="914400"/>
            <a:ext cx="2011680" cy="2743200"/>
          </a:xfrm>
          <a:prstGeom prst="rect">
            <a:avLst/>
          </a:prstGeom>
          <a:noFill/>
          <a:ln/>
        </p:spPr>
        <p:txBody>
          <a:bodyPr wrap="square" rtlCol="0" anchor="ctr"/>
          <a:lstStyle/>
          <a:p>
            <a:pPr marL="0" indent="0" algn="ctr">
              <a:buNone/>
            </a:pPr>
            <a:r>
              <a:rPr lang="en-US" sz="16000" b="1" dirty="0">
                <a:solidFill>
                  <a:srgbClr val="FFFFFF">
                    <a:alpha val="15000"/>
                  </a:srgbClr>
                </a:solidFill>
                <a:latin typeface="Calibri" pitchFamily="34" charset="0"/>
                <a:ea typeface="Calibri" pitchFamily="34" charset="-122"/>
                <a:cs typeface="Calibri" pitchFamily="34" charset="-120"/>
              </a:rPr>
              <a:t>10</a:t>
            </a:r>
            <a:endParaRPr lang="en-US" sz="16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47">
    <p:bg>
      <p:bgPr>
        <a:solidFill>
          <a:srgbClr val="006064"/>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A825"/>
          </a:solidFill>
          <a:ln w="12700">
            <a:solidFill>
              <a:srgbClr val="F9A825"/>
            </a:solidFill>
            <a:prstDash val="solid"/>
          </a:ln>
        </p:spPr>
        <p:txBody>
          <a:bodyPr/>
          <a:lstStyle/>
          <a:p>
            <a:endParaRPr lang="en-IN"/>
          </a:p>
        </p:txBody>
      </p:sp>
      <p:sp>
        <p:nvSpPr>
          <p:cNvPr id="3" name="Shape 1"/>
          <p:cNvSpPr/>
          <p:nvPr/>
        </p:nvSpPr>
        <p:spPr>
          <a:xfrm>
            <a:off x="0" y="5070348"/>
            <a:ext cx="9144000" cy="73152"/>
          </a:xfrm>
          <a:prstGeom prst="rect">
            <a:avLst/>
          </a:prstGeom>
          <a:solidFill>
            <a:srgbClr val="F9A825"/>
          </a:solidFill>
          <a:ln w="12700">
            <a:solidFill>
              <a:srgbClr val="F9A825"/>
            </a:solidFill>
            <a:prstDash val="solid"/>
          </a:ln>
        </p:spPr>
        <p:txBody>
          <a:bodyPr/>
          <a:lstStyle/>
          <a:p>
            <a:endParaRPr lang="en-IN"/>
          </a:p>
        </p:txBody>
      </p:sp>
      <p:sp>
        <p:nvSpPr>
          <p:cNvPr id="4" name="Text 2"/>
          <p:cNvSpPr/>
          <p:nvPr/>
        </p:nvSpPr>
        <p:spPr>
          <a:xfrm>
            <a:off x="457200" y="731520"/>
            <a:ext cx="8229600" cy="320040"/>
          </a:xfrm>
          <a:prstGeom prst="rect">
            <a:avLst/>
          </a:prstGeom>
          <a:noFill/>
          <a:ln/>
        </p:spPr>
        <p:txBody>
          <a:bodyPr wrap="square" rtlCol="0" anchor="ctr"/>
          <a:lstStyle/>
          <a:p>
            <a:pPr marL="0" indent="0">
              <a:buNone/>
            </a:pPr>
            <a:r>
              <a:rPr lang="en-US" sz="1100" b="1" kern="0" spc="400" dirty="0">
                <a:solidFill>
                  <a:srgbClr val="F9A825"/>
                </a:solidFill>
                <a:latin typeface="Calibri" pitchFamily="34" charset="0"/>
                <a:ea typeface="Calibri" pitchFamily="34" charset="-122"/>
                <a:cs typeface="Calibri" pitchFamily="34" charset="-120"/>
              </a:rPr>
              <a:t>SECTION 11</a:t>
            </a:r>
            <a:endParaRPr lang="en-US" sz="1100" dirty="0"/>
          </a:p>
        </p:txBody>
      </p:sp>
      <p:sp>
        <p:nvSpPr>
          <p:cNvPr id="5" name="Text 3"/>
          <p:cNvSpPr/>
          <p:nvPr/>
        </p:nvSpPr>
        <p:spPr>
          <a:xfrm>
            <a:off x="457200" y="1143000"/>
            <a:ext cx="8412480" cy="109728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Understanding Agentic AI</a:t>
            </a:r>
            <a:endParaRPr lang="en-US" sz="3800" dirty="0"/>
          </a:p>
        </p:txBody>
      </p:sp>
      <p:sp>
        <p:nvSpPr>
          <p:cNvPr id="6" name="Text 4"/>
          <p:cNvSpPr/>
          <p:nvPr/>
        </p:nvSpPr>
        <p:spPr>
          <a:xfrm>
            <a:off x="457200" y="2331720"/>
            <a:ext cx="8412480" cy="548640"/>
          </a:xfrm>
          <a:prstGeom prst="rect">
            <a:avLst/>
          </a:prstGeom>
          <a:noFill/>
          <a:ln/>
        </p:spPr>
        <p:txBody>
          <a:bodyPr wrap="square" rtlCol="0" anchor="ctr"/>
          <a:lstStyle/>
          <a:p>
            <a:pPr marL="0" indent="0">
              <a:buNone/>
            </a:pPr>
            <a:r>
              <a:rPr lang="en-US" sz="1700" dirty="0">
                <a:solidFill>
                  <a:srgbClr val="B2EBF2"/>
                </a:solidFill>
                <a:latin typeface="Calibri" pitchFamily="34" charset="0"/>
                <a:cs typeface="Calibri" pitchFamily="34" charset="-120"/>
              </a:rPr>
              <a:t>Basic understanding of AI-agents and Agentic-AI</a:t>
            </a:r>
            <a:endParaRPr lang="en-US" sz="1700" dirty="0"/>
          </a:p>
        </p:txBody>
      </p:sp>
      <p:sp>
        <p:nvSpPr>
          <p:cNvPr id="7" name="Text 5"/>
          <p:cNvSpPr/>
          <p:nvPr/>
        </p:nvSpPr>
        <p:spPr>
          <a:xfrm>
            <a:off x="6858000" y="914400"/>
            <a:ext cx="2011680" cy="2743200"/>
          </a:xfrm>
          <a:prstGeom prst="rect">
            <a:avLst/>
          </a:prstGeom>
          <a:noFill/>
          <a:ln/>
        </p:spPr>
        <p:txBody>
          <a:bodyPr wrap="square" rtlCol="0" anchor="ctr"/>
          <a:lstStyle/>
          <a:p>
            <a:pPr marL="0" indent="0" algn="ctr">
              <a:buNone/>
            </a:pPr>
            <a:r>
              <a:rPr lang="en-US" sz="16000" b="1" dirty="0">
                <a:solidFill>
                  <a:srgbClr val="FFFFFF">
                    <a:alpha val="15000"/>
                  </a:srgbClr>
                </a:solidFill>
                <a:latin typeface="Calibri" pitchFamily="34" charset="0"/>
                <a:ea typeface="Calibri" pitchFamily="34" charset="-122"/>
                <a:cs typeface="Calibri" pitchFamily="34" charset="-120"/>
              </a:rPr>
              <a:t>11</a:t>
            </a:r>
            <a:endParaRPr lang="en-US" sz="16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056DE1D8-4B30-E3BB-8413-1044B875447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6606617-0E30-459E-498F-511E073ABCED}"/>
              </a:ext>
            </a:extLst>
          </p:cNvPr>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a:extLst>
              <a:ext uri="{FF2B5EF4-FFF2-40B4-BE49-F238E27FC236}">
                <a16:creationId xmlns:a16="http://schemas.microsoft.com/office/drawing/2014/main" id="{D975D161-F6DB-6788-B49A-7A8650BC7A0A}"/>
              </a:ext>
            </a:extLst>
          </p:cNvPr>
          <p:cNvSpPr/>
          <p:nvPr/>
        </p:nvSpPr>
        <p:spPr>
          <a:xfrm>
            <a:off x="274320" y="18288"/>
            <a:ext cx="8229600" cy="237744"/>
          </a:xfrm>
          <a:prstGeom prst="rect">
            <a:avLst/>
          </a:prstGeom>
          <a:noFill/>
          <a:ln/>
        </p:spPr>
        <p:txBody>
          <a:bodyPr wrap="square" rtlCol="0" anchor="ctr"/>
          <a:lstStyle/>
          <a:p>
            <a:r>
              <a:rPr lang="en-US" sz="800" b="1" kern="0" spc="300" dirty="0">
                <a:solidFill>
                  <a:srgbClr val="FFFFFF"/>
                </a:solidFill>
                <a:latin typeface="Calibri" pitchFamily="34" charset="0"/>
                <a:ea typeface="Calibri" pitchFamily="34" charset="-122"/>
                <a:cs typeface="Calibri" pitchFamily="34" charset="-120"/>
              </a:rPr>
              <a:t>SECTION 11 —AGENTIC AI</a:t>
            </a:r>
            <a:endParaRPr lang="en-US" sz="800" dirty="0"/>
          </a:p>
        </p:txBody>
      </p:sp>
      <p:sp>
        <p:nvSpPr>
          <p:cNvPr id="17" name="Shape 15">
            <a:extLst>
              <a:ext uri="{FF2B5EF4-FFF2-40B4-BE49-F238E27FC236}">
                <a16:creationId xmlns:a16="http://schemas.microsoft.com/office/drawing/2014/main" id="{87E33F68-400E-9094-B8C8-D0D6E4B9270A}"/>
              </a:ext>
            </a:extLst>
          </p:cNvPr>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18" name="Shape 16">
            <a:extLst>
              <a:ext uri="{FF2B5EF4-FFF2-40B4-BE49-F238E27FC236}">
                <a16:creationId xmlns:a16="http://schemas.microsoft.com/office/drawing/2014/main" id="{ECBB97E8-FF98-A448-F217-02BE4FC5788E}"/>
              </a:ext>
            </a:extLst>
          </p:cNvPr>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19" name="Shape 17">
            <a:extLst>
              <a:ext uri="{FF2B5EF4-FFF2-40B4-BE49-F238E27FC236}">
                <a16:creationId xmlns:a16="http://schemas.microsoft.com/office/drawing/2014/main" id="{3CBBAF7C-9DE3-30EE-A218-EC03DCB962B8}"/>
              </a:ext>
            </a:extLst>
          </p:cNvPr>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pic>
        <p:nvPicPr>
          <p:cNvPr id="7" name="Picture 6">
            <a:extLst>
              <a:ext uri="{FF2B5EF4-FFF2-40B4-BE49-F238E27FC236}">
                <a16:creationId xmlns:a16="http://schemas.microsoft.com/office/drawing/2014/main" id="{278B8905-A0F4-9298-B725-04DE77348A98}"/>
              </a:ext>
            </a:extLst>
          </p:cNvPr>
          <p:cNvPicPr>
            <a:picLocks noChangeAspect="1"/>
          </p:cNvPicPr>
          <p:nvPr/>
        </p:nvPicPr>
        <p:blipFill>
          <a:blip r:embed="rId3"/>
          <a:stretch>
            <a:fillRect/>
          </a:stretch>
        </p:blipFill>
        <p:spPr>
          <a:xfrm>
            <a:off x="1144743" y="393192"/>
            <a:ext cx="6854514" cy="4569676"/>
          </a:xfrm>
          <a:prstGeom prst="rect">
            <a:avLst/>
          </a:prstGeom>
        </p:spPr>
      </p:pic>
    </p:spTree>
    <p:extLst>
      <p:ext uri="{BB962C8B-B14F-4D97-AF65-F5344CB8AC3E}">
        <p14:creationId xmlns:p14="http://schemas.microsoft.com/office/powerpoint/2010/main" val="25221842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F8F96D79-F8BF-BFFE-6CB1-0F751DEA6E8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BDB07AD-BB04-3166-AF70-74F82F118885}"/>
              </a:ext>
            </a:extLst>
          </p:cNvPr>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a:extLst>
              <a:ext uri="{FF2B5EF4-FFF2-40B4-BE49-F238E27FC236}">
                <a16:creationId xmlns:a16="http://schemas.microsoft.com/office/drawing/2014/main" id="{8D5B7931-4487-B921-19BA-3C435032CA93}"/>
              </a:ext>
            </a:extLst>
          </p:cNvPr>
          <p:cNvSpPr/>
          <p:nvPr/>
        </p:nvSpPr>
        <p:spPr>
          <a:xfrm>
            <a:off x="274320" y="18288"/>
            <a:ext cx="8229600" cy="237744"/>
          </a:xfrm>
          <a:prstGeom prst="rect">
            <a:avLst/>
          </a:prstGeom>
          <a:noFill/>
          <a:ln/>
        </p:spPr>
        <p:txBody>
          <a:bodyPr wrap="square" rtlCol="0" anchor="ctr"/>
          <a:lstStyle/>
          <a:p>
            <a:r>
              <a:rPr lang="en-US" sz="800" b="1" kern="0" spc="300" dirty="0">
                <a:solidFill>
                  <a:srgbClr val="FFFFFF"/>
                </a:solidFill>
                <a:latin typeface="Calibri" pitchFamily="34" charset="0"/>
                <a:ea typeface="Calibri" pitchFamily="34" charset="-122"/>
                <a:cs typeface="Calibri" pitchFamily="34" charset="-120"/>
              </a:rPr>
              <a:t>SECTION 11 —AGENTIC AI</a:t>
            </a:r>
            <a:endParaRPr lang="en-US" sz="800" dirty="0"/>
          </a:p>
        </p:txBody>
      </p:sp>
      <p:sp>
        <p:nvSpPr>
          <p:cNvPr id="4" name="Text 2">
            <a:extLst>
              <a:ext uri="{FF2B5EF4-FFF2-40B4-BE49-F238E27FC236}">
                <a16:creationId xmlns:a16="http://schemas.microsoft.com/office/drawing/2014/main" id="{2EBB8F03-C60A-8C42-32F4-90A2729E9139}"/>
              </a:ext>
            </a:extLst>
          </p:cNvPr>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Understanding Agentic AI</a:t>
            </a:r>
            <a:endParaRPr lang="en-US" sz="2400" dirty="0"/>
          </a:p>
        </p:txBody>
      </p:sp>
      <p:sp>
        <p:nvSpPr>
          <p:cNvPr id="13" name="Shape 11">
            <a:extLst>
              <a:ext uri="{FF2B5EF4-FFF2-40B4-BE49-F238E27FC236}">
                <a16:creationId xmlns:a16="http://schemas.microsoft.com/office/drawing/2014/main" id="{596D7C4F-0F8B-BF83-8884-69D38218D3D6}"/>
              </a:ext>
            </a:extLst>
          </p:cNvPr>
          <p:cNvSpPr/>
          <p:nvPr/>
        </p:nvSpPr>
        <p:spPr>
          <a:xfrm>
            <a:off x="320040" y="960120"/>
            <a:ext cx="4251960"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4" name="Shape 12">
            <a:extLst>
              <a:ext uri="{FF2B5EF4-FFF2-40B4-BE49-F238E27FC236}">
                <a16:creationId xmlns:a16="http://schemas.microsoft.com/office/drawing/2014/main" id="{62881986-1B1D-69E1-316A-95AD54D503E2}"/>
              </a:ext>
            </a:extLst>
          </p:cNvPr>
          <p:cNvSpPr/>
          <p:nvPr/>
        </p:nvSpPr>
        <p:spPr>
          <a:xfrm flipV="1">
            <a:off x="320040" y="914401"/>
            <a:ext cx="4251960" cy="45719"/>
          </a:xfrm>
          <a:prstGeom prst="rect">
            <a:avLst/>
          </a:prstGeom>
          <a:solidFill>
            <a:srgbClr val="2E7D32"/>
          </a:solidFill>
          <a:ln w="12700">
            <a:solidFill>
              <a:srgbClr val="2E7D32"/>
            </a:solidFill>
            <a:prstDash val="solid"/>
          </a:ln>
        </p:spPr>
        <p:txBody>
          <a:bodyPr/>
          <a:lstStyle/>
          <a:p>
            <a:endParaRPr lang="en-IN"/>
          </a:p>
        </p:txBody>
      </p:sp>
      <p:sp>
        <p:nvSpPr>
          <p:cNvPr id="15" name="Text 13">
            <a:extLst>
              <a:ext uri="{FF2B5EF4-FFF2-40B4-BE49-F238E27FC236}">
                <a16:creationId xmlns:a16="http://schemas.microsoft.com/office/drawing/2014/main" id="{3E0C2647-B436-7BC0-DB66-1934E8D9BF29}"/>
              </a:ext>
            </a:extLst>
          </p:cNvPr>
          <p:cNvSpPr/>
          <p:nvPr/>
        </p:nvSpPr>
        <p:spPr>
          <a:xfrm>
            <a:off x="683289" y="1019556"/>
            <a:ext cx="2523744" cy="310896"/>
          </a:xfrm>
          <a:prstGeom prst="rect">
            <a:avLst/>
          </a:prstGeom>
          <a:noFill/>
          <a:ln/>
        </p:spPr>
        <p:txBody>
          <a:bodyPr wrap="square" rtlCol="0" anchor="ctr"/>
          <a:lstStyle/>
          <a:p>
            <a:pPr marL="0" indent="0">
              <a:buNone/>
            </a:pPr>
            <a:r>
              <a:rPr lang="en-US" sz="1400" b="1" dirty="0">
                <a:solidFill>
                  <a:srgbClr val="212121"/>
                </a:solidFill>
                <a:latin typeface="Garamond" panose="02020404030301010803" pitchFamily="18" charset="0"/>
                <a:ea typeface="Calibri" pitchFamily="34" charset="-122"/>
                <a:cs typeface="Calibri" pitchFamily="34" charset="-120"/>
              </a:rPr>
              <a:t>What is Agentic AI?</a:t>
            </a:r>
            <a:endParaRPr lang="en-US" sz="1400" dirty="0">
              <a:latin typeface="Garamond" panose="02020404030301010803" pitchFamily="18" charset="0"/>
            </a:endParaRPr>
          </a:p>
        </p:txBody>
      </p:sp>
      <p:sp>
        <p:nvSpPr>
          <p:cNvPr id="16" name="Text 14">
            <a:extLst>
              <a:ext uri="{FF2B5EF4-FFF2-40B4-BE49-F238E27FC236}">
                <a16:creationId xmlns:a16="http://schemas.microsoft.com/office/drawing/2014/main" id="{F5461E90-F3AC-17AF-E5D2-E9638C218B41}"/>
              </a:ext>
            </a:extLst>
          </p:cNvPr>
          <p:cNvSpPr/>
          <p:nvPr/>
        </p:nvSpPr>
        <p:spPr>
          <a:xfrm>
            <a:off x="683289" y="1389888"/>
            <a:ext cx="3888712" cy="2816352"/>
          </a:xfrm>
          <a:prstGeom prst="rect">
            <a:avLst/>
          </a:prstGeom>
          <a:noFill/>
          <a:ln/>
        </p:spPr>
        <p:txBody>
          <a:bodyPr wrap="square" rtlCol="0" anchor="t"/>
          <a:lstStyle/>
          <a:p>
            <a:pPr marL="171450" indent="-171450" fontAlgn="t">
              <a:lnSpc>
                <a:spcPts val="1500"/>
              </a:lnSpc>
              <a:buFont typeface="Arial" panose="020B0604020202020204" pitchFamily="34" charset="0"/>
              <a:buChar char="•"/>
            </a:pPr>
            <a:r>
              <a:rPr lang="en-US" sz="1200" dirty="0">
                <a:latin typeface="Garamond" panose="02020404030301010803" pitchFamily="18" charset="0"/>
                <a:cs typeface="Calibri" pitchFamily="34" charset="-120"/>
              </a:rPr>
              <a:t>An AI system that can </a:t>
            </a:r>
            <a:r>
              <a:rPr lang="en-US" sz="1200" b="1" dirty="0">
                <a:latin typeface="Garamond" panose="02020404030301010803" pitchFamily="18" charset="0"/>
                <a:cs typeface="Calibri" pitchFamily="34" charset="-120"/>
              </a:rPr>
              <a:t>autonomously</a:t>
            </a:r>
            <a:r>
              <a:rPr lang="en-US" sz="1200" dirty="0">
                <a:latin typeface="Garamond" panose="02020404030301010803" pitchFamily="18" charset="0"/>
                <a:cs typeface="Calibri" pitchFamily="34" charset="-120"/>
              </a:rPr>
              <a:t> make decisions and act to achieve specific goals with minimal human intervention and execute complex multi-step tasks.</a:t>
            </a:r>
          </a:p>
          <a:p>
            <a:pPr marL="171450" indent="-171450" fontAlgn="t">
              <a:lnSpc>
                <a:spcPts val="1500"/>
              </a:lnSpc>
              <a:buFont typeface="Arial" panose="020B0604020202020204" pitchFamily="34" charset="0"/>
              <a:buChar char="•"/>
            </a:pPr>
            <a:r>
              <a:rPr lang="en-US" sz="1200" dirty="0">
                <a:latin typeface="Garamond" panose="02020404030301010803" pitchFamily="18" charset="0"/>
                <a:cs typeface="Calibri" pitchFamily="34" charset="-120"/>
              </a:rPr>
              <a:t>Most important Agentic AI pattern is </a:t>
            </a:r>
            <a:r>
              <a:rPr lang="en-US" sz="1200" b="1" dirty="0" err="1">
                <a:latin typeface="Garamond" panose="02020404030301010803" pitchFamily="18" charset="0"/>
                <a:cs typeface="Calibri" pitchFamily="34" charset="-120"/>
              </a:rPr>
              <a:t>ReAct</a:t>
            </a:r>
            <a:r>
              <a:rPr lang="en-US" sz="1200" dirty="0">
                <a:latin typeface="Garamond" panose="02020404030301010803" pitchFamily="18" charset="0"/>
                <a:cs typeface="Calibri" pitchFamily="34" charset="-120"/>
              </a:rPr>
              <a:t> pattern (Reason + Act)</a:t>
            </a:r>
          </a:p>
          <a:p>
            <a:pPr marL="171450" indent="-171450" fontAlgn="t">
              <a:lnSpc>
                <a:spcPts val="1500"/>
              </a:lnSpc>
              <a:buFont typeface="Arial" panose="020B0604020202020204" pitchFamily="34" charset="0"/>
              <a:buChar char="•"/>
            </a:pPr>
            <a:r>
              <a:rPr lang="en-US" sz="1200" b="1" dirty="0">
                <a:latin typeface="Garamond" panose="02020404030301010803" pitchFamily="18" charset="0"/>
                <a:cs typeface="Calibri" pitchFamily="34" charset="-120"/>
              </a:rPr>
              <a:t>With Tools: </a:t>
            </a:r>
            <a:r>
              <a:rPr lang="en-US" sz="1200" dirty="0">
                <a:latin typeface="Garamond" panose="02020404030301010803" pitchFamily="18" charset="0"/>
                <a:cs typeface="Calibri" pitchFamily="34" charset="-120"/>
              </a:rPr>
              <a:t>Agents accessing internal and external data sources, generating reports and artifacts, analyzing data, and invoking specialized capabilities</a:t>
            </a:r>
          </a:p>
          <a:p>
            <a:pPr marL="171450" indent="-171450" fontAlgn="t">
              <a:lnSpc>
                <a:spcPts val="1500"/>
              </a:lnSpc>
              <a:buFont typeface="Arial" panose="020B0604020202020204" pitchFamily="34" charset="0"/>
              <a:buChar char="•"/>
            </a:pPr>
            <a:r>
              <a:rPr lang="en-US" sz="1200" b="1" dirty="0">
                <a:latin typeface="Garamond" panose="02020404030301010803" pitchFamily="18" charset="0"/>
                <a:cs typeface="Calibri" pitchFamily="34" charset="-120"/>
              </a:rPr>
              <a:t>Orchestrator: </a:t>
            </a:r>
            <a:r>
              <a:rPr lang="en-US" sz="1200" dirty="0">
                <a:latin typeface="Garamond" panose="02020404030301010803" pitchFamily="18" charset="0"/>
                <a:cs typeface="Calibri" pitchFamily="34" charset="-120"/>
              </a:rPr>
              <a:t>A coordinator responsible for managing specialized agents (task routing, dependency management, workflow monitoring, result aggregation)</a:t>
            </a:r>
          </a:p>
        </p:txBody>
      </p:sp>
      <p:sp>
        <p:nvSpPr>
          <p:cNvPr id="17" name="Shape 15">
            <a:extLst>
              <a:ext uri="{FF2B5EF4-FFF2-40B4-BE49-F238E27FC236}">
                <a16:creationId xmlns:a16="http://schemas.microsoft.com/office/drawing/2014/main" id="{8CDDAD0D-CBE8-7C97-1ABD-47D09E4C4CD9}"/>
              </a:ext>
            </a:extLst>
          </p:cNvPr>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18" name="Shape 16">
            <a:extLst>
              <a:ext uri="{FF2B5EF4-FFF2-40B4-BE49-F238E27FC236}">
                <a16:creationId xmlns:a16="http://schemas.microsoft.com/office/drawing/2014/main" id="{35565E7D-4011-8169-6058-C041457F1AEA}"/>
              </a:ext>
            </a:extLst>
          </p:cNvPr>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19" name="Shape 17">
            <a:extLst>
              <a:ext uri="{FF2B5EF4-FFF2-40B4-BE49-F238E27FC236}">
                <a16:creationId xmlns:a16="http://schemas.microsoft.com/office/drawing/2014/main" id="{A9BB03C4-29E0-AD8C-39F7-AC596540C89F}"/>
              </a:ext>
            </a:extLst>
          </p:cNvPr>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sp>
        <p:nvSpPr>
          <p:cNvPr id="5" name="Text 5">
            <a:extLst>
              <a:ext uri="{FF2B5EF4-FFF2-40B4-BE49-F238E27FC236}">
                <a16:creationId xmlns:a16="http://schemas.microsoft.com/office/drawing/2014/main" id="{A9F33D06-42A4-2AA2-2905-8D9CB46212C4}"/>
              </a:ext>
            </a:extLst>
          </p:cNvPr>
          <p:cNvSpPr/>
          <p:nvPr/>
        </p:nvSpPr>
        <p:spPr>
          <a:xfrm>
            <a:off x="1678076" y="4722876"/>
            <a:ext cx="6871564" cy="320040"/>
          </a:xfrm>
          <a:prstGeom prst="rect">
            <a:avLst/>
          </a:prstGeom>
          <a:noFill/>
          <a:ln/>
        </p:spPr>
        <p:txBody>
          <a:bodyPr wrap="square" rtlCol="0" anchor="ctr"/>
          <a:lstStyle/>
          <a:p>
            <a:pPr lvl="0">
              <a:defRPr/>
            </a:pPr>
            <a:r>
              <a:rPr lang="en-US" sz="1000" b="1" dirty="0">
                <a:solidFill>
                  <a:schemeClr val="bg1"/>
                </a:solidFill>
                <a:latin typeface="Garamond" panose="02020404030301010803" pitchFamily="18" charset="0"/>
                <a:cs typeface="Calibri" pitchFamily="34" charset="-120"/>
              </a:rPr>
              <a:t>Key Insights:</a:t>
            </a:r>
            <a:r>
              <a:rPr lang="en-US" sz="1000" dirty="0">
                <a:solidFill>
                  <a:schemeClr val="bg1"/>
                </a:solidFill>
                <a:latin typeface="Garamond" panose="02020404030301010803" pitchFamily="18" charset="0"/>
                <a:cs typeface="Calibri" pitchFamily="34" charset="-120"/>
              </a:rPr>
              <a:t> If LLMs are the brain, then Agentic AI is the brain + memory + tools + decision-making + actions</a:t>
            </a:r>
          </a:p>
        </p:txBody>
      </p:sp>
      <p:pic>
        <p:nvPicPr>
          <p:cNvPr id="10" name="Picture 9" descr="From generative to agentic AI: the future of work and innovation | Ajay  Rajput posted on the topic | LinkedIn">
            <a:extLst>
              <a:ext uri="{FF2B5EF4-FFF2-40B4-BE49-F238E27FC236}">
                <a16:creationId xmlns:a16="http://schemas.microsoft.com/office/drawing/2014/main" id="{42C85DCA-B165-501E-E68F-2DC9F33911D9}"/>
              </a:ext>
            </a:extLst>
          </p:cNvPr>
          <p:cNvPicPr>
            <a:picLocks noChangeAspect="1"/>
          </p:cNvPicPr>
          <p:nvPr/>
        </p:nvPicPr>
        <p:blipFill>
          <a:blip r:embed="rId3"/>
          <a:srcRect t="23400" b="3895"/>
          <a:stretch>
            <a:fillRect/>
          </a:stretch>
        </p:blipFill>
        <p:spPr>
          <a:xfrm>
            <a:off x="5682316" y="780015"/>
            <a:ext cx="3141644" cy="3426225"/>
          </a:xfrm>
          <a:prstGeom prst="rect">
            <a:avLst/>
          </a:prstGeom>
        </p:spPr>
      </p:pic>
    </p:spTree>
    <p:extLst>
      <p:ext uri="{BB962C8B-B14F-4D97-AF65-F5344CB8AC3E}">
        <p14:creationId xmlns:p14="http://schemas.microsoft.com/office/powerpoint/2010/main" val="10859569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0FDEC535-F768-9757-5F32-5F39B9D56C0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1583BE0-62A6-5A86-138C-08005F7CAE73}"/>
              </a:ext>
            </a:extLst>
          </p:cNvPr>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a:extLst>
              <a:ext uri="{FF2B5EF4-FFF2-40B4-BE49-F238E27FC236}">
                <a16:creationId xmlns:a16="http://schemas.microsoft.com/office/drawing/2014/main" id="{18D9F6F6-8A17-B1A0-C858-ABC53B5EF6ED}"/>
              </a:ext>
            </a:extLst>
          </p:cNvPr>
          <p:cNvSpPr/>
          <p:nvPr/>
        </p:nvSpPr>
        <p:spPr>
          <a:xfrm>
            <a:off x="274320" y="18288"/>
            <a:ext cx="8229600" cy="237744"/>
          </a:xfrm>
          <a:prstGeom prst="rect">
            <a:avLst/>
          </a:prstGeom>
          <a:noFill/>
          <a:ln/>
        </p:spPr>
        <p:txBody>
          <a:bodyPr wrap="square" rtlCol="0" anchor="ctr"/>
          <a:lstStyle/>
          <a:p>
            <a:r>
              <a:rPr lang="en-US" sz="800" b="1" kern="0" spc="300" dirty="0">
                <a:solidFill>
                  <a:srgbClr val="FFFFFF"/>
                </a:solidFill>
                <a:latin typeface="Calibri" pitchFamily="34" charset="0"/>
                <a:ea typeface="Calibri" pitchFamily="34" charset="-122"/>
                <a:cs typeface="Calibri" pitchFamily="34" charset="-120"/>
              </a:rPr>
              <a:t>SECTION 11 —AGENTIC AI</a:t>
            </a:r>
            <a:endParaRPr lang="en-US" sz="800" dirty="0"/>
          </a:p>
        </p:txBody>
      </p:sp>
      <p:sp>
        <p:nvSpPr>
          <p:cNvPr id="4" name="Text 2">
            <a:extLst>
              <a:ext uri="{FF2B5EF4-FFF2-40B4-BE49-F238E27FC236}">
                <a16:creationId xmlns:a16="http://schemas.microsoft.com/office/drawing/2014/main" id="{227E19D2-B522-F494-FB27-11B9CFF583EE}"/>
              </a:ext>
            </a:extLst>
          </p:cNvPr>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Understanding Large Language Models</a:t>
            </a:r>
            <a:endParaRPr lang="en-US" sz="2400" dirty="0"/>
          </a:p>
        </p:txBody>
      </p:sp>
      <p:sp>
        <p:nvSpPr>
          <p:cNvPr id="5" name="Shape 3">
            <a:extLst>
              <a:ext uri="{FF2B5EF4-FFF2-40B4-BE49-F238E27FC236}">
                <a16:creationId xmlns:a16="http://schemas.microsoft.com/office/drawing/2014/main" id="{4C66527D-8BD9-9DE1-FF74-0C93881C0490}"/>
              </a:ext>
            </a:extLst>
          </p:cNvPr>
          <p:cNvSpPr/>
          <p:nvPr/>
        </p:nvSpPr>
        <p:spPr>
          <a:xfrm>
            <a:off x="320040" y="960120"/>
            <a:ext cx="4142232" cy="3292731"/>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a:extLst>
              <a:ext uri="{FF2B5EF4-FFF2-40B4-BE49-F238E27FC236}">
                <a16:creationId xmlns:a16="http://schemas.microsoft.com/office/drawing/2014/main" id="{5E72C3EB-E7C2-8E16-C996-60BCA4AA1E19}"/>
              </a:ext>
            </a:extLst>
          </p:cNvPr>
          <p:cNvSpPr/>
          <p:nvPr/>
        </p:nvSpPr>
        <p:spPr>
          <a:xfrm>
            <a:off x="320040" y="960120"/>
            <a:ext cx="4142232" cy="45719"/>
          </a:xfrm>
          <a:prstGeom prst="rect">
            <a:avLst/>
          </a:prstGeom>
          <a:solidFill>
            <a:srgbClr val="006064"/>
          </a:solidFill>
          <a:ln w="12700">
            <a:solidFill>
              <a:srgbClr val="006064"/>
            </a:solidFill>
            <a:prstDash val="solid"/>
          </a:ln>
        </p:spPr>
        <p:txBody>
          <a:bodyPr/>
          <a:lstStyle/>
          <a:p>
            <a:endParaRPr lang="en-IN"/>
          </a:p>
        </p:txBody>
      </p:sp>
      <p:sp>
        <p:nvSpPr>
          <p:cNvPr id="7" name="Text 5">
            <a:extLst>
              <a:ext uri="{FF2B5EF4-FFF2-40B4-BE49-F238E27FC236}">
                <a16:creationId xmlns:a16="http://schemas.microsoft.com/office/drawing/2014/main" id="{85C52A3F-7BBB-4AFF-AE49-8002F0084DEF}"/>
              </a:ext>
            </a:extLst>
          </p:cNvPr>
          <p:cNvSpPr/>
          <p:nvPr/>
        </p:nvSpPr>
        <p:spPr>
          <a:xfrm>
            <a:off x="594360" y="1051560"/>
            <a:ext cx="3646260" cy="306720"/>
          </a:xfrm>
          <a:prstGeom prst="rect">
            <a:avLst/>
          </a:prstGeom>
          <a:noFill/>
          <a:ln/>
        </p:spPr>
        <p:txBody>
          <a:bodyPr wrap="square" rtlCol="0" anchor="ctr"/>
          <a:lstStyle/>
          <a:p>
            <a:pPr marL="0" indent="0">
              <a:buNone/>
            </a:pPr>
            <a:r>
              <a:rPr lang="en-US" sz="1400" b="1" dirty="0">
                <a:solidFill>
                  <a:srgbClr val="212121"/>
                </a:solidFill>
                <a:latin typeface="Garamond" panose="02020404030301010803" pitchFamily="18" charset="0"/>
                <a:ea typeface="Calibri" pitchFamily="34" charset="-122"/>
                <a:cs typeface="Calibri" pitchFamily="34" charset="-120"/>
              </a:rPr>
              <a:t>Architecture</a:t>
            </a:r>
            <a:endParaRPr lang="en-US" sz="1400" dirty="0">
              <a:latin typeface="Garamond" panose="02020404030301010803" pitchFamily="18" charset="0"/>
            </a:endParaRPr>
          </a:p>
        </p:txBody>
      </p:sp>
      <p:sp>
        <p:nvSpPr>
          <p:cNvPr id="8" name="Text 6">
            <a:extLst>
              <a:ext uri="{FF2B5EF4-FFF2-40B4-BE49-F238E27FC236}">
                <a16:creationId xmlns:a16="http://schemas.microsoft.com/office/drawing/2014/main" id="{0EE47A95-CF4A-FC9B-5467-7F9211530011}"/>
              </a:ext>
            </a:extLst>
          </p:cNvPr>
          <p:cNvSpPr/>
          <p:nvPr/>
        </p:nvSpPr>
        <p:spPr>
          <a:xfrm>
            <a:off x="429767" y="1389888"/>
            <a:ext cx="3810853" cy="2778524"/>
          </a:xfrm>
          <a:prstGeom prst="rect">
            <a:avLst/>
          </a:prstGeom>
          <a:noFill/>
          <a:ln/>
        </p:spPr>
        <p:txBody>
          <a:bodyPr wrap="square" rtlCol="0" anchor="t"/>
          <a:lstStyle/>
          <a:p>
            <a:pPr marL="171450" indent="-171450" fontAlgn="t">
              <a:lnSpc>
                <a:spcPts val="1500"/>
              </a:lnSpc>
              <a:buFont typeface="Arial" panose="020B0604020202020204" pitchFamily="34" charset="0"/>
              <a:buChar char="•"/>
            </a:pPr>
            <a:r>
              <a:rPr lang="en-US" sz="1200" dirty="0">
                <a:latin typeface="Garamond" panose="02020404030301010803" pitchFamily="18" charset="0"/>
                <a:cs typeface="Calibri" pitchFamily="34" charset="-120"/>
              </a:rPr>
              <a:t>Core Components:</a:t>
            </a:r>
          </a:p>
          <a:p>
            <a:pPr marL="628650" lvl="1" indent="-171450" fontAlgn="t">
              <a:lnSpc>
                <a:spcPts val="1500"/>
              </a:lnSpc>
              <a:buFont typeface="Arial" panose="020B0604020202020204" pitchFamily="34" charset="0"/>
              <a:buChar char="•"/>
            </a:pPr>
            <a:r>
              <a:rPr lang="en-US" sz="1200" dirty="0">
                <a:latin typeface="Garamond" panose="02020404030301010803" pitchFamily="18" charset="0"/>
                <a:cs typeface="Calibri" pitchFamily="34" charset="-120"/>
              </a:rPr>
              <a:t>LLM &gt;&gt; Reasoning engine</a:t>
            </a:r>
          </a:p>
          <a:p>
            <a:pPr marL="628650" lvl="1" indent="-171450" fontAlgn="t">
              <a:lnSpc>
                <a:spcPts val="1500"/>
              </a:lnSpc>
              <a:buFont typeface="Arial" panose="020B0604020202020204" pitchFamily="34" charset="0"/>
              <a:buChar char="•"/>
            </a:pPr>
            <a:r>
              <a:rPr lang="en-US" sz="1200" dirty="0">
                <a:latin typeface="Garamond" panose="02020404030301010803" pitchFamily="18" charset="0"/>
                <a:cs typeface="Calibri" pitchFamily="34" charset="-120"/>
              </a:rPr>
              <a:t>Memory &gt;&gt; Storing history</a:t>
            </a:r>
          </a:p>
          <a:p>
            <a:pPr marL="628650" lvl="1" indent="-171450" fontAlgn="t">
              <a:lnSpc>
                <a:spcPts val="1500"/>
              </a:lnSpc>
              <a:buFont typeface="Arial" panose="020B0604020202020204" pitchFamily="34" charset="0"/>
              <a:buChar char="•"/>
            </a:pPr>
            <a:r>
              <a:rPr lang="en-US" sz="1200" dirty="0">
                <a:latin typeface="Garamond" panose="02020404030301010803" pitchFamily="18" charset="0"/>
                <a:cs typeface="Calibri" pitchFamily="34" charset="-120"/>
              </a:rPr>
              <a:t>Planning module &gt;&gt; Creates workflow</a:t>
            </a:r>
          </a:p>
          <a:p>
            <a:pPr marL="628650" lvl="1" indent="-171450" fontAlgn="t">
              <a:lnSpc>
                <a:spcPts val="1500"/>
              </a:lnSpc>
              <a:buFont typeface="Arial" panose="020B0604020202020204" pitchFamily="34" charset="0"/>
              <a:buChar char="•"/>
            </a:pPr>
            <a:r>
              <a:rPr lang="en-US" sz="1200" dirty="0">
                <a:latin typeface="Garamond" panose="02020404030301010803" pitchFamily="18" charset="0"/>
                <a:cs typeface="Calibri" pitchFamily="34" charset="-120"/>
              </a:rPr>
              <a:t>Tools &gt;&gt; External capability</a:t>
            </a:r>
          </a:p>
          <a:p>
            <a:pPr marL="628650" lvl="1" indent="-171450" fontAlgn="t">
              <a:lnSpc>
                <a:spcPts val="1500"/>
              </a:lnSpc>
              <a:buFont typeface="Arial" panose="020B0604020202020204" pitchFamily="34" charset="0"/>
              <a:buChar char="•"/>
            </a:pPr>
            <a:r>
              <a:rPr lang="en-US" sz="1200" dirty="0">
                <a:latin typeface="Garamond" panose="02020404030301010803" pitchFamily="18" charset="0"/>
                <a:cs typeface="Calibri" pitchFamily="34" charset="-120"/>
              </a:rPr>
              <a:t>Orchestrator &gt;&gt; Coordinates actions</a:t>
            </a:r>
          </a:p>
          <a:p>
            <a:pPr marL="628650" lvl="1" indent="-171450" fontAlgn="t">
              <a:lnSpc>
                <a:spcPts val="1500"/>
              </a:lnSpc>
              <a:buFont typeface="Arial" panose="020B0604020202020204" pitchFamily="34" charset="0"/>
              <a:buChar char="•"/>
            </a:pPr>
            <a:r>
              <a:rPr lang="en-US" sz="1200" dirty="0">
                <a:latin typeface="Garamond" panose="02020404030301010803" pitchFamily="18" charset="0"/>
                <a:cs typeface="Calibri" pitchFamily="34" charset="-120"/>
              </a:rPr>
              <a:t>Reflection module &gt;&gt; Evaluates outcomes</a:t>
            </a:r>
          </a:p>
          <a:p>
            <a:pPr fontAlgn="t">
              <a:lnSpc>
                <a:spcPts val="1500"/>
              </a:lnSpc>
              <a:buNone/>
            </a:pPr>
            <a:endParaRPr lang="en-US" sz="1200" dirty="0">
              <a:latin typeface="Garamond" panose="02020404030301010803" pitchFamily="18" charset="0"/>
              <a:cs typeface="Calibri" pitchFamily="34" charset="-120"/>
            </a:endParaRPr>
          </a:p>
          <a:p>
            <a:pPr fontAlgn="t">
              <a:lnSpc>
                <a:spcPts val="1500"/>
              </a:lnSpc>
              <a:buNone/>
            </a:pPr>
            <a:r>
              <a:rPr lang="en-US" sz="1200" b="1" dirty="0">
                <a:latin typeface="Garamond" panose="02020404030301010803" pitchFamily="18" charset="0"/>
                <a:cs typeface="Calibri" pitchFamily="34" charset="-120"/>
              </a:rPr>
              <a:t>Single-Agent System: </a:t>
            </a:r>
            <a:r>
              <a:rPr lang="en-US" sz="1200" dirty="0">
                <a:latin typeface="Garamond" panose="02020404030301010803" pitchFamily="18" charset="0"/>
                <a:cs typeface="Calibri" pitchFamily="34" charset="-120"/>
              </a:rPr>
              <a:t>One Agent handles everything. Useful for personal assistant, chatbots, coding assistant</a:t>
            </a:r>
          </a:p>
          <a:p>
            <a:pPr fontAlgn="t">
              <a:lnSpc>
                <a:spcPts val="1500"/>
              </a:lnSpc>
              <a:buNone/>
            </a:pPr>
            <a:endParaRPr lang="en-US" sz="1200" dirty="0">
              <a:latin typeface="Garamond" panose="02020404030301010803" pitchFamily="18" charset="0"/>
              <a:cs typeface="Calibri" pitchFamily="34" charset="-120"/>
            </a:endParaRPr>
          </a:p>
          <a:p>
            <a:pPr fontAlgn="t">
              <a:lnSpc>
                <a:spcPts val="1500"/>
              </a:lnSpc>
              <a:buNone/>
            </a:pPr>
            <a:r>
              <a:rPr lang="en-US" sz="1200" b="1" dirty="0">
                <a:latin typeface="Garamond" panose="02020404030301010803" pitchFamily="18" charset="0"/>
                <a:cs typeface="Calibri" pitchFamily="34" charset="-120"/>
              </a:rPr>
              <a:t>Multi-Agent System: </a:t>
            </a:r>
            <a:r>
              <a:rPr lang="en-US" sz="1200" dirty="0">
                <a:latin typeface="Garamond" panose="02020404030301010803" pitchFamily="18" charset="0"/>
                <a:cs typeface="Calibri" pitchFamily="34" charset="-120"/>
              </a:rPr>
              <a:t>Multiple specialized agents collaborate.</a:t>
            </a:r>
          </a:p>
        </p:txBody>
      </p:sp>
      <p:sp>
        <p:nvSpPr>
          <p:cNvPr id="9" name="Shape 7">
            <a:extLst>
              <a:ext uri="{FF2B5EF4-FFF2-40B4-BE49-F238E27FC236}">
                <a16:creationId xmlns:a16="http://schemas.microsoft.com/office/drawing/2014/main" id="{F8B666B7-B8EF-1B31-A6F5-7F10B7477C59}"/>
              </a:ext>
            </a:extLst>
          </p:cNvPr>
          <p:cNvSpPr/>
          <p:nvPr/>
        </p:nvSpPr>
        <p:spPr>
          <a:xfrm>
            <a:off x="4572000" y="960120"/>
            <a:ext cx="4411683" cy="3292731"/>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0" name="Shape 8">
            <a:extLst>
              <a:ext uri="{FF2B5EF4-FFF2-40B4-BE49-F238E27FC236}">
                <a16:creationId xmlns:a16="http://schemas.microsoft.com/office/drawing/2014/main" id="{5AAD7C14-DADD-AC66-00FA-DC282F581BB9}"/>
              </a:ext>
            </a:extLst>
          </p:cNvPr>
          <p:cNvSpPr/>
          <p:nvPr/>
        </p:nvSpPr>
        <p:spPr>
          <a:xfrm>
            <a:off x="4572000" y="969325"/>
            <a:ext cx="4411683" cy="45719"/>
          </a:xfrm>
          <a:prstGeom prst="rect">
            <a:avLst/>
          </a:prstGeom>
          <a:solidFill>
            <a:srgbClr val="0097A7"/>
          </a:solidFill>
          <a:ln w="12700">
            <a:solidFill>
              <a:srgbClr val="0097A7"/>
            </a:solidFill>
            <a:prstDash val="solid"/>
          </a:ln>
        </p:spPr>
        <p:txBody>
          <a:bodyPr/>
          <a:lstStyle/>
          <a:p>
            <a:endParaRPr lang="en-IN"/>
          </a:p>
        </p:txBody>
      </p:sp>
      <p:sp>
        <p:nvSpPr>
          <p:cNvPr id="11" name="Text 9">
            <a:extLst>
              <a:ext uri="{FF2B5EF4-FFF2-40B4-BE49-F238E27FC236}">
                <a16:creationId xmlns:a16="http://schemas.microsoft.com/office/drawing/2014/main" id="{841AC268-F875-30F4-7467-D65B6206DC22}"/>
              </a:ext>
            </a:extLst>
          </p:cNvPr>
          <p:cNvSpPr/>
          <p:nvPr/>
        </p:nvSpPr>
        <p:spPr>
          <a:xfrm>
            <a:off x="4815207" y="1120140"/>
            <a:ext cx="4058748" cy="300332"/>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Agentic Workflow &amp; Limitations</a:t>
            </a:r>
          </a:p>
        </p:txBody>
      </p:sp>
      <p:sp>
        <p:nvSpPr>
          <p:cNvPr id="12" name="Text 10">
            <a:extLst>
              <a:ext uri="{FF2B5EF4-FFF2-40B4-BE49-F238E27FC236}">
                <a16:creationId xmlns:a16="http://schemas.microsoft.com/office/drawing/2014/main" id="{182B74B4-BCEC-F344-FAD8-E0281976F907}"/>
              </a:ext>
            </a:extLst>
          </p:cNvPr>
          <p:cNvSpPr/>
          <p:nvPr/>
        </p:nvSpPr>
        <p:spPr>
          <a:xfrm>
            <a:off x="4815207" y="1458468"/>
            <a:ext cx="4058748" cy="2720653"/>
          </a:xfrm>
          <a:prstGeom prst="rect">
            <a:avLst/>
          </a:prstGeom>
          <a:noFill/>
          <a:ln/>
        </p:spPr>
        <p:txBody>
          <a:bodyPr wrap="square" rtlCol="0" anchor="t"/>
          <a:lstStyle/>
          <a:p>
            <a:pPr marL="171450" indent="-171450" fontAlgn="t">
              <a:lnSpc>
                <a:spcPts val="1500"/>
              </a:lnSpc>
              <a:buFont typeface="Arial" panose="020B0604020202020204" pitchFamily="34" charset="0"/>
              <a:buChar char="•"/>
            </a:pPr>
            <a:r>
              <a:rPr lang="en-US" sz="1200" dirty="0">
                <a:latin typeface="Garamond" panose="02020404030301010803" pitchFamily="18" charset="0"/>
                <a:cs typeface="Calibri" pitchFamily="34" charset="-120"/>
              </a:rPr>
              <a:t>Once the user provides a query or a prompt:</a:t>
            </a:r>
          </a:p>
          <a:p>
            <a:pPr marL="628650" lvl="1" indent="-171450" fontAlgn="t">
              <a:lnSpc>
                <a:spcPts val="1500"/>
              </a:lnSpc>
              <a:buFont typeface="Arial" panose="020B0604020202020204" pitchFamily="34" charset="0"/>
              <a:buChar char="•"/>
            </a:pPr>
            <a:r>
              <a:rPr lang="en-US" sz="1200" dirty="0">
                <a:latin typeface="Garamond" panose="02020404030301010803" pitchFamily="18" charset="0"/>
                <a:cs typeface="Calibri" pitchFamily="34" charset="-120"/>
              </a:rPr>
              <a:t>Agent understands the goal</a:t>
            </a:r>
          </a:p>
          <a:p>
            <a:pPr marL="628650" lvl="1" indent="-171450" fontAlgn="t">
              <a:lnSpc>
                <a:spcPts val="1500"/>
              </a:lnSpc>
              <a:buFont typeface="Arial" panose="020B0604020202020204" pitchFamily="34" charset="0"/>
              <a:buChar char="•"/>
            </a:pPr>
            <a:r>
              <a:rPr lang="en-US" sz="1200" dirty="0">
                <a:latin typeface="Garamond" panose="02020404030301010803" pitchFamily="18" charset="0"/>
                <a:cs typeface="Calibri" pitchFamily="34" charset="-120"/>
              </a:rPr>
              <a:t>Planning: Breaks task into sub-tasks</a:t>
            </a:r>
          </a:p>
          <a:p>
            <a:pPr marL="628650" lvl="1" indent="-171450" fontAlgn="t">
              <a:lnSpc>
                <a:spcPts val="1500"/>
              </a:lnSpc>
              <a:buFont typeface="Arial" panose="020B0604020202020204" pitchFamily="34" charset="0"/>
              <a:buChar char="•"/>
            </a:pPr>
            <a:r>
              <a:rPr lang="en-US" sz="1200" dirty="0">
                <a:latin typeface="Garamond" panose="02020404030301010803" pitchFamily="18" charset="0"/>
                <a:cs typeface="Calibri" pitchFamily="34" charset="-120"/>
              </a:rPr>
              <a:t>Agent calls different tools to perform tasks</a:t>
            </a:r>
          </a:p>
          <a:p>
            <a:pPr marL="628650" lvl="1" indent="-171450" fontAlgn="t">
              <a:lnSpc>
                <a:spcPts val="1500"/>
              </a:lnSpc>
              <a:buFont typeface="Arial" panose="020B0604020202020204" pitchFamily="34" charset="0"/>
              <a:buChar char="•"/>
            </a:pPr>
            <a:r>
              <a:rPr lang="en-US" sz="1200" dirty="0">
                <a:latin typeface="Garamond" panose="02020404030301010803" pitchFamily="18" charset="0"/>
                <a:cs typeface="Calibri" pitchFamily="34" charset="-120"/>
              </a:rPr>
              <a:t>Analyze result: LLM reasons over collected data</a:t>
            </a:r>
          </a:p>
          <a:p>
            <a:pPr marL="628650" lvl="1" indent="-171450" fontAlgn="t">
              <a:lnSpc>
                <a:spcPts val="1500"/>
              </a:lnSpc>
              <a:buFont typeface="Arial" panose="020B0604020202020204" pitchFamily="34" charset="0"/>
              <a:buChar char="•"/>
            </a:pPr>
            <a:r>
              <a:rPr lang="en-US" sz="1200" dirty="0">
                <a:latin typeface="Garamond" panose="02020404030301010803" pitchFamily="18" charset="0"/>
                <a:cs typeface="Calibri" pitchFamily="34" charset="-120"/>
              </a:rPr>
              <a:t>Generate report: Creates final response</a:t>
            </a:r>
          </a:p>
          <a:p>
            <a:pPr marL="171450" indent="-171450" fontAlgn="t">
              <a:lnSpc>
                <a:spcPts val="1500"/>
              </a:lnSpc>
              <a:buFont typeface="Arial" panose="020B0604020202020204" pitchFamily="34" charset="0"/>
              <a:buChar char="•"/>
            </a:pPr>
            <a:endParaRPr lang="en-US" sz="1200" dirty="0">
              <a:latin typeface="Garamond" panose="02020404030301010803" pitchFamily="18" charset="0"/>
              <a:cs typeface="Calibri" pitchFamily="34" charset="-120"/>
            </a:endParaRPr>
          </a:p>
          <a:p>
            <a:pPr fontAlgn="t">
              <a:lnSpc>
                <a:spcPts val="1500"/>
              </a:lnSpc>
            </a:pPr>
            <a:r>
              <a:rPr lang="en-US" sz="1200" b="1" dirty="0">
                <a:latin typeface="Garamond" panose="02020404030301010803" pitchFamily="18" charset="0"/>
                <a:cs typeface="Calibri" pitchFamily="34" charset="-120"/>
              </a:rPr>
              <a:t>Limitations:</a:t>
            </a:r>
          </a:p>
          <a:p>
            <a:pPr marL="171450" indent="-171450" fontAlgn="t">
              <a:lnSpc>
                <a:spcPts val="1500"/>
              </a:lnSpc>
              <a:buFont typeface="Arial" panose="020B0604020202020204" pitchFamily="34" charset="0"/>
              <a:buChar char="•"/>
            </a:pPr>
            <a:r>
              <a:rPr lang="en-US" sz="1200" dirty="0">
                <a:latin typeface="Garamond" panose="02020404030301010803" pitchFamily="18" charset="0"/>
                <a:cs typeface="Calibri" pitchFamily="34" charset="-120"/>
              </a:rPr>
              <a:t>Security risk: Agent might access sensitive systems</a:t>
            </a:r>
          </a:p>
          <a:p>
            <a:pPr marL="171450" indent="-171450" fontAlgn="t">
              <a:lnSpc>
                <a:spcPts val="1500"/>
              </a:lnSpc>
              <a:buFont typeface="Arial" panose="020B0604020202020204" pitchFamily="34" charset="0"/>
              <a:buChar char="•"/>
            </a:pPr>
            <a:r>
              <a:rPr lang="en-US" sz="1200" dirty="0">
                <a:latin typeface="Garamond" panose="02020404030301010803" pitchFamily="18" charset="0"/>
                <a:cs typeface="Calibri" pitchFamily="34" charset="-120"/>
              </a:rPr>
              <a:t>Tool failure: External systems might fail</a:t>
            </a:r>
          </a:p>
          <a:p>
            <a:pPr marL="171450" indent="-171450" fontAlgn="t">
              <a:lnSpc>
                <a:spcPts val="1500"/>
              </a:lnSpc>
              <a:buFont typeface="Arial" panose="020B0604020202020204" pitchFamily="34" charset="0"/>
              <a:buChar char="•"/>
            </a:pPr>
            <a:r>
              <a:rPr lang="en-US" sz="1200" dirty="0">
                <a:latin typeface="Garamond" panose="02020404030301010803" pitchFamily="18" charset="0"/>
                <a:cs typeface="Calibri" pitchFamily="34" charset="-120"/>
              </a:rPr>
              <a:t>Hallucinations: Agent still uses LLMs</a:t>
            </a:r>
          </a:p>
          <a:p>
            <a:pPr marL="171450" indent="-171450" fontAlgn="t">
              <a:lnSpc>
                <a:spcPts val="1500"/>
              </a:lnSpc>
              <a:buFont typeface="Arial" panose="020B0604020202020204" pitchFamily="34" charset="0"/>
              <a:buChar char="•"/>
            </a:pPr>
            <a:r>
              <a:rPr lang="en-US" sz="1200" dirty="0">
                <a:latin typeface="Garamond" panose="02020404030301010803" pitchFamily="18" charset="0"/>
                <a:cs typeface="Calibri" pitchFamily="34" charset="-120"/>
              </a:rPr>
              <a:t>Compliance risk</a:t>
            </a:r>
          </a:p>
          <a:p>
            <a:pPr marL="171450" indent="-171450" fontAlgn="t">
              <a:lnSpc>
                <a:spcPts val="1500"/>
              </a:lnSpc>
              <a:buFont typeface="Arial" panose="020B0604020202020204" pitchFamily="34" charset="0"/>
              <a:buChar char="•"/>
            </a:pPr>
            <a:endParaRPr lang="en-US" sz="1200" dirty="0">
              <a:latin typeface="Garamond" panose="02020404030301010803" pitchFamily="18" charset="0"/>
              <a:cs typeface="Calibri" pitchFamily="34" charset="-120"/>
            </a:endParaRPr>
          </a:p>
        </p:txBody>
      </p:sp>
      <p:sp>
        <p:nvSpPr>
          <p:cNvPr id="17" name="Shape 15">
            <a:extLst>
              <a:ext uri="{FF2B5EF4-FFF2-40B4-BE49-F238E27FC236}">
                <a16:creationId xmlns:a16="http://schemas.microsoft.com/office/drawing/2014/main" id="{71389590-B16B-89A0-78EB-EB77EDD4A8DA}"/>
              </a:ext>
            </a:extLst>
          </p:cNvPr>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18" name="Shape 16">
            <a:extLst>
              <a:ext uri="{FF2B5EF4-FFF2-40B4-BE49-F238E27FC236}">
                <a16:creationId xmlns:a16="http://schemas.microsoft.com/office/drawing/2014/main" id="{655D8C47-621A-3AF5-77DE-93E18E2EEDAD}"/>
              </a:ext>
            </a:extLst>
          </p:cNvPr>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19" name="Shape 17">
            <a:extLst>
              <a:ext uri="{FF2B5EF4-FFF2-40B4-BE49-F238E27FC236}">
                <a16:creationId xmlns:a16="http://schemas.microsoft.com/office/drawing/2014/main" id="{5FAB6E0C-A0D7-EEBF-8395-B073F9496350}"/>
              </a:ext>
            </a:extLst>
          </p:cNvPr>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sp>
        <p:nvSpPr>
          <p:cNvPr id="13" name="Text 5">
            <a:extLst>
              <a:ext uri="{FF2B5EF4-FFF2-40B4-BE49-F238E27FC236}">
                <a16:creationId xmlns:a16="http://schemas.microsoft.com/office/drawing/2014/main" id="{4ECE09A0-BC47-3D0F-8DD1-081DC934ADD0}"/>
              </a:ext>
            </a:extLst>
          </p:cNvPr>
          <p:cNvSpPr/>
          <p:nvPr/>
        </p:nvSpPr>
        <p:spPr>
          <a:xfrm>
            <a:off x="594360" y="4722876"/>
            <a:ext cx="7955280" cy="320040"/>
          </a:xfrm>
          <a:prstGeom prst="rect">
            <a:avLst/>
          </a:prstGeom>
          <a:noFill/>
          <a:ln/>
        </p:spPr>
        <p:txBody>
          <a:bodyPr wrap="square" rtlCol="0" anchor="ctr"/>
          <a:lstStyle/>
          <a:p>
            <a:pPr fontAlgn="t">
              <a:lnSpc>
                <a:spcPts val="1500"/>
              </a:lnSpc>
            </a:pPr>
            <a:r>
              <a:rPr lang="en-US" sz="1000" b="1" dirty="0">
                <a:solidFill>
                  <a:schemeClr val="bg1"/>
                </a:solidFill>
                <a:latin typeface="Garamond" panose="02020404030301010803" pitchFamily="18" charset="0"/>
                <a:ea typeface="Calibri" pitchFamily="34" charset="-122"/>
                <a:cs typeface="Calibri" pitchFamily="34" charset="-120"/>
              </a:rPr>
              <a:t>Multi-Agent System Example: </a:t>
            </a:r>
            <a:r>
              <a:rPr lang="en-US" sz="1000" dirty="0">
                <a:solidFill>
                  <a:schemeClr val="bg1"/>
                </a:solidFill>
                <a:latin typeface="Garamond" panose="02020404030301010803" pitchFamily="18" charset="0"/>
                <a:cs typeface="Calibri" pitchFamily="34" charset="-120"/>
              </a:rPr>
              <a:t>Clinical Study Report(CSR) generation: Research Agent (retrieves data) -&gt; Statistics Agent (analyses results) -&gt; Writing Agent (creates report) -&gt; QA Agent (validates output)</a:t>
            </a:r>
            <a:endParaRPr lang="en-US" sz="1000" dirty="0">
              <a:solidFill>
                <a:schemeClr val="bg1"/>
              </a:solidFill>
              <a:latin typeface="Garamond" panose="02020404030301010803" pitchFamily="18" charset="0"/>
            </a:endParaRPr>
          </a:p>
        </p:txBody>
      </p:sp>
    </p:spTree>
    <p:extLst>
      <p:ext uri="{BB962C8B-B14F-4D97-AF65-F5344CB8AC3E}">
        <p14:creationId xmlns:p14="http://schemas.microsoft.com/office/powerpoint/2010/main" val="27338576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06064"/>
        </a:solidFill>
        <a:effectLst/>
      </p:bgPr>
    </p:bg>
    <p:spTree>
      <p:nvGrpSpPr>
        <p:cNvPr id="1" name="">
          <a:extLst>
            <a:ext uri="{FF2B5EF4-FFF2-40B4-BE49-F238E27FC236}">
              <a16:creationId xmlns:a16="http://schemas.microsoft.com/office/drawing/2014/main" id="{AAD58EB6-3A88-C2B8-BEAA-EA4FF1A8A6F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E17A9D7-176B-9599-92D7-B52393524F10}"/>
              </a:ext>
            </a:extLst>
          </p:cNvPr>
          <p:cNvSpPr/>
          <p:nvPr/>
        </p:nvSpPr>
        <p:spPr>
          <a:xfrm>
            <a:off x="0" y="0"/>
            <a:ext cx="9144000" cy="73152"/>
          </a:xfrm>
          <a:prstGeom prst="rect">
            <a:avLst/>
          </a:prstGeom>
          <a:solidFill>
            <a:srgbClr val="F9A825"/>
          </a:solidFill>
          <a:ln w="12700">
            <a:solidFill>
              <a:srgbClr val="F9A825"/>
            </a:solidFill>
            <a:prstDash val="solid"/>
          </a:ln>
        </p:spPr>
        <p:txBody>
          <a:bodyPr/>
          <a:lstStyle/>
          <a:p>
            <a:endParaRPr lang="en-IN"/>
          </a:p>
        </p:txBody>
      </p:sp>
      <p:sp>
        <p:nvSpPr>
          <p:cNvPr id="3" name="Shape 1">
            <a:extLst>
              <a:ext uri="{FF2B5EF4-FFF2-40B4-BE49-F238E27FC236}">
                <a16:creationId xmlns:a16="http://schemas.microsoft.com/office/drawing/2014/main" id="{FD6105BA-52AE-7DEC-DE70-63FB0EC634C6}"/>
              </a:ext>
            </a:extLst>
          </p:cNvPr>
          <p:cNvSpPr/>
          <p:nvPr/>
        </p:nvSpPr>
        <p:spPr>
          <a:xfrm>
            <a:off x="0" y="5070348"/>
            <a:ext cx="9144000" cy="73152"/>
          </a:xfrm>
          <a:prstGeom prst="rect">
            <a:avLst/>
          </a:prstGeom>
          <a:solidFill>
            <a:srgbClr val="F9A825"/>
          </a:solidFill>
          <a:ln w="12700">
            <a:solidFill>
              <a:srgbClr val="F9A825"/>
            </a:solidFill>
            <a:prstDash val="solid"/>
          </a:ln>
        </p:spPr>
        <p:txBody>
          <a:bodyPr/>
          <a:lstStyle/>
          <a:p>
            <a:endParaRPr lang="en-IN"/>
          </a:p>
        </p:txBody>
      </p:sp>
      <p:sp>
        <p:nvSpPr>
          <p:cNvPr id="4" name="Text 2">
            <a:extLst>
              <a:ext uri="{FF2B5EF4-FFF2-40B4-BE49-F238E27FC236}">
                <a16:creationId xmlns:a16="http://schemas.microsoft.com/office/drawing/2014/main" id="{8AC1CB5B-3178-616D-6546-3BB91BC48199}"/>
              </a:ext>
            </a:extLst>
          </p:cNvPr>
          <p:cNvSpPr/>
          <p:nvPr/>
        </p:nvSpPr>
        <p:spPr>
          <a:xfrm>
            <a:off x="457200" y="731520"/>
            <a:ext cx="8229600" cy="320040"/>
          </a:xfrm>
          <a:prstGeom prst="rect">
            <a:avLst/>
          </a:prstGeom>
          <a:noFill/>
          <a:ln/>
        </p:spPr>
        <p:txBody>
          <a:bodyPr wrap="square" rtlCol="0" anchor="ctr"/>
          <a:lstStyle/>
          <a:p>
            <a:pPr marL="0" indent="0">
              <a:buNone/>
            </a:pPr>
            <a:r>
              <a:rPr lang="en-US" sz="1100" b="1" kern="0" spc="400" dirty="0">
                <a:solidFill>
                  <a:srgbClr val="F9A825"/>
                </a:solidFill>
                <a:latin typeface="Calibri" pitchFamily="34" charset="0"/>
                <a:ea typeface="Calibri" pitchFamily="34" charset="-122"/>
                <a:cs typeface="Calibri" pitchFamily="34" charset="-120"/>
              </a:rPr>
              <a:t>SECTION 12</a:t>
            </a:r>
            <a:endParaRPr lang="en-US" sz="1100" dirty="0"/>
          </a:p>
        </p:txBody>
      </p:sp>
      <p:sp>
        <p:nvSpPr>
          <p:cNvPr id="5" name="Text 3">
            <a:extLst>
              <a:ext uri="{FF2B5EF4-FFF2-40B4-BE49-F238E27FC236}">
                <a16:creationId xmlns:a16="http://schemas.microsoft.com/office/drawing/2014/main" id="{D2E30FF3-342F-4EDC-E762-B46A760DC0A2}"/>
              </a:ext>
            </a:extLst>
          </p:cNvPr>
          <p:cNvSpPr/>
          <p:nvPr/>
        </p:nvSpPr>
        <p:spPr>
          <a:xfrm>
            <a:off x="457200" y="1143000"/>
            <a:ext cx="8412480" cy="109728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Review &amp; Connecting the Dots</a:t>
            </a:r>
            <a:endParaRPr lang="en-US" sz="3800" dirty="0"/>
          </a:p>
        </p:txBody>
      </p:sp>
      <p:sp>
        <p:nvSpPr>
          <p:cNvPr id="6" name="Text 4">
            <a:extLst>
              <a:ext uri="{FF2B5EF4-FFF2-40B4-BE49-F238E27FC236}">
                <a16:creationId xmlns:a16="http://schemas.microsoft.com/office/drawing/2014/main" id="{A4610A7B-5FE1-D00D-772D-90B86E13F506}"/>
              </a:ext>
            </a:extLst>
          </p:cNvPr>
          <p:cNvSpPr/>
          <p:nvPr/>
        </p:nvSpPr>
        <p:spPr>
          <a:xfrm>
            <a:off x="457200" y="2331720"/>
            <a:ext cx="8412480" cy="548640"/>
          </a:xfrm>
          <a:prstGeom prst="rect">
            <a:avLst/>
          </a:prstGeom>
          <a:noFill/>
          <a:ln/>
        </p:spPr>
        <p:txBody>
          <a:bodyPr wrap="square" rtlCol="0" anchor="ctr"/>
          <a:lstStyle/>
          <a:p>
            <a:pPr marL="0" indent="0">
              <a:buNone/>
            </a:pPr>
            <a:r>
              <a:rPr lang="en-US" sz="1700" dirty="0">
                <a:solidFill>
                  <a:srgbClr val="B2EBF2"/>
                </a:solidFill>
                <a:latin typeface="Calibri" pitchFamily="34" charset="0"/>
                <a:ea typeface="Calibri" pitchFamily="34" charset="-122"/>
                <a:cs typeface="Calibri" pitchFamily="34" charset="-120"/>
              </a:rPr>
              <a:t>Synthesis — statistics, ML, deep learning, and clinical practice unified</a:t>
            </a:r>
            <a:endParaRPr lang="en-US" sz="1700" dirty="0"/>
          </a:p>
        </p:txBody>
      </p:sp>
      <p:sp>
        <p:nvSpPr>
          <p:cNvPr id="7" name="Text 5">
            <a:extLst>
              <a:ext uri="{FF2B5EF4-FFF2-40B4-BE49-F238E27FC236}">
                <a16:creationId xmlns:a16="http://schemas.microsoft.com/office/drawing/2014/main" id="{90F127D0-EC65-AFDD-1A54-993743122D32}"/>
              </a:ext>
            </a:extLst>
          </p:cNvPr>
          <p:cNvSpPr/>
          <p:nvPr/>
        </p:nvSpPr>
        <p:spPr>
          <a:xfrm>
            <a:off x="6858000" y="914400"/>
            <a:ext cx="2011680" cy="2743200"/>
          </a:xfrm>
          <a:prstGeom prst="rect">
            <a:avLst/>
          </a:prstGeom>
          <a:noFill/>
          <a:ln/>
        </p:spPr>
        <p:txBody>
          <a:bodyPr wrap="square" rtlCol="0" anchor="ctr"/>
          <a:lstStyle/>
          <a:p>
            <a:pPr marL="0" indent="0" algn="ctr">
              <a:buNone/>
            </a:pPr>
            <a:r>
              <a:rPr lang="en-US" sz="16000" b="1" dirty="0">
                <a:solidFill>
                  <a:srgbClr val="FFFFFF">
                    <a:alpha val="15000"/>
                  </a:srgbClr>
                </a:solidFill>
                <a:latin typeface="Calibri" pitchFamily="34" charset="0"/>
                <a:ea typeface="Calibri" pitchFamily="34" charset="-122"/>
                <a:cs typeface="Calibri" pitchFamily="34" charset="-120"/>
              </a:rPr>
              <a:t>12</a:t>
            </a:r>
            <a:endParaRPr lang="en-US" sz="16000" dirty="0"/>
          </a:p>
        </p:txBody>
      </p:sp>
    </p:spTree>
    <p:extLst>
      <p:ext uri="{BB962C8B-B14F-4D97-AF65-F5344CB8AC3E}">
        <p14:creationId xmlns:p14="http://schemas.microsoft.com/office/powerpoint/2010/main" val="11267448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4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12 — REVIEW &amp; CONNECTING THE DOTS</a:t>
            </a:r>
            <a:endParaRPr lang="en-US" sz="800" dirty="0"/>
          </a:p>
        </p:txBody>
      </p:sp>
      <p:sp>
        <p:nvSpPr>
          <p:cNvPr id="4" name="Text 2"/>
          <p:cNvSpPr/>
          <p:nvPr/>
        </p:nvSpPr>
        <p:spPr>
          <a:xfrm>
            <a:off x="320040" y="320040"/>
            <a:ext cx="8503920" cy="548640"/>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Classical Statistics vs Machine Learning — Complete Comparison</a:t>
            </a:r>
            <a:endParaRPr lang="en-US" sz="2400" dirty="0"/>
          </a:p>
        </p:txBody>
      </p:sp>
      <p:graphicFrame>
        <p:nvGraphicFramePr>
          <p:cNvPr id="49" name="Table 0"/>
          <p:cNvGraphicFramePr>
            <a:graphicFrameLocks noGrp="1"/>
          </p:cNvGraphicFramePr>
          <p:nvPr>
            <p:extLst>
              <p:ext uri="{D42A27DB-BD31-4B8C-83A1-F6EECF244321}">
                <p14:modId xmlns:p14="http://schemas.microsoft.com/office/powerpoint/2010/main" val="518130426"/>
              </p:ext>
            </p:extLst>
          </p:nvPr>
        </p:nvGraphicFramePr>
        <p:xfrm>
          <a:off x="320040" y="868680"/>
          <a:ext cx="8503920" cy="3749040"/>
        </p:xfrm>
        <a:graphic>
          <a:graphicData uri="http://schemas.openxmlformats.org/drawingml/2006/table">
            <a:tbl>
              <a:tblPr/>
              <a:tblGrid>
                <a:gridCol w="15544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296799">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Aspect</a:t>
                      </a:r>
                      <a:endParaRPr lang="en-US" sz="1400" dirty="0">
                        <a:latin typeface="Garamond" panose="02020404030301010803" pitchFamily="18" charset="0"/>
                        <a:ea typeface="Calibri" charset="0"/>
                        <a:cs typeface="Calibri" charset="0"/>
                      </a:endParaRPr>
                    </a:p>
                  </a:txBody>
                  <a:tcPr marL="63500" marR="63500" marT="38100" marB="38100">
                    <a:lnL w="12700" cap="flat" cmpd="sng" algn="ctr">
                      <a:solidFill>
                        <a:schemeClr val="tx1"/>
                      </a:solidFill>
                      <a:prstDash val="solid"/>
                      <a:round/>
                      <a:headEnd type="none" w="med" len="med"/>
                      <a:tailEnd type="none" w="med" len="med"/>
                    </a:lnL>
                    <a:lnR w="0" cap="flat" cmpd="sng" algn="ctr">
                      <a:noFill/>
                    </a:lnR>
                    <a:lnT w="12700" cap="flat" cmpd="sng" algn="ctr">
                      <a:solidFill>
                        <a:schemeClr val="tx1"/>
                      </a:solidFill>
                      <a:prstDash val="solid"/>
                      <a:round/>
                      <a:headEnd type="none" w="med" len="med"/>
                      <a:tailEnd type="none" w="med" len="med"/>
                    </a:lnT>
                    <a:lnB w="0" cap="flat" cmpd="sng" algn="ctr">
                      <a:noFill/>
                    </a:lnB>
                    <a:solidFill>
                      <a:srgbClr val="006064"/>
                    </a:solidFill>
                  </a:tcPr>
                </a:tc>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Classical Statistics</a:t>
                      </a:r>
                      <a:endParaRPr lang="en-US" sz="14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12700" cap="flat" cmpd="sng" algn="ctr">
                      <a:solidFill>
                        <a:schemeClr val="tx1"/>
                      </a:solidFill>
                      <a:prstDash val="solid"/>
                      <a:round/>
                      <a:headEnd type="none" w="med" len="med"/>
                      <a:tailEnd type="none" w="med" len="med"/>
                    </a:lnT>
                    <a:lnB w="0" cap="flat" cmpd="sng" algn="ctr">
                      <a:noFill/>
                    </a:lnB>
                    <a:solidFill>
                      <a:srgbClr val="006064"/>
                    </a:solidFill>
                  </a:tcPr>
                </a:tc>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Machine Learning</a:t>
                      </a:r>
                      <a:endParaRPr lang="en-US" sz="14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12700" cap="flat" cmpd="sng" algn="ctr">
                      <a:solidFill>
                        <a:schemeClr val="tx1"/>
                      </a:solidFill>
                      <a:prstDash val="solid"/>
                      <a:round/>
                      <a:headEnd type="none" w="med" len="med"/>
                      <a:tailEnd type="none" w="med" len="med"/>
                    </a:lnT>
                    <a:lnB w="0" cap="flat" cmpd="sng" algn="ctr">
                      <a:noFill/>
                    </a:lnB>
                    <a:solidFill>
                      <a:srgbClr val="006064"/>
                    </a:solidFill>
                  </a:tcPr>
                </a:tc>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When to Prefer Which</a:t>
                      </a:r>
                      <a:endParaRPr lang="en-US" sz="1400" dirty="0">
                        <a:latin typeface="Garamond" panose="02020404030301010803" pitchFamily="18" charset="0"/>
                        <a:ea typeface="Calibri" charset="0"/>
                        <a:cs typeface="Calibri" charset="0"/>
                      </a:endParaRPr>
                    </a:p>
                  </a:txBody>
                  <a:tcPr marL="63500" marR="63500" marT="38100" marB="38100">
                    <a:lnL w="0" cap="flat" cmpd="sng" algn="ctr">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cap="flat" cmpd="sng" algn="ctr">
                      <a:noFill/>
                    </a:lnB>
                    <a:solidFill>
                      <a:srgbClr val="006064"/>
                    </a:solidFill>
                  </a:tcPr>
                </a:tc>
                <a:extLst>
                  <a:ext uri="{0D108BD9-81ED-4DB2-BD59-A6C34878D82A}">
                    <a16:rowId xmlns:a16="http://schemas.microsoft.com/office/drawing/2014/main" val="10000"/>
                  </a:ext>
                </a:extLst>
              </a:tr>
              <a:tr h="421767">
                <a:tc>
                  <a:txBody>
                    <a:bodyPr/>
                    <a:lstStyle/>
                    <a:p>
                      <a:pPr marL="0" indent="0">
                        <a:buNone/>
                      </a:pPr>
                      <a:r>
                        <a:rPr lang="en-US" sz="1100" dirty="0">
                          <a:solidFill>
                            <a:srgbClr val="006064"/>
                          </a:solidFill>
                          <a:latin typeface="Garamond" panose="02020404030301010803" pitchFamily="18" charset="0"/>
                          <a:ea typeface="Calibri" pitchFamily="34" charset="-122"/>
                          <a:cs typeface="Calibri" pitchFamily="34" charset="-120"/>
                        </a:rPr>
                        <a:t>Core Focus</a:t>
                      </a:r>
                      <a:endParaRPr lang="en-US" sz="1100" dirty="0">
                        <a:latin typeface="Garamond" panose="02020404030301010803" pitchFamily="18" charset="0"/>
                        <a:ea typeface="Calibri" charset="0"/>
                        <a:cs typeface="Calibri" charset="0"/>
                      </a:endParaRPr>
                    </a:p>
                  </a:txBody>
                  <a:tcPr marL="63500" marR="635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Inference, explanation, causality</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Prediction, pattern recognition</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Causal questions → Stats; Prediction tasks → ML</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21767">
                <a:tc>
                  <a:txBody>
                    <a:bodyPr/>
                    <a:lstStyle/>
                    <a:p>
                      <a:pPr marL="0" indent="0">
                        <a:buNone/>
                      </a:pPr>
                      <a:r>
                        <a:rPr lang="en-US" sz="1100" dirty="0">
                          <a:solidFill>
                            <a:srgbClr val="006064"/>
                          </a:solidFill>
                          <a:latin typeface="Garamond" panose="02020404030301010803" pitchFamily="18" charset="0"/>
                          <a:ea typeface="Calibri" pitchFamily="34" charset="-122"/>
                          <a:cs typeface="Calibri" pitchFamily="34" charset="-120"/>
                        </a:rPr>
                        <a:t>Model Form</a:t>
                      </a:r>
                      <a:endParaRPr lang="en-US" sz="1100" dirty="0">
                        <a:latin typeface="Garamond" panose="02020404030301010803" pitchFamily="18" charset="0"/>
                        <a:ea typeface="Calibri" charset="0"/>
                        <a:cs typeface="Calibri" charset="0"/>
                      </a:endParaRPr>
                    </a:p>
                  </a:txBody>
                  <a:tcPr marL="63500" marR="635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Parametric (specified by analyst)</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Parametric or non-parametric (learned)</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Known structure → Stats; Unknown → ML</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5F5F5"/>
                    </a:solidFill>
                  </a:tcPr>
                </a:tc>
                <a:extLst>
                  <a:ext uri="{0D108BD9-81ED-4DB2-BD59-A6C34878D82A}">
                    <a16:rowId xmlns:a16="http://schemas.microsoft.com/office/drawing/2014/main" val="10002"/>
                  </a:ext>
                </a:extLst>
              </a:tr>
              <a:tr h="421767">
                <a:tc>
                  <a:txBody>
                    <a:bodyPr/>
                    <a:lstStyle/>
                    <a:p>
                      <a:pPr marL="0" indent="0">
                        <a:buNone/>
                      </a:pPr>
                      <a:r>
                        <a:rPr lang="en-US" sz="1100" dirty="0">
                          <a:solidFill>
                            <a:srgbClr val="006064"/>
                          </a:solidFill>
                          <a:latin typeface="Garamond" panose="02020404030301010803" pitchFamily="18" charset="0"/>
                          <a:ea typeface="Calibri" pitchFamily="34" charset="-122"/>
                          <a:cs typeface="Calibri" pitchFamily="34" charset="-120"/>
                        </a:rPr>
                        <a:t>Handle Complexity</a:t>
                      </a:r>
                      <a:endParaRPr lang="en-US" sz="1100" dirty="0">
                        <a:latin typeface="Garamond" panose="02020404030301010803" pitchFamily="18" charset="0"/>
                        <a:ea typeface="Calibri" charset="0"/>
                        <a:cs typeface="Calibri" charset="0"/>
                      </a:endParaRPr>
                    </a:p>
                  </a:txBody>
                  <a:tcPr marL="63500" marR="635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Manual interactions, transformations</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Auto-discovery of interactions</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p&lt;50 → Stats; p&gt;50 or complex interactions → ML</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249936">
                <a:tc>
                  <a:txBody>
                    <a:bodyPr/>
                    <a:lstStyle/>
                    <a:p>
                      <a:pPr marL="0" indent="0">
                        <a:buNone/>
                      </a:pPr>
                      <a:r>
                        <a:rPr lang="en-US" sz="1100" dirty="0">
                          <a:solidFill>
                            <a:srgbClr val="006064"/>
                          </a:solidFill>
                          <a:latin typeface="Garamond" panose="02020404030301010803" pitchFamily="18" charset="0"/>
                          <a:ea typeface="Calibri" pitchFamily="34" charset="-122"/>
                          <a:cs typeface="Calibri" pitchFamily="34" charset="-120"/>
                        </a:rPr>
                        <a:t>Overfitting Control</a:t>
                      </a:r>
                      <a:endParaRPr lang="en-US" sz="1100" dirty="0">
                        <a:latin typeface="Garamond" panose="02020404030301010803" pitchFamily="18" charset="0"/>
                        <a:ea typeface="Calibri" charset="0"/>
                        <a:cs typeface="Calibri" charset="0"/>
                      </a:endParaRPr>
                    </a:p>
                  </a:txBody>
                  <a:tcPr marL="63500" marR="635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AIC/BIC, ANOVA tests</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Cross-validation, regularisation</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Both valid — CV is more algorithm-agnostic</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5F5F5"/>
                    </a:solidFill>
                  </a:tcPr>
                </a:tc>
                <a:extLst>
                  <a:ext uri="{0D108BD9-81ED-4DB2-BD59-A6C34878D82A}">
                    <a16:rowId xmlns:a16="http://schemas.microsoft.com/office/drawing/2014/main" val="10004"/>
                  </a:ext>
                </a:extLst>
              </a:tr>
              <a:tr h="421767">
                <a:tc>
                  <a:txBody>
                    <a:bodyPr/>
                    <a:lstStyle/>
                    <a:p>
                      <a:pPr marL="0" indent="0">
                        <a:buNone/>
                      </a:pPr>
                      <a:r>
                        <a:rPr lang="en-US" sz="1100" dirty="0">
                          <a:solidFill>
                            <a:srgbClr val="006064"/>
                          </a:solidFill>
                          <a:latin typeface="Garamond" panose="02020404030301010803" pitchFamily="18" charset="0"/>
                          <a:ea typeface="Calibri" pitchFamily="34" charset="-122"/>
                          <a:cs typeface="Calibri" pitchFamily="34" charset="-120"/>
                        </a:rPr>
                        <a:t>Uncertainty</a:t>
                      </a:r>
                      <a:endParaRPr lang="en-US" sz="1100" dirty="0">
                        <a:latin typeface="Garamond" panose="02020404030301010803" pitchFamily="18" charset="0"/>
                        <a:ea typeface="Calibri" charset="0"/>
                        <a:cs typeface="Calibri" charset="0"/>
                      </a:endParaRPr>
                    </a:p>
                  </a:txBody>
                  <a:tcPr marL="63500" marR="635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CIs, p-values, prediction intervals</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Bootstrap CI, Bayesian approaches</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Stats has richer uncertainty framework currently</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249936">
                <a:tc>
                  <a:txBody>
                    <a:bodyPr/>
                    <a:lstStyle/>
                    <a:p>
                      <a:pPr marL="0" indent="0">
                        <a:buNone/>
                      </a:pPr>
                      <a:r>
                        <a:rPr lang="en-US" sz="1100" dirty="0">
                          <a:solidFill>
                            <a:srgbClr val="006064"/>
                          </a:solidFill>
                          <a:latin typeface="Garamond" panose="02020404030301010803" pitchFamily="18" charset="0"/>
                          <a:ea typeface="Calibri" pitchFamily="34" charset="-122"/>
                          <a:cs typeface="Calibri" pitchFamily="34" charset="-120"/>
                        </a:rPr>
                        <a:t>Data Requirements</a:t>
                      </a:r>
                      <a:endParaRPr lang="en-US" sz="1100" dirty="0">
                        <a:latin typeface="Garamond" panose="02020404030301010803" pitchFamily="18" charset="0"/>
                        <a:ea typeface="Calibri" charset="0"/>
                        <a:cs typeface="Calibri" charset="0"/>
                      </a:endParaRPr>
                    </a:p>
                  </a:txBody>
                  <a:tcPr marL="63500" marR="635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Works well with small n</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Improves with larger n</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n&lt;100 → Stats almost always; n&gt;10,000 → ML shines</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5F5F5"/>
                    </a:solidFill>
                  </a:tcPr>
                </a:tc>
                <a:extLst>
                  <a:ext uri="{0D108BD9-81ED-4DB2-BD59-A6C34878D82A}">
                    <a16:rowId xmlns:a16="http://schemas.microsoft.com/office/drawing/2014/main" val="10006"/>
                  </a:ext>
                </a:extLst>
              </a:tr>
              <a:tr h="421767">
                <a:tc>
                  <a:txBody>
                    <a:bodyPr/>
                    <a:lstStyle/>
                    <a:p>
                      <a:pPr marL="0" indent="0">
                        <a:buNone/>
                      </a:pPr>
                      <a:r>
                        <a:rPr lang="en-US" sz="1100" dirty="0">
                          <a:solidFill>
                            <a:srgbClr val="006064"/>
                          </a:solidFill>
                          <a:latin typeface="Garamond" panose="02020404030301010803" pitchFamily="18" charset="0"/>
                          <a:ea typeface="Calibri" pitchFamily="34" charset="-122"/>
                          <a:cs typeface="Calibri" pitchFamily="34" charset="-120"/>
                        </a:rPr>
                        <a:t>Feature Engineering</a:t>
                      </a:r>
                      <a:endParaRPr lang="en-US" sz="1100" dirty="0">
                        <a:latin typeface="Garamond" panose="02020404030301010803" pitchFamily="18" charset="0"/>
                        <a:ea typeface="Calibri" charset="0"/>
                        <a:cs typeface="Calibri" charset="0"/>
                      </a:endParaRPr>
                    </a:p>
                  </a:txBody>
                  <a:tcPr marL="63500" marR="635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Essential — domain knowledge</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Partially automated (DL auto-learns)</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Always important; DL reduces manual engineering for images/text</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FFFFF"/>
                    </a:solidFill>
                  </a:tcPr>
                </a:tc>
                <a:extLst>
                  <a:ext uri="{0D108BD9-81ED-4DB2-BD59-A6C34878D82A}">
                    <a16:rowId xmlns:a16="http://schemas.microsoft.com/office/drawing/2014/main" val="10007"/>
                  </a:ext>
                </a:extLst>
              </a:tr>
              <a:tr h="421767">
                <a:tc>
                  <a:txBody>
                    <a:bodyPr/>
                    <a:lstStyle/>
                    <a:p>
                      <a:pPr marL="0" indent="0">
                        <a:buNone/>
                      </a:pPr>
                      <a:r>
                        <a:rPr lang="en-US" sz="1100" dirty="0">
                          <a:solidFill>
                            <a:srgbClr val="006064"/>
                          </a:solidFill>
                          <a:latin typeface="Garamond" panose="02020404030301010803" pitchFamily="18" charset="0"/>
                          <a:ea typeface="Calibri" pitchFamily="34" charset="-122"/>
                          <a:cs typeface="Calibri" pitchFamily="34" charset="-120"/>
                        </a:rPr>
                        <a:t>Interpretability</a:t>
                      </a:r>
                      <a:endParaRPr lang="en-US" sz="1100" dirty="0">
                        <a:latin typeface="Garamond" panose="02020404030301010803" pitchFamily="18" charset="0"/>
                        <a:ea typeface="Calibri" charset="0"/>
                        <a:cs typeface="Calibri" charset="0"/>
                      </a:endParaRPr>
                    </a:p>
                  </a:txBody>
                  <a:tcPr marL="63500" marR="635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High (coefficients, OR, HR)</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Variable (DT high; NN low; SHAP helps)</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Regulatory/clinical → Stats or DT; Research → any</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0" cap="flat" cmpd="sng" algn="ctr">
                      <a:noFill/>
                    </a:lnB>
                    <a:solidFill>
                      <a:srgbClr val="F5F5F5"/>
                    </a:solidFill>
                  </a:tcPr>
                </a:tc>
                <a:extLst>
                  <a:ext uri="{0D108BD9-81ED-4DB2-BD59-A6C34878D82A}">
                    <a16:rowId xmlns:a16="http://schemas.microsoft.com/office/drawing/2014/main" val="10008"/>
                  </a:ext>
                </a:extLst>
              </a:tr>
              <a:tr h="421767">
                <a:tc>
                  <a:txBody>
                    <a:bodyPr/>
                    <a:lstStyle/>
                    <a:p>
                      <a:pPr marL="0" indent="0">
                        <a:buNone/>
                      </a:pPr>
                      <a:r>
                        <a:rPr lang="en-US" sz="1100" dirty="0">
                          <a:solidFill>
                            <a:srgbClr val="006064"/>
                          </a:solidFill>
                          <a:latin typeface="Garamond" panose="02020404030301010803" pitchFamily="18" charset="0"/>
                          <a:ea typeface="Calibri" pitchFamily="34" charset="-122"/>
                          <a:cs typeface="Calibri" pitchFamily="34" charset="-120"/>
                        </a:rPr>
                        <a:t>Scalability</a:t>
                      </a:r>
                      <a:endParaRPr lang="en-US" sz="1100" dirty="0">
                        <a:latin typeface="Garamond" panose="02020404030301010803" pitchFamily="18" charset="0"/>
                        <a:ea typeface="Calibri" charset="0"/>
                        <a:cs typeface="Calibri" charset="0"/>
                      </a:endParaRPr>
                    </a:p>
                  </a:txBody>
                  <a:tcPr marL="63500" marR="63500" marT="38100" marB="38100">
                    <a:lnL w="12700" cap="flat" cmpd="sng" algn="ctr">
                      <a:solidFill>
                        <a:schemeClr val="tx1"/>
                      </a:solidFill>
                      <a:prstDash val="solid"/>
                      <a:round/>
                      <a:headEnd type="none" w="med" len="med"/>
                      <a:tailEnd type="none" w="med" len="med"/>
                    </a:lnL>
                    <a:lnR w="0" cap="flat" cmpd="sng" algn="ctr">
                      <a:noFill/>
                    </a:lnR>
                    <a:lnT w="0" cap="flat" cmpd="sng" algn="ctr">
                      <a:noFill/>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Limited — O(n²p) matrix ops</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Designed for scale — stochastic optimisation</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Big data (n&gt;1M) → ML; Moderate data → both</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12700" cap="flat" cmpd="sng" algn="ctr">
                      <a:solidFill>
                        <a:schemeClr val="tx1"/>
                      </a:solidFill>
                      <a:prstDash val="solid"/>
                      <a:round/>
                      <a:headEnd type="none" w="med" len="med"/>
                      <a:tailEnd type="none" w="med" len="med"/>
                    </a:lnR>
                    <a:lnT w="0" cap="flat" cmpd="sng" algn="ctr">
                      <a:noFill/>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8" name="Shape 5"/>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4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12 — REVIEW &amp; CONNECTING THE DOTS</a:t>
            </a:r>
            <a:endParaRPr lang="en-US" sz="800" dirty="0"/>
          </a:p>
        </p:txBody>
      </p:sp>
      <p:sp>
        <p:nvSpPr>
          <p:cNvPr id="4" name="Text 2"/>
          <p:cNvSpPr/>
          <p:nvPr/>
        </p:nvSpPr>
        <p:spPr>
          <a:xfrm>
            <a:off x="320040" y="320040"/>
            <a:ext cx="8503920" cy="463731"/>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Algorithm Quick Reference — Connecting All the Dots</a:t>
            </a:r>
            <a:endParaRPr lang="en-US" sz="2400" dirty="0"/>
          </a:p>
        </p:txBody>
      </p:sp>
      <p:graphicFrame>
        <p:nvGraphicFramePr>
          <p:cNvPr id="50" name="Table 0"/>
          <p:cNvGraphicFramePr>
            <a:graphicFrameLocks noGrp="1"/>
          </p:cNvGraphicFramePr>
          <p:nvPr>
            <p:extLst>
              <p:ext uri="{D42A27DB-BD31-4B8C-83A1-F6EECF244321}">
                <p14:modId xmlns:p14="http://schemas.microsoft.com/office/powerpoint/2010/main" val="3165151664"/>
              </p:ext>
            </p:extLst>
          </p:nvPr>
        </p:nvGraphicFramePr>
        <p:xfrm>
          <a:off x="320040" y="783772"/>
          <a:ext cx="8503920" cy="3828423"/>
        </p:xfrm>
        <a:graphic>
          <a:graphicData uri="http://schemas.openxmlformats.org/drawingml/2006/table">
            <a:tbl>
              <a:tblPr/>
              <a:tblGrid>
                <a:gridCol w="15544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513569">
                <a:tc>
                  <a:txBody>
                    <a:bodyPr/>
                    <a:lstStyle/>
                    <a:p>
                      <a:pPr marL="0" indent="0">
                        <a:buNone/>
                      </a:pPr>
                      <a:r>
                        <a:rPr lang="en-US" sz="1400" b="1" kern="1200" dirty="0">
                          <a:solidFill>
                            <a:srgbClr val="FFFFFF"/>
                          </a:solidFill>
                          <a:latin typeface="Garamond" panose="02020404030301010803" pitchFamily="18" charset="0"/>
                          <a:ea typeface="Calibri" pitchFamily="34" charset="-122"/>
                          <a:cs typeface="Calibri" pitchFamily="34" charset="-120"/>
                        </a:rPr>
                        <a:t>Algorithm</a:t>
                      </a:r>
                      <a:endParaRPr lang="en-US" sz="1400" b="1" kern="1200" dirty="0">
                        <a:solidFill>
                          <a:srgbClr val="FFFFFF"/>
                        </a:solidFill>
                        <a:latin typeface="Garamond" panose="02020404030301010803" pitchFamily="18" charset="0"/>
                        <a:ea typeface="Calibri" charset="0"/>
                        <a:cs typeface="Calibri" pitchFamily="34" charset="-120"/>
                      </a:endParaRPr>
                    </a:p>
                  </a:txBody>
                  <a:tcPr marL="63500" marR="63500" marT="38100" marB="381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06064"/>
                    </a:solidFill>
                  </a:tcPr>
                </a:tc>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Best For</a:t>
                      </a:r>
                      <a:endParaRPr lang="en-US" sz="14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06064"/>
                    </a:solidFill>
                  </a:tcPr>
                </a:tc>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Key Hyperparameters</a:t>
                      </a:r>
                      <a:endParaRPr lang="en-US" sz="14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06064"/>
                    </a:solidFill>
                  </a:tcPr>
                </a:tc>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R Function</a:t>
                      </a:r>
                      <a:endParaRPr lang="en-US" sz="14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06064"/>
                    </a:solidFill>
                  </a:tcPr>
                </a:tc>
                <a:tc>
                  <a:txBody>
                    <a:bodyPr/>
                    <a:lstStyle/>
                    <a:p>
                      <a:pPr marL="0" indent="0">
                        <a:buNone/>
                      </a:pPr>
                      <a:r>
                        <a:rPr lang="en-US" sz="1400" b="1" dirty="0">
                          <a:solidFill>
                            <a:srgbClr val="FFFFFF"/>
                          </a:solidFill>
                          <a:latin typeface="Garamond" panose="02020404030301010803" pitchFamily="18" charset="0"/>
                          <a:ea typeface="Calibri" pitchFamily="34" charset="-122"/>
                          <a:cs typeface="Calibri" pitchFamily="34" charset="-120"/>
                        </a:rPr>
                        <a:t>Python</a:t>
                      </a:r>
                      <a:endParaRPr lang="en-US" sz="14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06064"/>
                    </a:solidFill>
                  </a:tcPr>
                </a:tc>
                <a:extLst>
                  <a:ext uri="{0D108BD9-81ED-4DB2-BD59-A6C34878D82A}">
                    <a16:rowId xmlns:a16="http://schemas.microsoft.com/office/drawing/2014/main" val="10000"/>
                  </a:ext>
                </a:extLst>
              </a:tr>
              <a:tr h="451318">
                <a:tc>
                  <a:txBody>
                    <a:bodyPr/>
                    <a:lstStyle/>
                    <a:p>
                      <a:pPr marL="0" indent="0">
                        <a:buNone/>
                      </a:pPr>
                      <a:r>
                        <a:rPr lang="en-US" sz="1200" dirty="0">
                          <a:solidFill>
                            <a:srgbClr val="006064"/>
                          </a:solidFill>
                          <a:latin typeface="Garamond" panose="02020404030301010803" pitchFamily="18" charset="0"/>
                          <a:ea typeface="Calibri" pitchFamily="34" charset="-122"/>
                          <a:cs typeface="Calibri" pitchFamily="34" charset="-120"/>
                        </a:rPr>
                        <a:t>Logistic Reg.</a:t>
                      </a:r>
                      <a:endParaRPr lang="en-US" sz="1200" dirty="0">
                        <a:latin typeface="Garamond" panose="02020404030301010803" pitchFamily="18" charset="0"/>
                        <a:ea typeface="Calibri" charset="0"/>
                        <a:cs typeface="Calibri" charset="0"/>
                      </a:endParaRPr>
                    </a:p>
                  </a:txBody>
                  <a:tcPr marL="63500" marR="63500" marT="38100" marB="381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Causal + small p, regulatory</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λ (LASSO/Ridge)</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glm() / glmnet()</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sklearn LogisticRegression</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4566">
                <a:tc>
                  <a:txBody>
                    <a:bodyPr/>
                    <a:lstStyle/>
                    <a:p>
                      <a:pPr marL="0" indent="0">
                        <a:buNone/>
                      </a:pPr>
                      <a:r>
                        <a:rPr lang="en-US" sz="1200" dirty="0">
                          <a:solidFill>
                            <a:srgbClr val="006064"/>
                          </a:solidFill>
                          <a:latin typeface="Garamond" panose="02020404030301010803" pitchFamily="18" charset="0"/>
                          <a:ea typeface="Calibri" pitchFamily="34" charset="-122"/>
                          <a:cs typeface="Calibri" pitchFamily="34" charset="-120"/>
                        </a:rPr>
                        <a:t>Decision Tree</a:t>
                      </a:r>
                      <a:endParaRPr lang="en-US" sz="1200" dirty="0">
                        <a:latin typeface="Garamond" panose="02020404030301010803" pitchFamily="18" charset="0"/>
                        <a:ea typeface="Calibri" charset="0"/>
                        <a:cs typeface="Calibri" charset="0"/>
                      </a:endParaRPr>
                    </a:p>
                  </a:txBody>
                  <a:tcPr marL="63500" marR="63500" marT="38100" marB="381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Printable rules, regulatory audit</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cp, maxdepth</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rpart()</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DecisionTreeClassifier</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264566">
                <a:tc>
                  <a:txBody>
                    <a:bodyPr/>
                    <a:lstStyle/>
                    <a:p>
                      <a:pPr marL="0" indent="0">
                        <a:buNone/>
                      </a:pPr>
                      <a:r>
                        <a:rPr lang="en-US" sz="1200" dirty="0">
                          <a:solidFill>
                            <a:srgbClr val="006064"/>
                          </a:solidFill>
                          <a:latin typeface="Garamond" panose="02020404030301010803" pitchFamily="18" charset="0"/>
                          <a:ea typeface="Calibri" pitchFamily="34" charset="-122"/>
                          <a:cs typeface="Calibri" pitchFamily="34" charset="-120"/>
                        </a:rPr>
                        <a:t>Random Forest</a:t>
                      </a:r>
                      <a:endParaRPr lang="en-US" sz="1200" dirty="0">
                        <a:latin typeface="Garamond" panose="02020404030301010803" pitchFamily="18" charset="0"/>
                        <a:ea typeface="Calibri" charset="0"/>
                        <a:cs typeface="Calibri" charset="0"/>
                      </a:endParaRPr>
                    </a:p>
                  </a:txBody>
                  <a:tcPr marL="63500" marR="63500" marT="38100" marB="381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Clinical tabular, general default</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ntree, mtry, nodesize</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randomForest()</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RandomForestClassifier</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1318">
                <a:tc>
                  <a:txBody>
                    <a:bodyPr/>
                    <a:lstStyle/>
                    <a:p>
                      <a:pPr marL="0" indent="0">
                        <a:buNone/>
                      </a:pPr>
                      <a:r>
                        <a:rPr lang="en-US" sz="1200" dirty="0">
                          <a:solidFill>
                            <a:srgbClr val="006064"/>
                          </a:solidFill>
                          <a:latin typeface="Garamond" panose="02020404030301010803" pitchFamily="18" charset="0"/>
                          <a:ea typeface="Calibri" pitchFamily="34" charset="-122"/>
                          <a:cs typeface="Calibri" pitchFamily="34" charset="-120"/>
                        </a:rPr>
                        <a:t>XGBoost</a:t>
                      </a:r>
                      <a:endParaRPr lang="en-US" sz="1200" dirty="0">
                        <a:latin typeface="Garamond" panose="02020404030301010803" pitchFamily="18" charset="0"/>
                        <a:ea typeface="Calibri" charset="0"/>
                        <a:cs typeface="Calibri" charset="0"/>
                      </a:endParaRPr>
                    </a:p>
                  </a:txBody>
                  <a:tcPr marL="63500" marR="63500" marT="38100" marB="381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Large n, max performance, SHAP</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eta, max_depth, early stop</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xgb.train()</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XGBClassifier</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264566">
                <a:tc>
                  <a:txBody>
                    <a:bodyPr/>
                    <a:lstStyle/>
                    <a:p>
                      <a:pPr marL="0" indent="0">
                        <a:buNone/>
                      </a:pPr>
                      <a:r>
                        <a:rPr lang="en-US" sz="1200" dirty="0">
                          <a:solidFill>
                            <a:srgbClr val="006064"/>
                          </a:solidFill>
                          <a:latin typeface="Garamond" panose="02020404030301010803" pitchFamily="18" charset="0"/>
                          <a:ea typeface="Calibri" pitchFamily="34" charset="-122"/>
                          <a:cs typeface="Calibri" pitchFamily="34" charset="-120"/>
                        </a:rPr>
                        <a:t>SVM</a:t>
                      </a:r>
                      <a:endParaRPr lang="en-US" sz="1200" dirty="0">
                        <a:latin typeface="Garamond" panose="02020404030301010803" pitchFamily="18" charset="0"/>
                        <a:ea typeface="Calibri" charset="0"/>
                        <a:cs typeface="Calibri" charset="0"/>
                      </a:endParaRPr>
                    </a:p>
                  </a:txBody>
                  <a:tcPr marL="63500" marR="63500" marT="38100" marB="381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Genomics (p&gt;&gt;n), high-dim</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C, gamma, kernel</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e1071::svm()</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SVC in Pipeline</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1318">
                <a:tc>
                  <a:txBody>
                    <a:bodyPr/>
                    <a:lstStyle/>
                    <a:p>
                      <a:pPr marL="0" indent="0">
                        <a:buNone/>
                      </a:pPr>
                      <a:r>
                        <a:rPr lang="en-US" sz="1200" dirty="0">
                          <a:solidFill>
                            <a:srgbClr val="006064"/>
                          </a:solidFill>
                          <a:latin typeface="Garamond" panose="02020404030301010803" pitchFamily="18" charset="0"/>
                          <a:ea typeface="Calibri" pitchFamily="34" charset="-122"/>
                          <a:cs typeface="Calibri" pitchFamily="34" charset="-120"/>
                        </a:rPr>
                        <a:t>KNN</a:t>
                      </a:r>
                      <a:endParaRPr lang="en-US" sz="1200" dirty="0">
                        <a:latin typeface="Garamond" panose="02020404030301010803" pitchFamily="18" charset="0"/>
                        <a:ea typeface="Calibri" charset="0"/>
                        <a:cs typeface="Calibri" charset="0"/>
                      </a:endParaRPr>
                    </a:p>
                  </a:txBody>
                  <a:tcPr marL="63500" marR="63500" marT="38100" marB="381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Rare disease (small n), after PCA</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K, distance metric</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caret knn</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KNeighborsClassifier</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r h="451318">
                <a:tc>
                  <a:txBody>
                    <a:bodyPr/>
                    <a:lstStyle/>
                    <a:p>
                      <a:pPr marL="0" indent="0">
                        <a:buNone/>
                      </a:pPr>
                      <a:r>
                        <a:rPr lang="en-US" sz="1200" dirty="0">
                          <a:solidFill>
                            <a:srgbClr val="006064"/>
                          </a:solidFill>
                          <a:latin typeface="Garamond" panose="02020404030301010803" pitchFamily="18" charset="0"/>
                          <a:ea typeface="Calibri" pitchFamily="34" charset="-122"/>
                          <a:cs typeface="Calibri" pitchFamily="34" charset="-120"/>
                        </a:rPr>
                        <a:t>CNN</a:t>
                      </a:r>
                      <a:endParaRPr lang="en-US" sz="1200" dirty="0">
                        <a:latin typeface="Garamond" panose="02020404030301010803" pitchFamily="18" charset="0"/>
                        <a:ea typeface="Calibri" charset="0"/>
                        <a:cs typeface="Calibri" charset="0"/>
                      </a:endParaRPr>
                    </a:p>
                  </a:txBody>
                  <a:tcPr marL="63500" marR="63500" marT="38100" marB="381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Medical images (radiology, pathology)</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Architecture, dropout</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torch / keras</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PyTorch / TensorFlow</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1318">
                <a:tc>
                  <a:txBody>
                    <a:bodyPr/>
                    <a:lstStyle/>
                    <a:p>
                      <a:pPr marL="0" indent="0">
                        <a:buNone/>
                      </a:pPr>
                      <a:r>
                        <a:rPr lang="en-US" sz="1200" dirty="0">
                          <a:solidFill>
                            <a:srgbClr val="006064"/>
                          </a:solidFill>
                          <a:latin typeface="Garamond" panose="02020404030301010803" pitchFamily="18" charset="0"/>
                          <a:ea typeface="Calibri" pitchFamily="34" charset="-122"/>
                          <a:cs typeface="Calibri" pitchFamily="34" charset="-120"/>
                        </a:rPr>
                        <a:t>Transformer/LLM</a:t>
                      </a:r>
                      <a:endParaRPr lang="en-US" sz="1200" dirty="0">
                        <a:latin typeface="Garamond" panose="02020404030301010803" pitchFamily="18" charset="0"/>
                        <a:ea typeface="Calibri" charset="0"/>
                        <a:cs typeface="Calibri" charset="0"/>
                      </a:endParaRPr>
                    </a:p>
                  </a:txBody>
                  <a:tcPr marL="63500" marR="63500" marT="38100" marB="381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Clinical NLP, notes, literature</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Architecture, fine-tuning</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{clinicalBERT}</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transformers (HuggingFace)</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5F5F5"/>
                    </a:solidFill>
                  </a:tcPr>
                </a:tc>
                <a:extLst>
                  <a:ext uri="{0D108BD9-81ED-4DB2-BD59-A6C34878D82A}">
                    <a16:rowId xmlns:a16="http://schemas.microsoft.com/office/drawing/2014/main" val="10008"/>
                  </a:ext>
                </a:extLst>
              </a:tr>
              <a:tr h="264566">
                <a:tc>
                  <a:txBody>
                    <a:bodyPr/>
                    <a:lstStyle/>
                    <a:p>
                      <a:pPr marL="0" indent="0">
                        <a:buNone/>
                      </a:pPr>
                      <a:r>
                        <a:rPr lang="en-US" sz="1200" dirty="0">
                          <a:solidFill>
                            <a:srgbClr val="006064"/>
                          </a:solidFill>
                          <a:latin typeface="Garamond" panose="02020404030301010803" pitchFamily="18" charset="0"/>
                          <a:ea typeface="Calibri" pitchFamily="34" charset="-122"/>
                          <a:cs typeface="Calibri" pitchFamily="34" charset="-120"/>
                        </a:rPr>
                        <a:t>Causal ML (TMLE)</a:t>
                      </a:r>
                      <a:endParaRPr lang="en-US" sz="1200" dirty="0">
                        <a:latin typeface="Garamond" panose="02020404030301010803" pitchFamily="18" charset="0"/>
                        <a:ea typeface="Calibri" charset="0"/>
                        <a:cs typeface="Calibri" charset="0"/>
                      </a:endParaRPr>
                    </a:p>
                  </a:txBody>
                  <a:tcPr marL="63500" marR="63500" marT="38100" marB="381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Observational causal inference</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Nuisance models, folds</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TMLE package</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Garamond" panose="02020404030301010803" pitchFamily="18" charset="0"/>
                          <a:ea typeface="Calibri" pitchFamily="34" charset="-122"/>
                          <a:cs typeface="Calibri" pitchFamily="34" charset="-120"/>
                        </a:rPr>
                        <a:t>econml / doubleml</a:t>
                      </a:r>
                      <a:endParaRPr lang="en-US" sz="1200" dirty="0">
                        <a:latin typeface="Garamond" panose="02020404030301010803" pitchFamily="18" charset="0"/>
                        <a:ea typeface="Calibri" charset="0"/>
                        <a:cs typeface="Calibri" charset="0"/>
                      </a:endParaRPr>
                    </a:p>
                  </a:txBody>
                  <a:tcPr marL="63500" marR="63500" marT="38100" marB="381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8" name="Shape 5"/>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1">
    <p:bg>
      <p:bgPr>
        <a:solidFill>
          <a:srgbClr val="006064"/>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A825"/>
          </a:solidFill>
          <a:ln w="12700">
            <a:solidFill>
              <a:srgbClr val="F9A825"/>
            </a:solidFill>
            <a:prstDash val="solid"/>
          </a:ln>
        </p:spPr>
        <p:txBody>
          <a:bodyPr/>
          <a:lstStyle/>
          <a:p>
            <a:endParaRPr lang="en-IN"/>
          </a:p>
        </p:txBody>
      </p:sp>
      <p:sp>
        <p:nvSpPr>
          <p:cNvPr id="3" name="Shape 1"/>
          <p:cNvSpPr/>
          <p:nvPr/>
        </p:nvSpPr>
        <p:spPr>
          <a:xfrm>
            <a:off x="0" y="5070348"/>
            <a:ext cx="9144000" cy="73152"/>
          </a:xfrm>
          <a:prstGeom prst="rect">
            <a:avLst/>
          </a:prstGeom>
          <a:solidFill>
            <a:srgbClr val="F9A825"/>
          </a:solidFill>
          <a:ln w="12700">
            <a:solidFill>
              <a:srgbClr val="F9A825"/>
            </a:solidFill>
            <a:prstDash val="solid"/>
          </a:ln>
        </p:spPr>
        <p:txBody>
          <a:bodyPr/>
          <a:lstStyle/>
          <a:p>
            <a:endParaRPr lang="en-IN"/>
          </a:p>
        </p:txBody>
      </p:sp>
      <p:sp>
        <p:nvSpPr>
          <p:cNvPr id="4" name="Text 2"/>
          <p:cNvSpPr/>
          <p:nvPr/>
        </p:nvSpPr>
        <p:spPr>
          <a:xfrm>
            <a:off x="457200" y="731520"/>
            <a:ext cx="8229600" cy="320040"/>
          </a:xfrm>
          <a:prstGeom prst="rect">
            <a:avLst/>
          </a:prstGeom>
          <a:noFill/>
          <a:ln/>
        </p:spPr>
        <p:txBody>
          <a:bodyPr wrap="square" rtlCol="0" anchor="ctr"/>
          <a:lstStyle/>
          <a:p>
            <a:pPr marL="0" indent="0">
              <a:buNone/>
            </a:pPr>
            <a:r>
              <a:rPr lang="en-US" sz="1100" b="1" kern="0" spc="400" dirty="0">
                <a:solidFill>
                  <a:srgbClr val="F9A825"/>
                </a:solidFill>
                <a:latin typeface="Calibri" pitchFamily="34" charset="0"/>
                <a:ea typeface="Calibri" pitchFamily="34" charset="-122"/>
                <a:cs typeface="Calibri" pitchFamily="34" charset="-120"/>
              </a:rPr>
              <a:t>SECTION 13</a:t>
            </a:r>
            <a:endParaRPr lang="en-US" sz="1100" dirty="0"/>
          </a:p>
        </p:txBody>
      </p:sp>
      <p:sp>
        <p:nvSpPr>
          <p:cNvPr id="5" name="Text 3"/>
          <p:cNvSpPr/>
          <p:nvPr/>
        </p:nvSpPr>
        <p:spPr>
          <a:xfrm>
            <a:off x="457200" y="1143000"/>
            <a:ext cx="8412480" cy="109728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Conclusion</a:t>
            </a:r>
            <a:endParaRPr lang="en-US" sz="3800" dirty="0"/>
          </a:p>
        </p:txBody>
      </p:sp>
      <p:sp>
        <p:nvSpPr>
          <p:cNvPr id="6" name="Text 4"/>
          <p:cNvSpPr/>
          <p:nvPr/>
        </p:nvSpPr>
        <p:spPr>
          <a:xfrm>
            <a:off x="457200" y="2331720"/>
            <a:ext cx="8412480" cy="548640"/>
          </a:xfrm>
          <a:prstGeom prst="rect">
            <a:avLst/>
          </a:prstGeom>
          <a:noFill/>
          <a:ln/>
        </p:spPr>
        <p:txBody>
          <a:bodyPr wrap="square" rtlCol="0" anchor="ctr"/>
          <a:lstStyle/>
          <a:p>
            <a:pPr marL="0" indent="0">
              <a:buNone/>
            </a:pPr>
            <a:r>
              <a:rPr lang="en-US" sz="1700" dirty="0">
                <a:solidFill>
                  <a:srgbClr val="B2EBF2"/>
                </a:solidFill>
                <a:latin typeface="Calibri" pitchFamily="34" charset="0"/>
                <a:ea typeface="Calibri" pitchFamily="34" charset="-122"/>
                <a:cs typeface="Calibri" pitchFamily="34" charset="-120"/>
              </a:rPr>
              <a:t>Key takeaways, resources, and your next steps in clinical AI</a:t>
            </a:r>
            <a:endParaRPr lang="en-US" sz="1700" dirty="0"/>
          </a:p>
        </p:txBody>
      </p:sp>
      <p:sp>
        <p:nvSpPr>
          <p:cNvPr id="7" name="Text 5"/>
          <p:cNvSpPr/>
          <p:nvPr/>
        </p:nvSpPr>
        <p:spPr>
          <a:xfrm>
            <a:off x="6858000" y="914400"/>
            <a:ext cx="2011680" cy="2743200"/>
          </a:xfrm>
          <a:prstGeom prst="rect">
            <a:avLst/>
          </a:prstGeom>
          <a:noFill/>
          <a:ln/>
        </p:spPr>
        <p:txBody>
          <a:bodyPr wrap="square" rtlCol="0" anchor="ctr"/>
          <a:lstStyle/>
          <a:p>
            <a:pPr marL="0" indent="0" algn="ctr">
              <a:buNone/>
            </a:pPr>
            <a:r>
              <a:rPr lang="en-US" sz="16000" b="1" dirty="0">
                <a:solidFill>
                  <a:srgbClr val="FFFFFF">
                    <a:alpha val="15000"/>
                  </a:srgbClr>
                </a:solidFill>
                <a:latin typeface="Calibri" pitchFamily="34" charset="0"/>
                <a:ea typeface="Calibri" pitchFamily="34" charset="-122"/>
                <a:cs typeface="Calibri" pitchFamily="34" charset="-120"/>
              </a:rPr>
              <a:t>13</a:t>
            </a:r>
            <a:endParaRPr lang="en-US" sz="16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5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13 — CONCLUSION</a:t>
            </a:r>
            <a:endParaRPr lang="en-US" sz="800" dirty="0"/>
          </a:p>
        </p:txBody>
      </p:sp>
      <p:graphicFrame>
        <p:nvGraphicFramePr>
          <p:cNvPr id="53" name="Table 0"/>
          <p:cNvGraphicFramePr>
            <a:graphicFrameLocks noGrp="1"/>
          </p:cNvGraphicFramePr>
          <p:nvPr>
            <p:extLst>
              <p:ext uri="{D42A27DB-BD31-4B8C-83A1-F6EECF244321}">
                <p14:modId xmlns:p14="http://schemas.microsoft.com/office/powerpoint/2010/main" val="2220690792"/>
              </p:ext>
            </p:extLst>
          </p:nvPr>
        </p:nvGraphicFramePr>
        <p:xfrm>
          <a:off x="274320" y="415290"/>
          <a:ext cx="8503920" cy="4297680"/>
        </p:xfrm>
        <a:graphic>
          <a:graphicData uri="http://schemas.openxmlformats.org/drawingml/2006/table">
            <a:tbl>
              <a:tblPr/>
              <a:tblGrid>
                <a:gridCol w="7315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6126480">
                  <a:extLst>
                    <a:ext uri="{9D8B030D-6E8A-4147-A177-3AD203B41FA5}">
                      <a16:colId xmlns:a16="http://schemas.microsoft.com/office/drawing/2014/main" val="20002"/>
                    </a:ext>
                  </a:extLst>
                </a:gridCol>
              </a:tblGrid>
              <a:tr h="0">
                <a:tc>
                  <a:txBody>
                    <a:bodyPr/>
                    <a:lstStyle/>
                    <a:p>
                      <a:pPr marL="0" indent="0">
                        <a:buNone/>
                      </a:pPr>
                      <a:r>
                        <a:rPr lang="en-US" sz="1300" b="1" dirty="0">
                          <a:solidFill>
                            <a:srgbClr val="FFFFFF"/>
                          </a:solidFill>
                          <a:latin typeface="Garamond" panose="02020404030301010803" pitchFamily="18" charset="0"/>
                          <a:ea typeface="Calibri" pitchFamily="34" charset="-122"/>
                          <a:cs typeface="Calibri" pitchFamily="34" charset="-120"/>
                        </a:rPr>
                        <a:t>Day</a:t>
                      </a:r>
                      <a:endParaRPr lang="en-US" sz="13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006064"/>
                    </a:solidFill>
                  </a:tcPr>
                </a:tc>
                <a:tc>
                  <a:txBody>
                    <a:bodyPr/>
                    <a:lstStyle/>
                    <a:p>
                      <a:pPr marL="0" indent="0">
                        <a:buNone/>
                      </a:pPr>
                      <a:r>
                        <a:rPr lang="en-US" sz="1300" b="1" dirty="0">
                          <a:solidFill>
                            <a:srgbClr val="FFFFFF"/>
                          </a:solidFill>
                          <a:latin typeface="Garamond" panose="02020404030301010803" pitchFamily="18" charset="0"/>
                          <a:ea typeface="Calibri" pitchFamily="34" charset="-122"/>
                          <a:cs typeface="Calibri" pitchFamily="34" charset="-120"/>
                        </a:rPr>
                        <a:t>Section</a:t>
                      </a:r>
                      <a:endParaRPr lang="en-US" sz="13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006064"/>
                    </a:solidFill>
                  </a:tcPr>
                </a:tc>
                <a:tc>
                  <a:txBody>
                    <a:bodyPr/>
                    <a:lstStyle/>
                    <a:p>
                      <a:pPr marL="0" indent="0">
                        <a:buNone/>
                      </a:pPr>
                      <a:r>
                        <a:rPr lang="en-US" sz="1300" b="1" dirty="0">
                          <a:solidFill>
                            <a:srgbClr val="FFFFFF"/>
                          </a:solidFill>
                          <a:latin typeface="Garamond" panose="02020404030301010803" pitchFamily="18" charset="0"/>
                          <a:ea typeface="Calibri" pitchFamily="34" charset="-122"/>
                          <a:cs typeface="Calibri" pitchFamily="34" charset="-120"/>
                        </a:rPr>
                        <a:t>Core Learning</a:t>
                      </a:r>
                      <a:endParaRPr lang="en-US" sz="13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006064"/>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006064"/>
                          </a:solidFill>
                          <a:latin typeface="Garamond" panose="02020404030301010803" pitchFamily="18" charset="0"/>
                          <a:ea typeface="Calibri" pitchFamily="34" charset="-122"/>
                          <a:cs typeface="Calibri" pitchFamily="34" charset="-120"/>
                        </a:rPr>
                        <a:t>Day 1</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0097A7"/>
                          </a:solidFill>
                          <a:latin typeface="Garamond" panose="02020404030301010803" pitchFamily="18" charset="0"/>
                          <a:ea typeface="Calibri" pitchFamily="34" charset="-122"/>
                          <a:cs typeface="Calibri" pitchFamily="34" charset="-120"/>
                        </a:rPr>
                        <a:t>Intro to AI/ML</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AI ⊃ ML ⊃ DL. ML is statistics with a different vocabulary. Use of AI/ML in pharma.</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006064"/>
                          </a:solidFill>
                          <a:latin typeface="Garamond" panose="02020404030301010803" pitchFamily="18" charset="0"/>
                          <a:ea typeface="Calibri" pitchFamily="34" charset="-122"/>
                          <a:cs typeface="Calibri" pitchFamily="34" charset="-120"/>
                        </a:rPr>
                        <a:t>Day 1</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0097A7"/>
                          </a:solidFill>
                          <a:latin typeface="Garamond" panose="02020404030301010803" pitchFamily="18" charset="0"/>
                          <a:ea typeface="Calibri" pitchFamily="34" charset="-122"/>
                          <a:cs typeface="Calibri" pitchFamily="34" charset="-120"/>
                        </a:rPr>
                        <a:t>Models &amp; Uses</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Five algorithms for five contexts. Decision trees for bedside rules. Random Forest as the default. XGBoost for max performance. SVM for genomics. KNN for rare disease.</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006064"/>
                          </a:solidFill>
                          <a:latin typeface="Garamond" panose="02020404030301010803" pitchFamily="18" charset="0"/>
                          <a:ea typeface="Calibri" pitchFamily="34" charset="-122"/>
                          <a:cs typeface="Calibri" pitchFamily="34" charset="-120"/>
                        </a:rPr>
                        <a:t>Day 1</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0097A7"/>
                          </a:solidFill>
                          <a:latin typeface="Garamond" panose="02020404030301010803" pitchFamily="18" charset="0"/>
                          <a:ea typeface="Calibri" pitchFamily="34" charset="-122"/>
                          <a:cs typeface="Calibri" pitchFamily="34" charset="-120"/>
                        </a:rPr>
                        <a:t>Oncology Connect</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AI is already in clinical practice: 500+ FDA-cleared devices, PAM50 subtyping, AlphaFold, COMPOSER sepsis, Oncotype DX. Biostatisticians are irreplaceable for validation and causal inference.</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006064"/>
                          </a:solidFill>
                          <a:latin typeface="Garamond" panose="02020404030301010803" pitchFamily="18" charset="0"/>
                          <a:ea typeface="Calibri" pitchFamily="34" charset="-122"/>
                          <a:cs typeface="Calibri" pitchFamily="34" charset="-120"/>
                        </a:rPr>
                        <a:t>Day 1</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0097A7"/>
                          </a:solidFill>
                          <a:latin typeface="Garamond" panose="02020404030301010803" pitchFamily="18" charset="0"/>
                          <a:ea typeface="Calibri" pitchFamily="34" charset="-122"/>
                          <a:cs typeface="Calibri" pitchFamily="34" charset="-120"/>
                        </a:rPr>
                        <a:t>R Hands-on</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rpart, randomForest, xgboost, e1071, caret, pROC — a complete R ML toolkit. Always: stratified split, CV tuning, AUC+calibration reporting.</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extLst>
                  <a:ext uri="{0D108BD9-81ED-4DB2-BD59-A6C34878D82A}">
                    <a16:rowId xmlns:a16="http://schemas.microsoft.com/office/drawing/2014/main" val="10004"/>
                  </a:ext>
                </a:extLst>
              </a:tr>
              <a:tr h="0">
                <a:tc>
                  <a:txBody>
                    <a:bodyPr/>
                    <a:lstStyle/>
                    <a:p>
                      <a:pPr marL="0" indent="0">
                        <a:buNone/>
                      </a:pPr>
                      <a:r>
                        <a:rPr lang="en-US" sz="1100" dirty="0">
                          <a:solidFill>
                            <a:srgbClr val="006064"/>
                          </a:solidFill>
                          <a:latin typeface="Garamond" panose="02020404030301010803" pitchFamily="18" charset="0"/>
                          <a:ea typeface="Calibri" pitchFamily="34" charset="-122"/>
                          <a:cs typeface="Calibri" pitchFamily="34" charset="-120"/>
                        </a:rPr>
                        <a:t>Day 1</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0097A7"/>
                          </a:solidFill>
                          <a:latin typeface="Garamond" panose="02020404030301010803" pitchFamily="18" charset="0"/>
                          <a:ea typeface="Calibri" pitchFamily="34" charset="-122"/>
                          <a:cs typeface="Calibri" pitchFamily="34" charset="-120"/>
                        </a:rPr>
                        <a:t>Case Study 1</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SVM AUC=0.994 on breast cancer FNA. No single metric tells the whole story. Sensitivity and calibration matter as much as AUC. TRIPOD-ML for reporting.</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100" dirty="0">
                          <a:solidFill>
                            <a:srgbClr val="006064"/>
                          </a:solidFill>
                          <a:latin typeface="Garamond" panose="02020404030301010803" pitchFamily="18" charset="0"/>
                          <a:ea typeface="Calibri" pitchFamily="34" charset="-122"/>
                          <a:cs typeface="Calibri" pitchFamily="34" charset="-120"/>
                        </a:rPr>
                        <a:t>Day 1</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0097A7"/>
                          </a:solidFill>
                          <a:latin typeface="Garamond" panose="02020404030301010803" pitchFamily="18" charset="0"/>
                          <a:ea typeface="Calibri" pitchFamily="34" charset="-122"/>
                          <a:cs typeface="Calibri" pitchFamily="34" charset="-120"/>
                        </a:rPr>
                        <a:t>GitHub</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GitHub for reproducibility, version control and collaboration. Never commit PHI.</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extLst>
                  <a:ext uri="{0D108BD9-81ED-4DB2-BD59-A6C34878D82A}">
                    <a16:rowId xmlns:a16="http://schemas.microsoft.com/office/drawing/2014/main" val="10006"/>
                  </a:ext>
                </a:extLst>
              </a:tr>
              <a:tr h="0">
                <a:tc>
                  <a:txBody>
                    <a:bodyPr/>
                    <a:lstStyle/>
                    <a:p>
                      <a:pPr marL="0" indent="0">
                        <a:buNone/>
                      </a:pPr>
                      <a:r>
                        <a:rPr lang="en-US" sz="1100" dirty="0">
                          <a:solidFill>
                            <a:srgbClr val="006064"/>
                          </a:solidFill>
                          <a:latin typeface="Garamond" panose="02020404030301010803" pitchFamily="18" charset="0"/>
                          <a:ea typeface="Calibri" pitchFamily="34" charset="-122"/>
                          <a:cs typeface="Calibri" pitchFamily="34" charset="-120"/>
                        </a:rPr>
                        <a:t>Day 2</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0097A7"/>
                          </a:solidFill>
                          <a:latin typeface="Garamond" panose="02020404030301010803" pitchFamily="18" charset="0"/>
                          <a:ea typeface="Calibri" pitchFamily="34" charset="-122"/>
                          <a:cs typeface="Calibri" pitchFamily="34" charset="-120"/>
                        </a:rPr>
                        <a:t>Neural Networks</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Neurons → MLPs → CNNs → RNNs → Transformers. DL for images/text; classical ML for tabular. Backpropagation = chain rule. Regularisation is mandatory.</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100" dirty="0">
                          <a:solidFill>
                            <a:srgbClr val="006064"/>
                          </a:solidFill>
                          <a:latin typeface="Garamond" panose="02020404030301010803" pitchFamily="18" charset="0"/>
                          <a:ea typeface="Calibri" pitchFamily="34" charset="-122"/>
                          <a:cs typeface="Calibri" pitchFamily="34" charset="-120"/>
                        </a:rPr>
                        <a:t>Day 2</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0097A7"/>
                          </a:solidFill>
                          <a:latin typeface="Garamond" panose="02020404030301010803" pitchFamily="18" charset="0"/>
                          <a:ea typeface="Calibri" pitchFamily="34" charset="-122"/>
                          <a:cs typeface="Calibri" pitchFamily="34" charset="-120"/>
                        </a:rPr>
                        <a:t>Transformers &amp; LLMs</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LLMs are large text predictors with emergent capabilities. Clinically useful but hallucination-prone. Python = sklearn + xgboost + shap + transformers.</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extLst>
                  <a:ext uri="{0D108BD9-81ED-4DB2-BD59-A6C34878D82A}">
                    <a16:rowId xmlns:a16="http://schemas.microsoft.com/office/drawing/2014/main" val="10008"/>
                  </a:ext>
                </a:extLst>
              </a:tr>
              <a:tr h="0">
                <a:tc>
                  <a:txBody>
                    <a:bodyPr/>
                    <a:lstStyle/>
                    <a:p>
                      <a:pPr marL="0" indent="0">
                        <a:buNone/>
                      </a:pPr>
                      <a:r>
                        <a:rPr lang="en-US" sz="1100" dirty="0">
                          <a:solidFill>
                            <a:srgbClr val="006064"/>
                          </a:solidFill>
                          <a:latin typeface="Garamond" panose="02020404030301010803" pitchFamily="18" charset="0"/>
                          <a:ea typeface="Calibri" pitchFamily="34" charset="-122"/>
                          <a:cs typeface="Calibri" pitchFamily="34" charset="-120"/>
                        </a:rPr>
                        <a:t>Day 2</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0097A7"/>
                          </a:solidFill>
                          <a:latin typeface="Garamond" panose="02020404030301010803" pitchFamily="18" charset="0"/>
                          <a:ea typeface="Calibri" pitchFamily="34" charset="-122"/>
                          <a:cs typeface="Calibri" pitchFamily="34" charset="-120"/>
                        </a:rPr>
                        <a:t>Deep Dive Python Coding</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SHAP values explain individual predictions. Calibration curves show probability reliability. Pipeline prevents scaling leakage. ROC + calibration + SHAP = complete evaluation.</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9"/>
                  </a:ext>
                </a:extLst>
              </a:tr>
              <a:tr h="0">
                <a:tc>
                  <a:txBody>
                    <a:bodyPr/>
                    <a:lstStyle/>
                    <a:p>
                      <a:pPr marL="0" indent="0">
                        <a:buNone/>
                      </a:pPr>
                      <a:r>
                        <a:rPr lang="en-US" sz="1100" kern="1200" dirty="0">
                          <a:solidFill>
                            <a:srgbClr val="006064"/>
                          </a:solidFill>
                          <a:latin typeface="Garamond" panose="02020404030301010803" pitchFamily="18" charset="0"/>
                          <a:ea typeface="Calibri" charset="0"/>
                          <a:cs typeface="Calibri" pitchFamily="34" charset="-120"/>
                        </a:rPr>
                        <a:t>Day2</a:t>
                      </a: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kern="1200" dirty="0">
                          <a:solidFill>
                            <a:srgbClr val="0097A7"/>
                          </a:solidFill>
                          <a:latin typeface="Garamond" panose="02020404030301010803" pitchFamily="18" charset="0"/>
                          <a:ea typeface="Calibri" charset="0"/>
                          <a:cs typeface="Calibri" pitchFamily="34" charset="-120"/>
                        </a:rPr>
                        <a:t>Use of Agentic AI</a:t>
                      </a: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latin typeface="Garamond" panose="02020404030301010803" pitchFamily="18" charset="0"/>
                          <a:ea typeface="Calibri" charset="0"/>
                          <a:cs typeface="Calibri" charset="0"/>
                        </a:rPr>
                        <a:t>LLM vs. GenAI vs. AI-agents vs. Agentic AI. Basic understanding of Agentic-AI workflow and limitations.</a:t>
                      </a:r>
                    </a:p>
                  </a:txBody>
                  <a:tcPr marL="63500" marR="63500" marT="38100" marB="38100">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3654889397"/>
                  </a:ext>
                </a:extLst>
              </a:tr>
              <a:tr h="0">
                <a:tc>
                  <a:txBody>
                    <a:bodyPr/>
                    <a:lstStyle/>
                    <a:p>
                      <a:pPr marL="0" indent="0">
                        <a:buNone/>
                      </a:pPr>
                      <a:r>
                        <a:rPr lang="en-US" sz="1100" dirty="0">
                          <a:solidFill>
                            <a:srgbClr val="006064"/>
                          </a:solidFill>
                          <a:latin typeface="Garamond" panose="02020404030301010803" pitchFamily="18" charset="0"/>
                          <a:ea typeface="Calibri" pitchFamily="34" charset="-122"/>
                          <a:cs typeface="Calibri" pitchFamily="34" charset="-120"/>
                        </a:rPr>
                        <a:t>Day 2</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0097A7"/>
                          </a:solidFill>
                          <a:latin typeface="Garamond" panose="02020404030301010803" pitchFamily="18" charset="0"/>
                          <a:ea typeface="Calibri" pitchFamily="34" charset="-122"/>
                          <a:cs typeface="Calibri" pitchFamily="34" charset="-120"/>
                        </a:rPr>
                        <a:t>Review + Conclusion</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100" dirty="0">
                          <a:solidFill>
                            <a:srgbClr val="212121"/>
                          </a:solidFill>
                          <a:latin typeface="Garamond" panose="02020404030301010803" pitchFamily="18" charset="0"/>
                          <a:ea typeface="Calibri" pitchFamily="34" charset="-122"/>
                          <a:cs typeface="Calibri" pitchFamily="34" charset="-120"/>
                        </a:rPr>
                        <a:t>Stats for causality. ML for prediction. Both for clinical research. TRIPOD-ML for reporting. Your next step: apply one technique to your own research.</a:t>
                      </a:r>
                      <a:endParaRPr lang="en-US" sz="1100" dirty="0">
                        <a:latin typeface="Garamond" panose="02020404030301010803" pitchFamily="18" charset="0"/>
                        <a:ea typeface="Calibri" charset="0"/>
                        <a:cs typeface="Calibri" charset="0"/>
                      </a:endParaRPr>
                    </a:p>
                  </a:txBody>
                  <a:tcPr marL="63500" marR="63500" marT="38100" marB="38100">
                    <a:lnL w="0" cap="flat" cmpd="sng" algn="ctr">
                      <a:noFill/>
                    </a:lnL>
                    <a:lnR w="0" cap="flat" cmpd="sng" algn="ctr">
                      <a:noFill/>
                    </a:lnR>
                    <a:lnT w="0" cap="flat" cmpd="sng" algn="ctr">
                      <a:noFill/>
                    </a:lnT>
                    <a:lnB w="0" cap="flat" cmpd="sng" algn="ctr">
                      <a:noFill/>
                    </a:lnB>
                    <a:solidFill>
                      <a:srgbClr val="F5F5F5"/>
                    </a:solidFill>
                  </a:tcPr>
                </a:tc>
                <a:extLst>
                  <a:ext uri="{0D108BD9-81ED-4DB2-BD59-A6C34878D82A}">
                    <a16:rowId xmlns:a16="http://schemas.microsoft.com/office/drawing/2014/main" val="10010"/>
                  </a:ext>
                </a:extLst>
              </a:tr>
            </a:tbl>
          </a:graphicData>
        </a:graphic>
      </p:graphicFrame>
      <p:sp>
        <p:nvSpPr>
          <p:cNvPr id="8" name="Shape 5"/>
          <p:cNvSpPr/>
          <p:nvPr/>
        </p:nvSpPr>
        <p:spPr>
          <a:xfrm>
            <a:off x="0" y="4823460"/>
            <a:ext cx="9144000" cy="315468"/>
          </a:xfrm>
          <a:prstGeom prst="rect">
            <a:avLst/>
          </a:prstGeom>
          <a:solidFill>
            <a:srgbClr val="006064"/>
          </a:solidFill>
          <a:ln w="12700">
            <a:solidFill>
              <a:srgbClr val="006064"/>
            </a:solidFill>
            <a:prstDash val="solid"/>
          </a:ln>
        </p:spPr>
        <p:txBody>
          <a:bodyPr/>
          <a:lstStyle/>
          <a:p>
            <a:endParaRPr lang="en-IN"/>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5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13 — CONCLUSION</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Resources &amp; Your Next Steps</a:t>
            </a:r>
            <a:endParaRPr lang="en-US" sz="2400" dirty="0"/>
          </a:p>
        </p:txBody>
      </p:sp>
      <p:sp>
        <p:nvSpPr>
          <p:cNvPr id="5" name="Shape 3"/>
          <p:cNvSpPr/>
          <p:nvPr/>
        </p:nvSpPr>
        <p:spPr>
          <a:xfrm>
            <a:off x="320040" y="960120"/>
            <a:ext cx="3931920" cy="182880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p:cNvSpPr/>
          <p:nvPr/>
        </p:nvSpPr>
        <p:spPr>
          <a:xfrm>
            <a:off x="320040" y="960120"/>
            <a:ext cx="3931920" cy="45720"/>
          </a:xfrm>
          <a:prstGeom prst="rect">
            <a:avLst/>
          </a:prstGeom>
          <a:solidFill>
            <a:srgbClr val="006064"/>
          </a:solidFill>
          <a:ln w="12700">
            <a:solidFill>
              <a:srgbClr val="006064"/>
            </a:solidFill>
            <a:prstDash val="solid"/>
          </a:ln>
        </p:spPr>
        <p:txBody>
          <a:bodyPr/>
          <a:lstStyle/>
          <a:p>
            <a:endParaRPr lang="en-IN"/>
          </a:p>
        </p:txBody>
      </p:sp>
      <p:sp>
        <p:nvSpPr>
          <p:cNvPr id="7" name="Text 5"/>
          <p:cNvSpPr/>
          <p:nvPr/>
        </p:nvSpPr>
        <p:spPr>
          <a:xfrm>
            <a:off x="429768" y="1051560"/>
            <a:ext cx="3712464" cy="310896"/>
          </a:xfrm>
          <a:prstGeom prst="rect">
            <a:avLst/>
          </a:prstGeom>
          <a:noFill/>
          <a:ln/>
        </p:spPr>
        <p:txBody>
          <a:bodyPr wrap="square" rtlCol="0" anchor="ctr"/>
          <a:lstStyle/>
          <a:p>
            <a:pPr marL="0" indent="0">
              <a:buNone/>
            </a:pPr>
            <a:r>
              <a:rPr lang="en-US" sz="1400" b="1" dirty="0">
                <a:solidFill>
                  <a:srgbClr val="212121"/>
                </a:solidFill>
                <a:latin typeface="Garamond" panose="02020404030301010803" pitchFamily="18" charset="0"/>
                <a:ea typeface="Calibri" pitchFamily="34" charset="-122"/>
                <a:cs typeface="Calibri" pitchFamily="34" charset="-120"/>
              </a:rPr>
              <a:t>📚 Essential Books (Free Online)</a:t>
            </a:r>
            <a:endParaRPr lang="en-US" sz="1400" dirty="0">
              <a:latin typeface="Garamond" panose="02020404030301010803" pitchFamily="18" charset="0"/>
            </a:endParaRPr>
          </a:p>
        </p:txBody>
      </p:sp>
      <p:sp>
        <p:nvSpPr>
          <p:cNvPr id="8" name="Text 6"/>
          <p:cNvSpPr/>
          <p:nvPr/>
        </p:nvSpPr>
        <p:spPr>
          <a:xfrm>
            <a:off x="429768" y="1389888"/>
            <a:ext cx="3712464" cy="1307592"/>
          </a:xfrm>
          <a:prstGeom prst="rect">
            <a:avLst/>
          </a:prstGeom>
          <a:noFill/>
          <a:ln/>
        </p:spPr>
        <p:txBody>
          <a:bodyPr wrap="square" rtlCol="0" anchor="t"/>
          <a:lstStyle/>
          <a:p>
            <a:pPr marL="171450" indent="-171450">
              <a:buFont typeface="Arial" panose="020B0604020202020204" pitchFamily="34" charset="0"/>
              <a:buChar char="•"/>
            </a:pPr>
            <a:r>
              <a:rPr lang="en-US" sz="1100" dirty="0">
                <a:latin typeface="Garamond" panose="02020404030301010803" pitchFamily="18" charset="0"/>
                <a:ea typeface="Calibri" pitchFamily="34" charset="-122"/>
                <a:cs typeface="Calibri" pitchFamily="34" charset="-120"/>
              </a:rPr>
              <a:t>ISLR: Introduction to Statistical Learning (James et al.) → </a:t>
            </a:r>
            <a:r>
              <a:rPr lang="en-US" sz="1100" dirty="0" err="1">
                <a:latin typeface="Garamond" panose="02020404030301010803" pitchFamily="18" charset="0"/>
                <a:ea typeface="Calibri" pitchFamily="34" charset="-122"/>
                <a:cs typeface="Calibri" pitchFamily="34" charset="-120"/>
              </a:rPr>
              <a:t>statlearning.com</a:t>
            </a:r>
            <a:endParaRPr lang="en-US" sz="1100" dirty="0">
              <a:latin typeface="Garamond" panose="02020404030301010803" pitchFamily="18" charset="0"/>
            </a:endParaRPr>
          </a:p>
          <a:p>
            <a:pPr marL="171450" indent="-171450">
              <a:buFont typeface="Arial" panose="020B0604020202020204" pitchFamily="34" charset="0"/>
              <a:buChar char="•"/>
            </a:pPr>
            <a:r>
              <a:rPr lang="en-US" sz="1100" dirty="0">
                <a:latin typeface="Garamond" panose="02020404030301010803" pitchFamily="18" charset="0"/>
                <a:ea typeface="Calibri" pitchFamily="34" charset="-122"/>
                <a:cs typeface="Calibri" pitchFamily="34" charset="-120"/>
              </a:rPr>
              <a:t>ESL: Elements of Statistical Learning (Hastie et al.) → web.stanford.edu/~hastie/</a:t>
            </a:r>
            <a:r>
              <a:rPr lang="en-US" sz="1100" dirty="0" err="1">
                <a:latin typeface="Garamond" panose="02020404030301010803" pitchFamily="18" charset="0"/>
                <a:ea typeface="Calibri" pitchFamily="34" charset="-122"/>
                <a:cs typeface="Calibri" pitchFamily="34" charset="-120"/>
              </a:rPr>
              <a:t>ElemStatLearn</a:t>
            </a:r>
            <a:endParaRPr lang="en-US" sz="1100" dirty="0">
              <a:latin typeface="Garamond" panose="02020404030301010803" pitchFamily="18" charset="0"/>
            </a:endParaRPr>
          </a:p>
          <a:p>
            <a:pPr marL="171450" indent="-171450">
              <a:buFont typeface="Arial" panose="020B0604020202020204" pitchFamily="34" charset="0"/>
              <a:buChar char="•"/>
            </a:pPr>
            <a:r>
              <a:rPr lang="en-US" sz="1100" dirty="0">
                <a:latin typeface="Garamond" panose="02020404030301010803" pitchFamily="18" charset="0"/>
                <a:ea typeface="Calibri" pitchFamily="34" charset="-122"/>
                <a:cs typeface="Calibri" pitchFamily="34" charset="-120"/>
              </a:rPr>
              <a:t>Causal Inference: What If — Hernán &amp; Robins → </a:t>
            </a:r>
            <a:r>
              <a:rPr lang="en-US" sz="1100" dirty="0" err="1">
                <a:latin typeface="Garamond" panose="02020404030301010803" pitchFamily="18" charset="0"/>
                <a:ea typeface="Calibri" pitchFamily="34" charset="-122"/>
                <a:cs typeface="Calibri" pitchFamily="34" charset="-120"/>
              </a:rPr>
              <a:t>hernanrobins.com</a:t>
            </a:r>
            <a:endParaRPr lang="en-US" sz="1100" dirty="0">
              <a:latin typeface="Garamond" panose="02020404030301010803" pitchFamily="18" charset="0"/>
            </a:endParaRPr>
          </a:p>
          <a:p>
            <a:pPr marL="171450" indent="-171450">
              <a:buFont typeface="Arial" panose="020B0604020202020204" pitchFamily="34" charset="0"/>
              <a:buChar char="•"/>
            </a:pPr>
            <a:r>
              <a:rPr lang="en-US" sz="1100" dirty="0">
                <a:latin typeface="Garamond" panose="02020404030301010803" pitchFamily="18" charset="0"/>
                <a:ea typeface="Calibri" pitchFamily="34" charset="-122"/>
                <a:cs typeface="Calibri" pitchFamily="34" charset="-120"/>
              </a:rPr>
              <a:t>Deep Learning: Goodfellow, Bengio, Courville → deeplearningbook.org</a:t>
            </a:r>
            <a:endParaRPr lang="en-US" sz="1100" dirty="0">
              <a:latin typeface="Garamond" panose="02020404030301010803" pitchFamily="18" charset="0"/>
            </a:endParaRPr>
          </a:p>
        </p:txBody>
      </p:sp>
      <p:sp>
        <p:nvSpPr>
          <p:cNvPr id="9" name="Shape 7"/>
          <p:cNvSpPr/>
          <p:nvPr/>
        </p:nvSpPr>
        <p:spPr>
          <a:xfrm>
            <a:off x="4663440" y="960120"/>
            <a:ext cx="3931920" cy="182880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0" name="Shape 8"/>
          <p:cNvSpPr/>
          <p:nvPr/>
        </p:nvSpPr>
        <p:spPr>
          <a:xfrm>
            <a:off x="4663440" y="960120"/>
            <a:ext cx="3931920" cy="45720"/>
          </a:xfrm>
          <a:prstGeom prst="rect">
            <a:avLst/>
          </a:prstGeom>
          <a:solidFill>
            <a:srgbClr val="0097A7"/>
          </a:solidFill>
          <a:ln w="12700">
            <a:solidFill>
              <a:srgbClr val="0097A7"/>
            </a:solidFill>
            <a:prstDash val="solid"/>
          </a:ln>
        </p:spPr>
        <p:txBody>
          <a:bodyPr/>
          <a:lstStyle/>
          <a:p>
            <a:endParaRPr lang="en-IN"/>
          </a:p>
        </p:txBody>
      </p:sp>
      <p:sp>
        <p:nvSpPr>
          <p:cNvPr id="11" name="Text 9"/>
          <p:cNvSpPr/>
          <p:nvPr/>
        </p:nvSpPr>
        <p:spPr>
          <a:xfrm>
            <a:off x="4773168" y="1051560"/>
            <a:ext cx="3712464"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 Online Courses</a:t>
            </a:r>
          </a:p>
        </p:txBody>
      </p:sp>
      <p:sp>
        <p:nvSpPr>
          <p:cNvPr id="12" name="Text 10"/>
          <p:cNvSpPr/>
          <p:nvPr/>
        </p:nvSpPr>
        <p:spPr>
          <a:xfrm>
            <a:off x="4773168" y="1389888"/>
            <a:ext cx="3712464" cy="1307592"/>
          </a:xfrm>
          <a:prstGeom prst="rect">
            <a:avLst/>
          </a:prstGeom>
          <a:noFill/>
          <a:ln/>
        </p:spPr>
        <p:txBody>
          <a:bodyPr wrap="square" rtlCol="0" anchor="t"/>
          <a:lstStyle/>
          <a:p>
            <a:pPr marL="171450" indent="-171450">
              <a:buFont typeface="Arial" panose="020B0604020202020204" pitchFamily="34" charset="0"/>
              <a:buChar char="•"/>
            </a:pPr>
            <a:r>
              <a:rPr lang="en-US" sz="1100" dirty="0" err="1">
                <a:latin typeface="Garamond" panose="02020404030301010803" pitchFamily="18" charset="0"/>
                <a:cs typeface="Calibri" pitchFamily="34" charset="-120"/>
              </a:rPr>
              <a:t>fast.ai</a:t>
            </a:r>
            <a:r>
              <a:rPr lang="en-US" sz="1100" dirty="0">
                <a:latin typeface="Garamond" panose="02020404030301010803" pitchFamily="18" charset="0"/>
                <a:cs typeface="Calibri" pitchFamily="34" charset="-120"/>
              </a:rPr>
              <a:t> — Practical Deep Learning (free, top-down, highly recommended)</a:t>
            </a:r>
          </a:p>
          <a:p>
            <a:pPr marL="171450" indent="-171450">
              <a:buFont typeface="Arial" panose="020B0604020202020204" pitchFamily="34" charset="0"/>
              <a:buChar char="•"/>
            </a:pPr>
            <a:r>
              <a:rPr lang="en-US" sz="1100" dirty="0">
                <a:latin typeface="Garamond" panose="02020404030301010803" pitchFamily="18" charset="0"/>
                <a:cs typeface="Calibri" pitchFamily="34" charset="-120"/>
              </a:rPr>
              <a:t>Coursera ML Specialisation — Andrew Ng (excellent foundations)</a:t>
            </a:r>
          </a:p>
          <a:p>
            <a:pPr marL="171450" indent="-171450">
              <a:buFont typeface="Arial" panose="020B0604020202020204" pitchFamily="34" charset="0"/>
              <a:buChar char="•"/>
            </a:pPr>
            <a:r>
              <a:rPr lang="en-US" sz="1100" dirty="0" err="1">
                <a:latin typeface="Garamond" panose="02020404030301010803" pitchFamily="18" charset="0"/>
                <a:cs typeface="Calibri" pitchFamily="34" charset="-120"/>
              </a:rPr>
              <a:t>DataCamp</a:t>
            </a:r>
            <a:r>
              <a:rPr lang="en-US" sz="1100" dirty="0">
                <a:latin typeface="Garamond" panose="02020404030301010803" pitchFamily="18" charset="0"/>
                <a:cs typeface="Calibri" pitchFamily="34" charset="-120"/>
              </a:rPr>
              <a:t>: R for Machine Learning, tidymodels</a:t>
            </a:r>
          </a:p>
          <a:p>
            <a:pPr marL="171450" indent="-171450">
              <a:buFont typeface="Arial" panose="020B0604020202020204" pitchFamily="34" charset="0"/>
              <a:buChar char="•"/>
            </a:pPr>
            <a:r>
              <a:rPr lang="en-US" sz="1100" dirty="0" err="1">
                <a:latin typeface="Garamond" panose="02020404030301010803" pitchFamily="18" charset="0"/>
                <a:cs typeface="Calibri" pitchFamily="34" charset="-120"/>
              </a:rPr>
              <a:t>HuggingFace</a:t>
            </a:r>
            <a:r>
              <a:rPr lang="en-US" sz="1100" dirty="0">
                <a:latin typeface="Garamond" panose="02020404030301010803" pitchFamily="18" charset="0"/>
                <a:cs typeface="Calibri" pitchFamily="34" charset="-120"/>
              </a:rPr>
              <a:t> NLP Course (free, transformers/LLMs)</a:t>
            </a:r>
          </a:p>
          <a:p>
            <a:pPr marL="171450" indent="-171450">
              <a:buFont typeface="Arial" panose="020B0604020202020204" pitchFamily="34" charset="0"/>
              <a:buChar char="•"/>
            </a:pPr>
            <a:r>
              <a:rPr lang="en-US" sz="1100" dirty="0" err="1">
                <a:latin typeface="Garamond" panose="02020404030301010803" pitchFamily="18" charset="0"/>
                <a:cs typeface="Calibri" pitchFamily="34" charset="-120"/>
              </a:rPr>
              <a:t>kaggle.com</a:t>
            </a:r>
            <a:r>
              <a:rPr lang="en-US" sz="1100" dirty="0">
                <a:latin typeface="Garamond" panose="02020404030301010803" pitchFamily="18" charset="0"/>
                <a:cs typeface="Calibri" pitchFamily="34" charset="-120"/>
              </a:rPr>
              <a:t> — Micro-courses + competitions on clinical data</a:t>
            </a:r>
          </a:p>
        </p:txBody>
      </p:sp>
      <p:sp>
        <p:nvSpPr>
          <p:cNvPr id="13" name="Shape 11"/>
          <p:cNvSpPr/>
          <p:nvPr/>
        </p:nvSpPr>
        <p:spPr>
          <a:xfrm>
            <a:off x="320040" y="2898648"/>
            <a:ext cx="3931920" cy="182880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4" name="Shape 12"/>
          <p:cNvSpPr/>
          <p:nvPr/>
        </p:nvSpPr>
        <p:spPr>
          <a:xfrm>
            <a:off x="320040" y="2898648"/>
            <a:ext cx="3931920" cy="45720"/>
          </a:xfrm>
          <a:prstGeom prst="rect">
            <a:avLst/>
          </a:prstGeom>
          <a:solidFill>
            <a:srgbClr val="2E7D32"/>
          </a:solidFill>
          <a:ln w="12700">
            <a:solidFill>
              <a:srgbClr val="2E7D32"/>
            </a:solidFill>
            <a:prstDash val="solid"/>
          </a:ln>
        </p:spPr>
        <p:txBody>
          <a:bodyPr/>
          <a:lstStyle/>
          <a:p>
            <a:endParaRPr lang="en-IN"/>
          </a:p>
        </p:txBody>
      </p:sp>
      <p:sp>
        <p:nvSpPr>
          <p:cNvPr id="15" name="Text 13"/>
          <p:cNvSpPr/>
          <p:nvPr/>
        </p:nvSpPr>
        <p:spPr>
          <a:xfrm>
            <a:off x="429768" y="2990088"/>
            <a:ext cx="3712464"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 Practice Datasets</a:t>
            </a:r>
          </a:p>
        </p:txBody>
      </p:sp>
      <p:sp>
        <p:nvSpPr>
          <p:cNvPr id="16" name="Text 14"/>
          <p:cNvSpPr/>
          <p:nvPr/>
        </p:nvSpPr>
        <p:spPr>
          <a:xfrm>
            <a:off x="429768" y="3328416"/>
            <a:ext cx="3712464" cy="1307592"/>
          </a:xfrm>
          <a:prstGeom prst="rect">
            <a:avLst/>
          </a:prstGeom>
          <a:noFill/>
          <a:ln/>
        </p:spPr>
        <p:txBody>
          <a:bodyPr wrap="square" rtlCol="0" anchor="t"/>
          <a:lstStyle/>
          <a:p>
            <a:pPr marL="171450" indent="-171450">
              <a:buFont typeface="Arial" panose="020B0604020202020204" pitchFamily="34" charset="0"/>
              <a:buChar char="•"/>
            </a:pPr>
            <a:r>
              <a:rPr lang="en-US" sz="1100" dirty="0">
                <a:latin typeface="Garamond" panose="02020404030301010803" pitchFamily="18" charset="0"/>
                <a:cs typeface="Calibri" pitchFamily="34" charset="-120"/>
              </a:rPr>
              <a:t>MIMIC-IV: 70,000 ICU admissions. physionet.org (free with CITI training)</a:t>
            </a:r>
          </a:p>
          <a:p>
            <a:pPr marL="171450" indent="-171450">
              <a:buFont typeface="Arial" panose="020B0604020202020204" pitchFamily="34" charset="0"/>
              <a:buChar char="•"/>
            </a:pPr>
            <a:r>
              <a:rPr lang="en-US" sz="1100" dirty="0" err="1">
                <a:latin typeface="Garamond" panose="02020404030301010803" pitchFamily="18" charset="0"/>
                <a:cs typeface="Calibri" pitchFamily="34" charset="-120"/>
              </a:rPr>
              <a:t>eICU</a:t>
            </a:r>
            <a:r>
              <a:rPr lang="en-US" sz="1100" dirty="0">
                <a:latin typeface="Garamond" panose="02020404030301010803" pitchFamily="18" charset="0"/>
                <a:cs typeface="Calibri" pitchFamily="34" charset="-120"/>
              </a:rPr>
              <a:t>: Multi-site ICU. PhysioNet.</a:t>
            </a:r>
          </a:p>
          <a:p>
            <a:pPr marL="171450" indent="-171450">
              <a:buFont typeface="Arial" panose="020B0604020202020204" pitchFamily="34" charset="0"/>
              <a:buChar char="•"/>
            </a:pPr>
            <a:r>
              <a:rPr lang="en-US" sz="1100" dirty="0">
                <a:latin typeface="Garamond" panose="02020404030301010803" pitchFamily="18" charset="0"/>
                <a:cs typeface="Calibri" pitchFamily="34" charset="-120"/>
              </a:rPr>
              <a:t>TCGA: Cancer genomics. cancer.gov</a:t>
            </a:r>
          </a:p>
          <a:p>
            <a:pPr marL="171450" indent="-171450">
              <a:buFont typeface="Arial" panose="020B0604020202020204" pitchFamily="34" charset="0"/>
              <a:buChar char="•"/>
            </a:pPr>
            <a:r>
              <a:rPr lang="en-US" sz="1100" dirty="0">
                <a:latin typeface="Garamond" panose="02020404030301010803" pitchFamily="18" charset="0"/>
                <a:cs typeface="Calibri" pitchFamily="34" charset="-120"/>
              </a:rPr>
              <a:t>SEER: Cancer incidence/survival. seer.cancer.gov</a:t>
            </a:r>
          </a:p>
          <a:p>
            <a:pPr marL="171450" indent="-171450">
              <a:buFont typeface="Arial" panose="020B0604020202020204" pitchFamily="34" charset="0"/>
              <a:buChar char="•"/>
            </a:pPr>
            <a:r>
              <a:rPr lang="en-US" sz="1100" dirty="0">
                <a:latin typeface="Garamond" panose="02020404030301010803" pitchFamily="18" charset="0"/>
                <a:cs typeface="Calibri" pitchFamily="34" charset="-120"/>
              </a:rPr>
              <a:t>HCUP NIS: 7M+ US admissions. ahrq.gov</a:t>
            </a:r>
          </a:p>
          <a:p>
            <a:pPr marL="171450" indent="-171450">
              <a:buFont typeface="Arial" panose="020B0604020202020204" pitchFamily="34" charset="0"/>
              <a:buChar char="•"/>
            </a:pPr>
            <a:r>
              <a:rPr lang="en-US" sz="1100" dirty="0">
                <a:latin typeface="Garamond" panose="02020404030301010803" pitchFamily="18" charset="0"/>
                <a:cs typeface="Calibri" pitchFamily="34" charset="-120"/>
              </a:rPr>
              <a:t>Kaggle healthcare competitions</a:t>
            </a:r>
          </a:p>
        </p:txBody>
      </p:sp>
      <p:sp>
        <p:nvSpPr>
          <p:cNvPr id="17" name="Shape 15"/>
          <p:cNvSpPr/>
          <p:nvPr/>
        </p:nvSpPr>
        <p:spPr>
          <a:xfrm>
            <a:off x="4663440" y="2898648"/>
            <a:ext cx="3931920" cy="182880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8" name="Shape 16"/>
          <p:cNvSpPr/>
          <p:nvPr/>
        </p:nvSpPr>
        <p:spPr>
          <a:xfrm>
            <a:off x="4663440" y="2898648"/>
            <a:ext cx="3931920" cy="45720"/>
          </a:xfrm>
          <a:prstGeom prst="rect">
            <a:avLst/>
          </a:prstGeom>
          <a:solidFill>
            <a:srgbClr val="F9A825"/>
          </a:solidFill>
          <a:ln w="12700">
            <a:solidFill>
              <a:srgbClr val="F9A825"/>
            </a:solidFill>
            <a:prstDash val="solid"/>
          </a:ln>
        </p:spPr>
        <p:txBody>
          <a:bodyPr/>
          <a:lstStyle/>
          <a:p>
            <a:endParaRPr lang="en-IN"/>
          </a:p>
        </p:txBody>
      </p:sp>
      <p:sp>
        <p:nvSpPr>
          <p:cNvPr id="19" name="Text 17"/>
          <p:cNvSpPr/>
          <p:nvPr/>
        </p:nvSpPr>
        <p:spPr>
          <a:xfrm>
            <a:off x="4773168" y="2990088"/>
            <a:ext cx="3712464" cy="310896"/>
          </a:xfrm>
          <a:prstGeom prst="rect">
            <a:avLst/>
          </a:prstGeom>
          <a:noFill/>
          <a:ln/>
        </p:spPr>
        <p:txBody>
          <a:bodyPr wrap="square" rtlCol="0" anchor="ctr"/>
          <a:lstStyle/>
          <a:p>
            <a:r>
              <a:rPr lang="en-US" sz="1400" b="1" dirty="0">
                <a:solidFill>
                  <a:srgbClr val="212121"/>
                </a:solidFill>
                <a:latin typeface="Garamond" panose="02020404030301010803" pitchFamily="18" charset="0"/>
                <a:cs typeface="Calibri" pitchFamily="34" charset="-120"/>
              </a:rPr>
              <a:t>📋 Packages (R/Python)</a:t>
            </a:r>
          </a:p>
        </p:txBody>
      </p:sp>
      <p:sp>
        <p:nvSpPr>
          <p:cNvPr id="20" name="Text 18"/>
          <p:cNvSpPr/>
          <p:nvPr/>
        </p:nvSpPr>
        <p:spPr>
          <a:xfrm>
            <a:off x="4773168" y="3328416"/>
            <a:ext cx="3712464" cy="1307592"/>
          </a:xfrm>
          <a:prstGeom prst="rect">
            <a:avLst/>
          </a:prstGeom>
          <a:noFill/>
          <a:ln/>
        </p:spPr>
        <p:txBody>
          <a:bodyPr wrap="square" rtlCol="0" anchor="t"/>
          <a:lstStyle/>
          <a:p>
            <a:pPr marL="171450" indent="-171450">
              <a:buFont typeface="Arial" panose="020B0604020202020204" pitchFamily="34" charset="0"/>
              <a:buChar char="•"/>
            </a:pPr>
            <a:r>
              <a:rPr lang="en-US" sz="1100" dirty="0">
                <a:latin typeface="Garamond" panose="02020404030301010803" pitchFamily="18" charset="0"/>
                <a:cs typeface="Calibri" pitchFamily="34" charset="-120"/>
              </a:rPr>
              <a:t>📦 Key Python Packages: </a:t>
            </a:r>
            <a:r>
              <a:rPr lang="en-US" sz="1100" dirty="0" err="1">
                <a:latin typeface="Garamond" panose="02020404030301010803" pitchFamily="18" charset="0"/>
                <a:cs typeface="Calibri" pitchFamily="34" charset="-120"/>
              </a:rPr>
              <a:t>numpy</a:t>
            </a:r>
            <a:r>
              <a:rPr lang="en-US" sz="1100" dirty="0">
                <a:latin typeface="Garamond" panose="02020404030301010803" pitchFamily="18" charset="0"/>
                <a:cs typeface="Calibri" pitchFamily="34" charset="-120"/>
              </a:rPr>
              <a:t>, pandas, matplotlib, seaborn, </a:t>
            </a:r>
            <a:r>
              <a:rPr lang="en-US" sz="1100" dirty="0" err="1">
                <a:latin typeface="Garamond" panose="02020404030301010803" pitchFamily="18" charset="0"/>
                <a:cs typeface="Calibri" pitchFamily="34" charset="-120"/>
              </a:rPr>
              <a:t>tensorflow</a:t>
            </a:r>
            <a:r>
              <a:rPr lang="en-US" sz="1100" dirty="0">
                <a:latin typeface="Garamond" panose="02020404030301010803" pitchFamily="18" charset="0"/>
                <a:cs typeface="Calibri" pitchFamily="34" charset="-120"/>
              </a:rPr>
              <a:t>, </a:t>
            </a:r>
            <a:r>
              <a:rPr lang="en-US" sz="1100" dirty="0" err="1">
                <a:latin typeface="Garamond" panose="02020404030301010803" pitchFamily="18" charset="0"/>
                <a:cs typeface="Calibri" pitchFamily="34" charset="-120"/>
              </a:rPr>
              <a:t>sklearn</a:t>
            </a:r>
            <a:r>
              <a:rPr lang="en-US" sz="1100" dirty="0">
                <a:latin typeface="Garamond" panose="02020404030301010803" pitchFamily="18" charset="0"/>
                <a:cs typeface="Calibri" pitchFamily="34" charset="-120"/>
              </a:rPr>
              <a:t>, </a:t>
            </a:r>
            <a:r>
              <a:rPr lang="en-US" sz="1100" dirty="0" err="1">
                <a:latin typeface="Garamond" panose="02020404030301010803" pitchFamily="18" charset="0"/>
                <a:cs typeface="Calibri" pitchFamily="34" charset="-120"/>
              </a:rPr>
              <a:t>plotly</a:t>
            </a:r>
            <a:endParaRPr lang="en-US" sz="1100" dirty="0">
              <a:latin typeface="Garamond" panose="02020404030301010803" pitchFamily="18" charset="0"/>
              <a:cs typeface="Calibri" pitchFamily="34" charset="-120"/>
            </a:endParaRPr>
          </a:p>
          <a:p>
            <a:pPr marL="171450" indent="-171450">
              <a:buFont typeface="Arial" panose="020B0604020202020204" pitchFamily="34" charset="0"/>
              <a:buChar char="•"/>
            </a:pPr>
            <a:r>
              <a:rPr lang="en-US" sz="1100" dirty="0">
                <a:latin typeface="Garamond" panose="02020404030301010803" pitchFamily="18" charset="0"/>
                <a:cs typeface="Calibri" pitchFamily="34" charset="-120"/>
              </a:rPr>
              <a:t>📦 Key R Packages: </a:t>
            </a:r>
            <a:r>
              <a:rPr lang="en-US" sz="1100" dirty="0" err="1">
                <a:latin typeface="Garamond" panose="02020404030301010803" pitchFamily="18" charset="0"/>
                <a:cs typeface="Calibri" pitchFamily="34" charset="-120"/>
              </a:rPr>
              <a:t>tidymodels</a:t>
            </a:r>
            <a:r>
              <a:rPr lang="en-US" sz="1100" dirty="0">
                <a:latin typeface="Garamond" panose="02020404030301010803" pitchFamily="18" charset="0"/>
                <a:cs typeface="Calibri" pitchFamily="34" charset="-120"/>
              </a:rPr>
              <a:t>, caret, pROC, </a:t>
            </a:r>
            <a:r>
              <a:rPr lang="en-US" sz="1100" dirty="0" err="1">
                <a:latin typeface="Garamond" panose="02020404030301010803" pitchFamily="18" charset="0"/>
                <a:cs typeface="Calibri" pitchFamily="34" charset="-120"/>
              </a:rPr>
              <a:t>randomForest</a:t>
            </a:r>
            <a:r>
              <a:rPr lang="en-US" sz="1100" dirty="0">
                <a:latin typeface="Garamond" panose="02020404030301010803" pitchFamily="18" charset="0"/>
                <a:cs typeface="Calibri" pitchFamily="34" charset="-120"/>
              </a:rPr>
              <a:t>, </a:t>
            </a:r>
            <a:r>
              <a:rPr lang="en-US" sz="1100" dirty="0" err="1">
                <a:latin typeface="Garamond" panose="02020404030301010803" pitchFamily="18" charset="0"/>
                <a:cs typeface="Calibri" pitchFamily="34" charset="-120"/>
              </a:rPr>
              <a:t>xgboost</a:t>
            </a:r>
            <a:r>
              <a:rPr lang="en-US" sz="1100" dirty="0">
                <a:latin typeface="Garamond" panose="02020404030301010803" pitchFamily="18" charset="0"/>
                <a:cs typeface="Calibri" pitchFamily="34" charset="-120"/>
              </a:rPr>
              <a:t>, rpart.plot, </a:t>
            </a:r>
            <a:r>
              <a:rPr lang="en-US" sz="1100" dirty="0" err="1">
                <a:latin typeface="Garamond" panose="02020404030301010803" pitchFamily="18" charset="0"/>
                <a:cs typeface="Calibri" pitchFamily="34" charset="-120"/>
              </a:rPr>
              <a:t>SHAPforxgboost</a:t>
            </a:r>
            <a:r>
              <a:rPr lang="en-US" sz="1100" dirty="0">
                <a:latin typeface="Garamond" panose="02020404030301010803" pitchFamily="18" charset="0"/>
                <a:cs typeface="Calibri" pitchFamily="34" charset="-120"/>
              </a:rPr>
              <a:t>, </a:t>
            </a:r>
            <a:r>
              <a:rPr lang="en-US" sz="1100" dirty="0" err="1">
                <a:latin typeface="Garamond" panose="02020404030301010803" pitchFamily="18" charset="0"/>
                <a:cs typeface="Calibri" pitchFamily="34" charset="-120"/>
              </a:rPr>
              <a:t>dcurves</a:t>
            </a:r>
            <a:r>
              <a:rPr lang="en-US" sz="1100" dirty="0">
                <a:latin typeface="Garamond" panose="02020404030301010803" pitchFamily="18" charset="0"/>
                <a:cs typeface="Calibri" pitchFamily="34" charset="-120"/>
              </a:rPr>
              <a:t>, mlbench, ranger, survival</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54">
    <p:bg>
      <p:bgPr>
        <a:solidFill>
          <a:srgbClr val="006064"/>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A825"/>
          </a:solidFill>
          <a:ln w="12700">
            <a:solidFill>
              <a:srgbClr val="F9A825"/>
            </a:solidFill>
            <a:prstDash val="solid"/>
          </a:ln>
        </p:spPr>
        <p:txBody>
          <a:bodyPr/>
          <a:lstStyle/>
          <a:p>
            <a:endParaRPr lang="en-IN"/>
          </a:p>
        </p:txBody>
      </p:sp>
      <p:sp>
        <p:nvSpPr>
          <p:cNvPr id="3" name="Shape 1"/>
          <p:cNvSpPr/>
          <p:nvPr/>
        </p:nvSpPr>
        <p:spPr>
          <a:xfrm>
            <a:off x="0" y="5070348"/>
            <a:ext cx="9144000" cy="73152"/>
          </a:xfrm>
          <a:prstGeom prst="rect">
            <a:avLst/>
          </a:prstGeom>
          <a:solidFill>
            <a:srgbClr val="F9A825"/>
          </a:solidFill>
          <a:ln w="12700">
            <a:solidFill>
              <a:srgbClr val="F9A825"/>
            </a:solidFill>
            <a:prstDash val="solid"/>
          </a:ln>
        </p:spPr>
        <p:txBody>
          <a:bodyPr/>
          <a:lstStyle/>
          <a:p>
            <a:endParaRPr lang="en-IN"/>
          </a:p>
        </p:txBody>
      </p:sp>
      <p:sp>
        <p:nvSpPr>
          <p:cNvPr id="4" name="Text 2"/>
          <p:cNvSpPr/>
          <p:nvPr/>
        </p:nvSpPr>
        <p:spPr>
          <a:xfrm>
            <a:off x="457200" y="822960"/>
            <a:ext cx="8229600" cy="1463040"/>
          </a:xfrm>
          <a:prstGeom prst="rect">
            <a:avLst/>
          </a:prstGeom>
          <a:noFill/>
          <a:ln/>
        </p:spPr>
        <p:txBody>
          <a:bodyPr wrap="square" rtlCol="0" anchor="ctr"/>
          <a:lstStyle/>
          <a:p>
            <a:pPr marL="0" indent="0" algn="ctr">
              <a:buNone/>
            </a:pPr>
            <a:r>
              <a:rPr lang="en-US" sz="6800" b="1" dirty="0">
                <a:solidFill>
                  <a:srgbClr val="FFFFFF"/>
                </a:solidFill>
                <a:latin typeface="Calibri" pitchFamily="34" charset="0"/>
                <a:ea typeface="Calibri" pitchFamily="34" charset="-122"/>
                <a:cs typeface="Calibri" pitchFamily="34" charset="-120"/>
              </a:rPr>
              <a:t>THANK YOU!</a:t>
            </a:r>
            <a:endParaRPr lang="en-US" sz="6800" dirty="0"/>
          </a:p>
        </p:txBody>
      </p:sp>
      <p:sp>
        <p:nvSpPr>
          <p:cNvPr id="5" name="Text 3"/>
          <p:cNvSpPr/>
          <p:nvPr/>
        </p:nvSpPr>
        <p:spPr>
          <a:xfrm>
            <a:off x="457200" y="2331720"/>
            <a:ext cx="8229600" cy="438912"/>
          </a:xfrm>
          <a:prstGeom prst="rect">
            <a:avLst/>
          </a:prstGeom>
          <a:noFill/>
          <a:ln/>
        </p:spPr>
        <p:txBody>
          <a:bodyPr wrap="square" rtlCol="0" anchor="ctr"/>
          <a:lstStyle/>
          <a:p>
            <a:pPr algn="ctr"/>
            <a:r>
              <a:rPr lang="en-US" sz="1800" i="1" dirty="0">
                <a:solidFill>
                  <a:srgbClr val="B2EBF2"/>
                </a:solidFill>
                <a:latin typeface="Calibri" pitchFamily="34" charset="0"/>
                <a:ea typeface="Calibri" pitchFamily="34" charset="-122"/>
                <a:cs typeface="Calibri" pitchFamily="34" charset="-120"/>
              </a:rPr>
              <a:t>End of 2</a:t>
            </a:r>
            <a:r>
              <a:rPr lang="en-US" sz="1800" i="1" baseline="30000" dirty="0">
                <a:solidFill>
                  <a:srgbClr val="B2EBF2"/>
                </a:solidFill>
                <a:latin typeface="Calibri" pitchFamily="34" charset="0"/>
                <a:ea typeface="Calibri" pitchFamily="34" charset="-122"/>
                <a:cs typeface="Calibri" pitchFamily="34" charset="-120"/>
              </a:rPr>
              <a:t>nd</a:t>
            </a:r>
            <a:r>
              <a:rPr lang="en-US" sz="1800" i="1" dirty="0">
                <a:solidFill>
                  <a:srgbClr val="B2EBF2"/>
                </a:solidFill>
                <a:latin typeface="Calibri" pitchFamily="34" charset="0"/>
                <a:ea typeface="Calibri" pitchFamily="34" charset="-122"/>
                <a:cs typeface="Calibri" pitchFamily="34" charset="-120"/>
              </a:rPr>
              <a:t> </a:t>
            </a:r>
            <a:r>
              <a:rPr lang="en-US" i="1" dirty="0">
                <a:solidFill>
                  <a:srgbClr val="B2EBF2"/>
                </a:solidFill>
                <a:latin typeface="Calibri" pitchFamily="34" charset="0"/>
                <a:ea typeface="Calibri" pitchFamily="34" charset="-122"/>
                <a:cs typeface="Calibri" pitchFamily="34" charset="-120"/>
              </a:rPr>
              <a:t>Day Program – AI/ML for Beginners </a:t>
            </a:r>
            <a:endParaRPr lang="en-US" sz="1800" dirty="0"/>
          </a:p>
        </p:txBody>
      </p:sp>
      <p:sp>
        <p:nvSpPr>
          <p:cNvPr id="6" name="Shape 4"/>
          <p:cNvSpPr/>
          <p:nvPr/>
        </p:nvSpPr>
        <p:spPr>
          <a:xfrm>
            <a:off x="1371600" y="2852928"/>
            <a:ext cx="6400800" cy="0"/>
          </a:xfrm>
          <a:prstGeom prst="line">
            <a:avLst/>
          </a:prstGeom>
          <a:noFill/>
          <a:ln w="25400">
            <a:solidFill>
              <a:srgbClr val="F9A825"/>
            </a:solidFill>
            <a:prstDash val="solid"/>
          </a:ln>
        </p:spPr>
        <p:txBody>
          <a:bodyPr/>
          <a:lstStyle/>
          <a:p>
            <a:endParaRPr lang="en-IN"/>
          </a:p>
        </p:txBody>
      </p:sp>
      <p:sp>
        <p:nvSpPr>
          <p:cNvPr id="7" name="Text 5"/>
          <p:cNvSpPr/>
          <p:nvPr/>
        </p:nvSpPr>
        <p:spPr>
          <a:xfrm>
            <a:off x="731520" y="3017520"/>
            <a:ext cx="7680960" cy="1005840"/>
          </a:xfrm>
          <a:prstGeom prst="rect">
            <a:avLst/>
          </a:prstGeom>
          <a:noFill/>
          <a:ln/>
        </p:spPr>
        <p:txBody>
          <a:bodyPr wrap="square" rtlCol="0" anchor="ctr"/>
          <a:lstStyle/>
          <a:p>
            <a:pPr marL="0" indent="0" algn="ctr">
              <a:buNone/>
            </a:pPr>
            <a:r>
              <a:rPr lang="en-US" sz="1400" i="1" dirty="0">
                <a:solidFill>
                  <a:srgbClr val="E0F7FA"/>
                </a:solidFill>
                <a:latin typeface="Calibri" pitchFamily="34" charset="0"/>
                <a:ea typeface="Calibri" pitchFamily="34" charset="-122"/>
                <a:cs typeface="Calibri" pitchFamily="34" charset="-120"/>
              </a:rPr>
              <a:t>"The goal was not to make you ML engineers. The goal was to give you the vocabulary, the tools, and the critical eye to engage with clinical AI as the rigorous scientists you already are."</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06064"/>
        </a:solidFill>
        <a:effectLst/>
      </p:bgPr>
    </p:bg>
    <p:spTree>
      <p:nvGrpSpPr>
        <p:cNvPr id="1" name="">
          <a:extLst>
            <a:ext uri="{FF2B5EF4-FFF2-40B4-BE49-F238E27FC236}">
              <a16:creationId xmlns:a16="http://schemas.microsoft.com/office/drawing/2014/main" id="{BC980D62-FD67-AB47-D3C5-5DDDA0D2D8D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70710A9-05C7-6581-77E2-ABB4CBEE05F5}"/>
              </a:ext>
            </a:extLst>
          </p:cNvPr>
          <p:cNvSpPr/>
          <p:nvPr/>
        </p:nvSpPr>
        <p:spPr>
          <a:xfrm>
            <a:off x="0" y="0"/>
            <a:ext cx="9144000" cy="73152"/>
          </a:xfrm>
          <a:prstGeom prst="rect">
            <a:avLst/>
          </a:prstGeom>
          <a:solidFill>
            <a:srgbClr val="F9A825"/>
          </a:solidFill>
          <a:ln w="12700">
            <a:solidFill>
              <a:srgbClr val="F9A825"/>
            </a:solidFill>
            <a:prstDash val="solid"/>
          </a:ln>
        </p:spPr>
        <p:txBody>
          <a:bodyPr/>
          <a:lstStyle/>
          <a:p>
            <a:endParaRPr lang="en-IN"/>
          </a:p>
        </p:txBody>
      </p:sp>
      <p:sp>
        <p:nvSpPr>
          <p:cNvPr id="3" name="Shape 1">
            <a:extLst>
              <a:ext uri="{FF2B5EF4-FFF2-40B4-BE49-F238E27FC236}">
                <a16:creationId xmlns:a16="http://schemas.microsoft.com/office/drawing/2014/main" id="{08E27665-45CF-EB78-51D6-277901DF6D2C}"/>
              </a:ext>
            </a:extLst>
          </p:cNvPr>
          <p:cNvSpPr/>
          <p:nvPr/>
        </p:nvSpPr>
        <p:spPr>
          <a:xfrm>
            <a:off x="0" y="5070348"/>
            <a:ext cx="9144000" cy="73152"/>
          </a:xfrm>
          <a:prstGeom prst="rect">
            <a:avLst/>
          </a:prstGeom>
          <a:solidFill>
            <a:srgbClr val="F9A825"/>
          </a:solidFill>
          <a:ln w="12700">
            <a:solidFill>
              <a:srgbClr val="F9A825"/>
            </a:solidFill>
            <a:prstDash val="solid"/>
          </a:ln>
        </p:spPr>
        <p:txBody>
          <a:bodyPr/>
          <a:lstStyle/>
          <a:p>
            <a:endParaRPr lang="en-IN"/>
          </a:p>
        </p:txBody>
      </p:sp>
      <p:sp>
        <p:nvSpPr>
          <p:cNvPr id="5" name="Text 3">
            <a:extLst>
              <a:ext uri="{FF2B5EF4-FFF2-40B4-BE49-F238E27FC236}">
                <a16:creationId xmlns:a16="http://schemas.microsoft.com/office/drawing/2014/main" id="{9B08DAA2-92BB-3319-D3B7-545F261EA840}"/>
              </a:ext>
            </a:extLst>
          </p:cNvPr>
          <p:cNvSpPr/>
          <p:nvPr/>
        </p:nvSpPr>
        <p:spPr>
          <a:xfrm>
            <a:off x="457200" y="1143000"/>
            <a:ext cx="8412480" cy="109728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Back-up</a:t>
            </a:r>
            <a:endParaRPr lang="en-US" sz="3800" dirty="0"/>
          </a:p>
        </p:txBody>
      </p:sp>
      <p:sp>
        <p:nvSpPr>
          <p:cNvPr id="6" name="Text 4">
            <a:extLst>
              <a:ext uri="{FF2B5EF4-FFF2-40B4-BE49-F238E27FC236}">
                <a16:creationId xmlns:a16="http://schemas.microsoft.com/office/drawing/2014/main" id="{05ED7CBD-740C-4C36-E0D6-57DE8E39300A}"/>
              </a:ext>
            </a:extLst>
          </p:cNvPr>
          <p:cNvSpPr/>
          <p:nvPr/>
        </p:nvSpPr>
        <p:spPr>
          <a:xfrm>
            <a:off x="457200" y="2331720"/>
            <a:ext cx="8412480" cy="548640"/>
          </a:xfrm>
          <a:prstGeom prst="rect">
            <a:avLst/>
          </a:prstGeom>
          <a:noFill/>
          <a:ln/>
        </p:spPr>
        <p:txBody>
          <a:bodyPr wrap="square" rtlCol="0" anchor="ctr"/>
          <a:lstStyle/>
          <a:p>
            <a:pPr marL="0" indent="0">
              <a:buNone/>
            </a:pPr>
            <a:r>
              <a:rPr lang="en-US" sz="1700" dirty="0">
                <a:solidFill>
                  <a:srgbClr val="B2EBF2"/>
                </a:solidFill>
                <a:latin typeface="Calibri" pitchFamily="34" charset="0"/>
                <a:ea typeface="Calibri" pitchFamily="34" charset="-122"/>
                <a:cs typeface="Calibri" pitchFamily="34" charset="-120"/>
              </a:rPr>
              <a:t>To be discussed</a:t>
            </a:r>
            <a:endParaRPr lang="en-US" sz="1700" dirty="0"/>
          </a:p>
        </p:txBody>
      </p:sp>
      <p:sp>
        <p:nvSpPr>
          <p:cNvPr id="7" name="Text 5">
            <a:extLst>
              <a:ext uri="{FF2B5EF4-FFF2-40B4-BE49-F238E27FC236}">
                <a16:creationId xmlns:a16="http://schemas.microsoft.com/office/drawing/2014/main" id="{B927DCE5-6EC6-7BB2-35BC-36DBE80264AA}"/>
              </a:ext>
            </a:extLst>
          </p:cNvPr>
          <p:cNvSpPr/>
          <p:nvPr/>
        </p:nvSpPr>
        <p:spPr>
          <a:xfrm>
            <a:off x="6858000" y="914400"/>
            <a:ext cx="2011680" cy="2743200"/>
          </a:xfrm>
          <a:prstGeom prst="rect">
            <a:avLst/>
          </a:prstGeom>
          <a:noFill/>
          <a:ln/>
        </p:spPr>
        <p:txBody>
          <a:bodyPr wrap="square" rtlCol="0" anchor="ctr"/>
          <a:lstStyle/>
          <a:p>
            <a:pPr marL="0" indent="0" algn="ctr">
              <a:buNone/>
            </a:pPr>
            <a:endParaRPr lang="en-US" sz="16000" dirty="0"/>
          </a:p>
        </p:txBody>
      </p:sp>
    </p:spTree>
    <p:extLst>
      <p:ext uri="{BB962C8B-B14F-4D97-AF65-F5344CB8AC3E}">
        <p14:creationId xmlns:p14="http://schemas.microsoft.com/office/powerpoint/2010/main" val="2928901539"/>
      </p:ext>
    </p:extLst>
  </p:cSld>
  <p:clrMapOvr>
    <a:overrideClrMapping bg1="lt1" tx1="dk1" bg2="lt2" tx2="dk2" accent1="accent1" accent2="accent2" accent3="accent3" accent4="accent4" accent5="accent5" accent6="accent6" hlink="hlink" folHlink="folHlink"/>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301752"/>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36576"/>
            <a:ext cx="8229600" cy="237744"/>
          </a:xfrm>
          <a:prstGeom prst="rect">
            <a:avLst/>
          </a:prstGeom>
          <a:noFill/>
          <a:ln/>
        </p:spPr>
        <p:txBody>
          <a:bodyPr wrap="square" rtlCol="0" anchor="ctr"/>
          <a:lstStyle/>
          <a:p>
            <a:r>
              <a:rPr lang="en-US" sz="800" b="1" kern="0" spc="300" dirty="0">
                <a:solidFill>
                  <a:srgbClr val="FFFFFF"/>
                </a:solidFill>
                <a:latin typeface="Calibri" pitchFamily="34" charset="0"/>
                <a:ea typeface="Calibri" pitchFamily="34" charset="-122"/>
                <a:cs typeface="Calibri" pitchFamily="34" charset="-120"/>
              </a:rPr>
              <a:t>SECTION 01 — INTRODUCTION TO AI/ML</a:t>
            </a:r>
            <a:endParaRPr lang="en-US" sz="800" dirty="0"/>
          </a:p>
        </p:txBody>
      </p:sp>
      <p:sp>
        <p:nvSpPr>
          <p:cNvPr id="4" name="Text 2"/>
          <p:cNvSpPr/>
          <p:nvPr/>
        </p:nvSpPr>
        <p:spPr>
          <a:xfrm>
            <a:off x="457200" y="347472"/>
            <a:ext cx="8229600" cy="603504"/>
          </a:xfrm>
          <a:prstGeom prst="rect">
            <a:avLst/>
          </a:prstGeom>
          <a:noFill/>
          <a:ln/>
        </p:spPr>
        <p:txBody>
          <a:bodyPr wrap="square" rtlCol="0" anchor="ctr"/>
          <a:lstStyle/>
          <a:p>
            <a:pPr marL="0" indent="0">
              <a:buNone/>
            </a:pPr>
            <a:r>
              <a:rPr lang="en-US" sz="2700" b="1" dirty="0">
                <a:solidFill>
                  <a:srgbClr val="1C2B5E"/>
                </a:solidFill>
                <a:latin typeface="Calibri" pitchFamily="34" charset="0"/>
                <a:ea typeface="Calibri" pitchFamily="34" charset="-122"/>
                <a:cs typeface="Calibri" pitchFamily="34" charset="-120"/>
              </a:rPr>
              <a:t>A Brief History of AI</a:t>
            </a:r>
            <a:endParaRPr lang="en-US" sz="2700" dirty="0"/>
          </a:p>
        </p:txBody>
      </p:sp>
      <p:sp>
        <p:nvSpPr>
          <p:cNvPr id="5" name="Shape 3"/>
          <p:cNvSpPr/>
          <p:nvPr/>
        </p:nvSpPr>
        <p:spPr>
          <a:xfrm>
            <a:off x="457200" y="1097280"/>
            <a:ext cx="1280160" cy="658368"/>
          </a:xfrm>
          <a:prstGeom prst="rect">
            <a:avLst/>
          </a:prstGeom>
          <a:solidFill>
            <a:schemeClr val="accent4">
              <a:lumMod val="75000"/>
            </a:schemeClr>
          </a:solidFill>
          <a:ln w="12700">
            <a:solidFill>
              <a:srgbClr val="1C2B5E"/>
            </a:solidFill>
            <a:prstDash val="solid"/>
          </a:ln>
        </p:spPr>
        <p:txBody>
          <a:bodyPr/>
          <a:lstStyle/>
          <a:p>
            <a:endParaRPr lang="en-IN"/>
          </a:p>
        </p:txBody>
      </p:sp>
      <p:sp>
        <p:nvSpPr>
          <p:cNvPr id="6" name="Text 4"/>
          <p:cNvSpPr/>
          <p:nvPr/>
        </p:nvSpPr>
        <p:spPr>
          <a:xfrm>
            <a:off x="457200" y="1097280"/>
            <a:ext cx="1280160" cy="65836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1950s</a:t>
            </a:r>
            <a:endParaRPr lang="en-US" sz="1100" dirty="0"/>
          </a:p>
        </p:txBody>
      </p:sp>
      <p:sp>
        <p:nvSpPr>
          <p:cNvPr id="7" name="Shape 5"/>
          <p:cNvSpPr/>
          <p:nvPr/>
        </p:nvSpPr>
        <p:spPr>
          <a:xfrm>
            <a:off x="1874520" y="1143000"/>
            <a:ext cx="6812280" cy="566928"/>
          </a:xfrm>
          <a:prstGeom prst="rect">
            <a:avLst/>
          </a:prstGeom>
          <a:solidFill>
            <a:srgbClr val="F8FAFC"/>
          </a:solidFill>
          <a:ln w="12700">
            <a:solidFill>
              <a:srgbClr val="E2E8F0"/>
            </a:solidFill>
            <a:prstDash val="solid"/>
          </a:ln>
        </p:spPr>
        <p:txBody>
          <a:bodyPr/>
          <a:lstStyle/>
          <a:p>
            <a:endParaRPr lang="en-IN"/>
          </a:p>
        </p:txBody>
      </p:sp>
      <p:sp>
        <p:nvSpPr>
          <p:cNvPr id="8" name="Text 6"/>
          <p:cNvSpPr/>
          <p:nvPr/>
        </p:nvSpPr>
        <p:spPr>
          <a:xfrm>
            <a:off x="1965960" y="1152144"/>
            <a:ext cx="6629400" cy="457200"/>
          </a:xfrm>
          <a:prstGeom prst="rect">
            <a:avLst/>
          </a:prstGeom>
          <a:noFill/>
          <a:ln/>
        </p:spPr>
        <p:txBody>
          <a:bodyPr wrap="square" rtlCol="0" anchor="ctr"/>
          <a:lstStyle/>
          <a:p>
            <a:pPr marL="0" indent="0">
              <a:buNone/>
            </a:pPr>
            <a:r>
              <a:rPr lang="en-US" sz="1100" b="1" dirty="0">
                <a:solidFill>
                  <a:srgbClr val="1C2B5E"/>
                </a:solidFill>
                <a:latin typeface="Calibri" pitchFamily="34" charset="0"/>
                <a:ea typeface="Calibri" pitchFamily="34" charset="-122"/>
                <a:cs typeface="Calibri" pitchFamily="34" charset="-120"/>
              </a:rPr>
              <a:t>The Birth — </a:t>
            </a:r>
            <a:r>
              <a:rPr lang="en-US" sz="1100" dirty="0">
                <a:solidFill>
                  <a:srgbClr val="1E293B"/>
                </a:solidFill>
                <a:latin typeface="Calibri" pitchFamily="34" charset="0"/>
                <a:ea typeface="Calibri" pitchFamily="34" charset="-122"/>
                <a:cs typeface="Calibri" pitchFamily="34" charset="-120"/>
              </a:rPr>
              <a:t>Turing test (1950); Dartmouth Conference coins 'AI' (1956); early symbolic logic programs</a:t>
            </a:r>
            <a:endParaRPr lang="en-US" sz="1100" dirty="0"/>
          </a:p>
        </p:txBody>
      </p:sp>
      <p:sp>
        <p:nvSpPr>
          <p:cNvPr id="9" name="Shape 7"/>
          <p:cNvSpPr/>
          <p:nvPr/>
        </p:nvSpPr>
        <p:spPr>
          <a:xfrm>
            <a:off x="457200" y="1856232"/>
            <a:ext cx="1280160" cy="658368"/>
          </a:xfrm>
          <a:prstGeom prst="rect">
            <a:avLst/>
          </a:prstGeom>
          <a:solidFill>
            <a:srgbClr val="0070C0"/>
          </a:solidFill>
          <a:ln w="12700">
            <a:solidFill>
              <a:srgbClr val="1C2B5E"/>
            </a:solidFill>
            <a:prstDash val="solid"/>
          </a:ln>
        </p:spPr>
        <p:txBody>
          <a:bodyPr/>
          <a:lstStyle/>
          <a:p>
            <a:endParaRPr lang="en-IN"/>
          </a:p>
        </p:txBody>
      </p:sp>
      <p:sp>
        <p:nvSpPr>
          <p:cNvPr id="10" name="Text 8"/>
          <p:cNvSpPr/>
          <p:nvPr/>
        </p:nvSpPr>
        <p:spPr>
          <a:xfrm>
            <a:off x="457200" y="1856232"/>
            <a:ext cx="1280160" cy="65836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1970s–80s</a:t>
            </a:r>
            <a:endParaRPr lang="en-US" sz="1100" dirty="0"/>
          </a:p>
        </p:txBody>
      </p:sp>
      <p:sp>
        <p:nvSpPr>
          <p:cNvPr id="11" name="Shape 9"/>
          <p:cNvSpPr/>
          <p:nvPr/>
        </p:nvSpPr>
        <p:spPr>
          <a:xfrm>
            <a:off x="1874520" y="1901952"/>
            <a:ext cx="6812280" cy="566928"/>
          </a:xfrm>
          <a:prstGeom prst="rect">
            <a:avLst/>
          </a:prstGeom>
          <a:solidFill>
            <a:srgbClr val="F8FAFC"/>
          </a:solidFill>
          <a:ln w="12700">
            <a:solidFill>
              <a:srgbClr val="E2E8F0"/>
            </a:solidFill>
            <a:prstDash val="solid"/>
          </a:ln>
        </p:spPr>
        <p:txBody>
          <a:bodyPr/>
          <a:lstStyle/>
          <a:p>
            <a:endParaRPr lang="en-IN"/>
          </a:p>
        </p:txBody>
      </p:sp>
      <p:sp>
        <p:nvSpPr>
          <p:cNvPr id="12" name="Text 10"/>
          <p:cNvSpPr/>
          <p:nvPr/>
        </p:nvSpPr>
        <p:spPr>
          <a:xfrm>
            <a:off x="1965960" y="1911096"/>
            <a:ext cx="6629400" cy="457200"/>
          </a:xfrm>
          <a:prstGeom prst="rect">
            <a:avLst/>
          </a:prstGeom>
          <a:noFill/>
          <a:ln/>
        </p:spPr>
        <p:txBody>
          <a:bodyPr wrap="square" rtlCol="0" anchor="ctr"/>
          <a:lstStyle/>
          <a:p>
            <a:pPr marL="0" indent="0">
              <a:buNone/>
            </a:pPr>
            <a:r>
              <a:rPr lang="en-US" sz="1100" b="1" dirty="0">
                <a:solidFill>
                  <a:srgbClr val="1C2B5E"/>
                </a:solidFill>
                <a:latin typeface="Calibri" pitchFamily="34" charset="0"/>
                <a:ea typeface="Calibri" pitchFamily="34" charset="-122"/>
                <a:cs typeface="Calibri" pitchFamily="34" charset="-120"/>
              </a:rPr>
              <a:t>Expert Systems — </a:t>
            </a:r>
            <a:r>
              <a:rPr lang="en-US" sz="1100" dirty="0">
                <a:solidFill>
                  <a:srgbClr val="1E293B"/>
                </a:solidFill>
                <a:latin typeface="Calibri" pitchFamily="34" charset="0"/>
                <a:ea typeface="Calibri" pitchFamily="34" charset="-122"/>
                <a:cs typeface="Calibri" pitchFamily="34" charset="-120"/>
              </a:rPr>
              <a:t>Rule-based AI; hand-coded knowledge bases; MYCIN diagnoses infections; 'AI winter' follows overpromising</a:t>
            </a:r>
            <a:endParaRPr lang="en-US" sz="1100" dirty="0"/>
          </a:p>
        </p:txBody>
      </p:sp>
      <p:sp>
        <p:nvSpPr>
          <p:cNvPr id="13" name="Shape 11"/>
          <p:cNvSpPr/>
          <p:nvPr/>
        </p:nvSpPr>
        <p:spPr>
          <a:xfrm>
            <a:off x="457200" y="2615184"/>
            <a:ext cx="1280160" cy="658368"/>
          </a:xfrm>
          <a:prstGeom prst="rect">
            <a:avLst/>
          </a:prstGeom>
          <a:solidFill>
            <a:schemeClr val="accent2">
              <a:lumMod val="75000"/>
            </a:schemeClr>
          </a:solidFill>
          <a:ln w="12700">
            <a:solidFill>
              <a:srgbClr val="1C2B5E"/>
            </a:solidFill>
            <a:prstDash val="solid"/>
          </a:ln>
        </p:spPr>
        <p:txBody>
          <a:bodyPr/>
          <a:lstStyle/>
          <a:p>
            <a:endParaRPr lang="en-IN"/>
          </a:p>
        </p:txBody>
      </p:sp>
      <p:sp>
        <p:nvSpPr>
          <p:cNvPr id="14" name="Text 12"/>
          <p:cNvSpPr/>
          <p:nvPr/>
        </p:nvSpPr>
        <p:spPr>
          <a:xfrm>
            <a:off x="457200" y="2615184"/>
            <a:ext cx="1280160" cy="65836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1990s</a:t>
            </a:r>
            <a:endParaRPr lang="en-US" sz="1100" dirty="0"/>
          </a:p>
        </p:txBody>
      </p:sp>
      <p:sp>
        <p:nvSpPr>
          <p:cNvPr id="15" name="Shape 13"/>
          <p:cNvSpPr/>
          <p:nvPr/>
        </p:nvSpPr>
        <p:spPr>
          <a:xfrm>
            <a:off x="1874520" y="2660904"/>
            <a:ext cx="6812280" cy="566928"/>
          </a:xfrm>
          <a:prstGeom prst="rect">
            <a:avLst/>
          </a:prstGeom>
          <a:solidFill>
            <a:srgbClr val="F8FAFC"/>
          </a:solidFill>
          <a:ln w="12700">
            <a:solidFill>
              <a:srgbClr val="E2E8F0"/>
            </a:solidFill>
            <a:prstDash val="solid"/>
          </a:ln>
        </p:spPr>
        <p:txBody>
          <a:bodyPr/>
          <a:lstStyle/>
          <a:p>
            <a:endParaRPr lang="en-IN"/>
          </a:p>
        </p:txBody>
      </p:sp>
      <p:sp>
        <p:nvSpPr>
          <p:cNvPr id="16" name="Text 14"/>
          <p:cNvSpPr/>
          <p:nvPr/>
        </p:nvSpPr>
        <p:spPr>
          <a:xfrm>
            <a:off x="1965960" y="2670048"/>
            <a:ext cx="6629400" cy="457200"/>
          </a:xfrm>
          <a:prstGeom prst="rect">
            <a:avLst/>
          </a:prstGeom>
          <a:noFill/>
          <a:ln/>
        </p:spPr>
        <p:txBody>
          <a:bodyPr wrap="square" rtlCol="0" anchor="ctr"/>
          <a:lstStyle/>
          <a:p>
            <a:pPr marL="0" indent="0">
              <a:buNone/>
            </a:pPr>
            <a:r>
              <a:rPr lang="en-US" sz="1100" b="1" dirty="0">
                <a:solidFill>
                  <a:srgbClr val="1C2B5E"/>
                </a:solidFill>
                <a:latin typeface="Calibri" pitchFamily="34" charset="0"/>
                <a:ea typeface="Calibri" pitchFamily="34" charset="-122"/>
                <a:cs typeface="Calibri" pitchFamily="34" charset="-120"/>
              </a:rPr>
              <a:t>Statistical ML — </a:t>
            </a:r>
            <a:r>
              <a:rPr lang="en-US" sz="1100" dirty="0">
                <a:solidFill>
                  <a:srgbClr val="1E293B"/>
                </a:solidFill>
                <a:latin typeface="Calibri" pitchFamily="34" charset="0"/>
                <a:ea typeface="Calibri" pitchFamily="34" charset="-122"/>
                <a:cs typeface="Calibri" pitchFamily="34" charset="-120"/>
              </a:rPr>
              <a:t>SVMs (Cortes &amp; Vapnik 1995); kernel methods; the shift from symbolic to statistical AI</a:t>
            </a:r>
            <a:endParaRPr lang="en-US" sz="1100" dirty="0"/>
          </a:p>
        </p:txBody>
      </p:sp>
      <p:sp>
        <p:nvSpPr>
          <p:cNvPr id="17" name="Shape 15"/>
          <p:cNvSpPr/>
          <p:nvPr/>
        </p:nvSpPr>
        <p:spPr>
          <a:xfrm>
            <a:off x="457200" y="3374136"/>
            <a:ext cx="1280160" cy="658368"/>
          </a:xfrm>
          <a:prstGeom prst="rect">
            <a:avLst/>
          </a:prstGeom>
          <a:solidFill>
            <a:srgbClr val="0D9488"/>
          </a:solidFill>
          <a:ln w="12700">
            <a:solidFill>
              <a:srgbClr val="1C2B5E"/>
            </a:solidFill>
            <a:prstDash val="solid"/>
          </a:ln>
        </p:spPr>
        <p:txBody>
          <a:bodyPr/>
          <a:lstStyle/>
          <a:p>
            <a:endParaRPr lang="en-IN"/>
          </a:p>
        </p:txBody>
      </p:sp>
      <p:sp>
        <p:nvSpPr>
          <p:cNvPr id="18" name="Text 16"/>
          <p:cNvSpPr/>
          <p:nvPr/>
        </p:nvSpPr>
        <p:spPr>
          <a:xfrm>
            <a:off x="457200" y="3374136"/>
            <a:ext cx="1280160" cy="65836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2000s</a:t>
            </a:r>
            <a:endParaRPr lang="en-US" sz="1100" dirty="0"/>
          </a:p>
        </p:txBody>
      </p:sp>
      <p:sp>
        <p:nvSpPr>
          <p:cNvPr id="19" name="Shape 17"/>
          <p:cNvSpPr/>
          <p:nvPr/>
        </p:nvSpPr>
        <p:spPr>
          <a:xfrm>
            <a:off x="1874520" y="3419856"/>
            <a:ext cx="6812280" cy="566928"/>
          </a:xfrm>
          <a:prstGeom prst="rect">
            <a:avLst/>
          </a:prstGeom>
          <a:solidFill>
            <a:srgbClr val="F8FAFC"/>
          </a:solidFill>
          <a:ln w="12700">
            <a:solidFill>
              <a:srgbClr val="E2E8F0"/>
            </a:solidFill>
            <a:prstDash val="solid"/>
          </a:ln>
        </p:spPr>
        <p:txBody>
          <a:bodyPr/>
          <a:lstStyle/>
          <a:p>
            <a:endParaRPr lang="en-IN"/>
          </a:p>
        </p:txBody>
      </p:sp>
      <p:sp>
        <p:nvSpPr>
          <p:cNvPr id="20" name="Text 18"/>
          <p:cNvSpPr/>
          <p:nvPr/>
        </p:nvSpPr>
        <p:spPr>
          <a:xfrm>
            <a:off x="1965960" y="3429000"/>
            <a:ext cx="6629400" cy="457200"/>
          </a:xfrm>
          <a:prstGeom prst="rect">
            <a:avLst/>
          </a:prstGeom>
          <a:noFill/>
          <a:ln/>
        </p:spPr>
        <p:txBody>
          <a:bodyPr wrap="square" rtlCol="0" anchor="ctr"/>
          <a:lstStyle/>
          <a:p>
            <a:pPr marL="0" indent="0">
              <a:buNone/>
            </a:pPr>
            <a:r>
              <a:rPr lang="en-US" sz="1100" b="1" dirty="0">
                <a:solidFill>
                  <a:srgbClr val="1C2B5E"/>
                </a:solidFill>
                <a:latin typeface="Calibri" pitchFamily="34" charset="0"/>
                <a:ea typeface="Calibri" pitchFamily="34" charset="-122"/>
                <a:cs typeface="Calibri" pitchFamily="34" charset="-120"/>
              </a:rPr>
              <a:t>Big Data Era — </a:t>
            </a:r>
            <a:r>
              <a:rPr lang="en-US" sz="1100" dirty="0">
                <a:solidFill>
                  <a:srgbClr val="1E293B"/>
                </a:solidFill>
                <a:latin typeface="Calibri" pitchFamily="34" charset="0"/>
                <a:ea typeface="Calibri" pitchFamily="34" charset="-122"/>
                <a:cs typeface="Calibri" pitchFamily="34" charset="-120"/>
              </a:rPr>
              <a:t>Random Forests (Breiman 2001); gradient boosting; ensemble methods; internet-scale datasets</a:t>
            </a:r>
            <a:endParaRPr lang="en-US" sz="1100" dirty="0"/>
          </a:p>
        </p:txBody>
      </p:sp>
      <p:sp>
        <p:nvSpPr>
          <p:cNvPr id="21" name="Shape 19"/>
          <p:cNvSpPr/>
          <p:nvPr/>
        </p:nvSpPr>
        <p:spPr>
          <a:xfrm>
            <a:off x="457200" y="4133088"/>
            <a:ext cx="1280160" cy="658368"/>
          </a:xfrm>
          <a:prstGeom prst="rect">
            <a:avLst/>
          </a:prstGeom>
          <a:solidFill>
            <a:srgbClr val="1C2B5E"/>
          </a:solidFill>
          <a:ln w="12700">
            <a:solidFill>
              <a:srgbClr val="1C2B5E"/>
            </a:solidFill>
            <a:prstDash val="solid"/>
          </a:ln>
        </p:spPr>
        <p:txBody>
          <a:bodyPr/>
          <a:lstStyle/>
          <a:p>
            <a:endParaRPr lang="en-IN"/>
          </a:p>
        </p:txBody>
      </p:sp>
      <p:sp>
        <p:nvSpPr>
          <p:cNvPr id="22" name="Text 20"/>
          <p:cNvSpPr/>
          <p:nvPr/>
        </p:nvSpPr>
        <p:spPr>
          <a:xfrm>
            <a:off x="457200" y="4133088"/>
            <a:ext cx="1280160" cy="65836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2012–now</a:t>
            </a:r>
            <a:endParaRPr lang="en-US" sz="1100" dirty="0"/>
          </a:p>
        </p:txBody>
      </p:sp>
      <p:sp>
        <p:nvSpPr>
          <p:cNvPr id="23" name="Shape 21"/>
          <p:cNvSpPr/>
          <p:nvPr/>
        </p:nvSpPr>
        <p:spPr>
          <a:xfrm>
            <a:off x="1874520" y="4178808"/>
            <a:ext cx="6812280" cy="566928"/>
          </a:xfrm>
          <a:prstGeom prst="rect">
            <a:avLst/>
          </a:prstGeom>
          <a:solidFill>
            <a:srgbClr val="F8FAFC"/>
          </a:solidFill>
          <a:ln w="12700">
            <a:solidFill>
              <a:srgbClr val="E2E8F0"/>
            </a:solidFill>
            <a:prstDash val="solid"/>
          </a:ln>
        </p:spPr>
        <p:txBody>
          <a:bodyPr/>
          <a:lstStyle/>
          <a:p>
            <a:endParaRPr lang="en-IN"/>
          </a:p>
        </p:txBody>
      </p:sp>
      <p:sp>
        <p:nvSpPr>
          <p:cNvPr id="24" name="Text 22"/>
          <p:cNvSpPr/>
          <p:nvPr/>
        </p:nvSpPr>
        <p:spPr>
          <a:xfrm>
            <a:off x="1965960" y="4187952"/>
            <a:ext cx="6629400" cy="457200"/>
          </a:xfrm>
          <a:prstGeom prst="rect">
            <a:avLst/>
          </a:prstGeom>
          <a:noFill/>
          <a:ln/>
        </p:spPr>
        <p:txBody>
          <a:bodyPr wrap="square" rtlCol="0" anchor="ctr"/>
          <a:lstStyle/>
          <a:p>
            <a:pPr marL="0" indent="0">
              <a:buNone/>
            </a:pPr>
            <a:r>
              <a:rPr lang="en-US" sz="1100" b="1" dirty="0">
                <a:solidFill>
                  <a:srgbClr val="1C2B5E"/>
                </a:solidFill>
                <a:latin typeface="Calibri" pitchFamily="34" charset="0"/>
                <a:ea typeface="Calibri" pitchFamily="34" charset="-122"/>
                <a:cs typeface="Calibri" pitchFamily="34" charset="-120"/>
              </a:rPr>
              <a:t>Deep Learning — </a:t>
            </a:r>
            <a:r>
              <a:rPr lang="en-US" sz="1100" dirty="0">
                <a:solidFill>
                  <a:srgbClr val="1E293B"/>
                </a:solidFill>
                <a:latin typeface="Calibri" pitchFamily="34" charset="0"/>
                <a:ea typeface="Calibri" pitchFamily="34" charset="-122"/>
                <a:cs typeface="Calibri" pitchFamily="34" charset="-120"/>
              </a:rPr>
              <a:t>AlexNet wins ImageNet; GPUs enable neural nets; GPT, AlphaFold, DALL·E; AI in biomedicine</a:t>
            </a:r>
            <a:endParaRPr lang="en-US" sz="1100" dirty="0"/>
          </a:p>
        </p:txBody>
      </p:sp>
    </p:spTree>
    <p:extLst>
      <p:ext uri="{BB962C8B-B14F-4D97-AF65-F5344CB8AC3E}">
        <p14:creationId xmlns:p14="http://schemas.microsoft.com/office/powerpoint/2010/main" val="8290576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01 — INTRODUCTION TO AI/ML</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Mapping Classical Statistics to ML — Same Ideas, Different Words</a:t>
            </a:r>
            <a:endParaRPr lang="en-US" sz="2400" dirty="0"/>
          </a:p>
        </p:txBody>
      </p:sp>
      <p:graphicFrame>
        <p:nvGraphicFramePr>
          <p:cNvPr id="8" name="Table 0"/>
          <p:cNvGraphicFramePr>
            <a:graphicFrameLocks noGrp="1"/>
          </p:cNvGraphicFramePr>
          <p:nvPr/>
        </p:nvGraphicFramePr>
        <p:xfrm>
          <a:off x="320040" y="987551"/>
          <a:ext cx="8503920" cy="3174232"/>
        </p:xfrm>
        <a:graphic>
          <a:graphicData uri="http://schemas.openxmlformats.org/drawingml/2006/table">
            <a:tbl>
              <a:tblPr/>
              <a:tblGrid>
                <a:gridCol w="20116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34153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Statistical Concept</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1565C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Statistical Term</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1565C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ML / AI Term</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1565C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Shared Purpose</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1565C0"/>
                    </a:solidFill>
                  </a:tcPr>
                </a:tc>
                <a:extLst>
                  <a:ext uri="{0D108BD9-81ED-4DB2-BD59-A6C34878D82A}">
                    <a16:rowId xmlns:a16="http://schemas.microsoft.com/office/drawing/2014/main" val="10000"/>
                  </a:ext>
                </a:extLst>
              </a:tr>
              <a:tr h="341534">
                <a:tc>
                  <a:txBody>
                    <a:bodyPr/>
                    <a:lstStyle/>
                    <a:p>
                      <a:pPr marL="0" indent="0">
                        <a:buNone/>
                      </a:pPr>
                      <a:r>
                        <a:rPr lang="en-US" sz="1200" dirty="0">
                          <a:solidFill>
                            <a:srgbClr val="1565C0"/>
                          </a:solidFill>
                          <a:latin typeface="Calibri" pitchFamily="34" charset="0"/>
                          <a:ea typeface="Calibri" pitchFamily="34" charset="-122"/>
                          <a:cs typeface="Calibri" pitchFamily="34" charset="-120"/>
                        </a:rPr>
                        <a:t>Model fitting</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Maximum Likelihood (MLE)</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Loss Minimisation</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Find best-fitting parameters</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341534">
                <a:tc>
                  <a:txBody>
                    <a:bodyPr/>
                    <a:lstStyle/>
                    <a:p>
                      <a:pPr marL="0" indent="0">
                        <a:buNone/>
                      </a:pPr>
                      <a:r>
                        <a:rPr lang="en-US" sz="1200" dirty="0">
                          <a:solidFill>
                            <a:srgbClr val="1565C0"/>
                          </a:solidFill>
                          <a:latin typeface="Calibri" pitchFamily="34" charset="0"/>
                          <a:ea typeface="Calibri" pitchFamily="34" charset="-122"/>
                          <a:cs typeface="Calibri" pitchFamily="34" charset="-120"/>
                        </a:rPr>
                        <a:t>Prevent overfitting</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AIC / BIC / Parsimony</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Regularisation (L1, L2)</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Balance bias-variance</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extLst>
                  <a:ext uri="{0D108BD9-81ED-4DB2-BD59-A6C34878D82A}">
                    <a16:rowId xmlns:a16="http://schemas.microsoft.com/office/drawing/2014/main" val="10002"/>
                  </a:ext>
                </a:extLst>
              </a:tr>
              <a:tr h="341534">
                <a:tc>
                  <a:txBody>
                    <a:bodyPr/>
                    <a:lstStyle/>
                    <a:p>
                      <a:pPr marL="0" indent="0">
                        <a:buNone/>
                      </a:pPr>
                      <a:r>
                        <a:rPr lang="en-US" sz="1200" dirty="0">
                          <a:solidFill>
                            <a:srgbClr val="1565C0"/>
                          </a:solidFill>
                          <a:latin typeface="Calibri" pitchFamily="34" charset="0"/>
                          <a:ea typeface="Calibri" pitchFamily="34" charset="-122"/>
                          <a:cs typeface="Calibri" pitchFamily="34" charset="-120"/>
                        </a:rPr>
                        <a:t>Performance estimate</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Cross-validation (LOOCV)</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k-Fold CV</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Out-of-sample accuracy</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341534">
                <a:tc>
                  <a:txBody>
                    <a:bodyPr/>
                    <a:lstStyle/>
                    <a:p>
                      <a:pPr marL="0" indent="0">
                        <a:buNone/>
                      </a:pPr>
                      <a:r>
                        <a:rPr lang="en-US" sz="1200" dirty="0">
                          <a:solidFill>
                            <a:srgbClr val="1565C0"/>
                          </a:solidFill>
                          <a:latin typeface="Calibri" pitchFamily="34" charset="0"/>
                          <a:ea typeface="Calibri" pitchFamily="34" charset="-122"/>
                          <a:cs typeface="Calibri" pitchFamily="34" charset="-120"/>
                        </a:rPr>
                        <a:t>Uncertainty</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Confidence Interval</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Prediction Interval</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Quantify error bounds</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extLst>
                  <a:ext uri="{0D108BD9-81ED-4DB2-BD59-A6C34878D82A}">
                    <a16:rowId xmlns:a16="http://schemas.microsoft.com/office/drawing/2014/main" val="10004"/>
                  </a:ext>
                </a:extLst>
              </a:tr>
              <a:tr h="341534">
                <a:tc>
                  <a:txBody>
                    <a:bodyPr/>
                    <a:lstStyle/>
                    <a:p>
                      <a:pPr marL="0" indent="0">
                        <a:buNone/>
                      </a:pPr>
                      <a:r>
                        <a:rPr lang="en-US" sz="1200" dirty="0">
                          <a:solidFill>
                            <a:srgbClr val="1565C0"/>
                          </a:solidFill>
                          <a:latin typeface="Calibri" pitchFamily="34" charset="0"/>
                          <a:ea typeface="Calibri" pitchFamily="34" charset="-122"/>
                          <a:cs typeface="Calibri" pitchFamily="34" charset="-120"/>
                        </a:rPr>
                        <a:t>Variable selection</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Stepwise / LASSO</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Feature Importance / SHAP</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Identify key predictors</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341534">
                <a:tc>
                  <a:txBody>
                    <a:bodyPr/>
                    <a:lstStyle/>
                    <a:p>
                      <a:pPr marL="0" indent="0">
                        <a:buNone/>
                      </a:pPr>
                      <a:r>
                        <a:rPr lang="en-US" sz="1200" dirty="0">
                          <a:solidFill>
                            <a:srgbClr val="1565C0"/>
                          </a:solidFill>
                          <a:latin typeface="Calibri" pitchFamily="34" charset="0"/>
                          <a:ea typeface="Calibri" pitchFamily="34" charset="-122"/>
                          <a:cs typeface="Calibri" pitchFamily="34" charset="-120"/>
                        </a:rPr>
                        <a:t>Effect size</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Regression coefficient β</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Feature weight / SHAP value</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Quantify input→output link</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extLst>
                  <a:ext uri="{0D108BD9-81ED-4DB2-BD59-A6C34878D82A}">
                    <a16:rowId xmlns:a16="http://schemas.microsoft.com/office/drawing/2014/main" val="10006"/>
                  </a:ext>
                </a:extLst>
              </a:tr>
              <a:tr h="341534">
                <a:tc>
                  <a:txBody>
                    <a:bodyPr/>
                    <a:lstStyle/>
                    <a:p>
                      <a:pPr marL="0" indent="0">
                        <a:buNone/>
                      </a:pPr>
                      <a:r>
                        <a:rPr lang="en-US" sz="1200" dirty="0">
                          <a:solidFill>
                            <a:srgbClr val="1565C0"/>
                          </a:solidFill>
                          <a:latin typeface="Calibri" pitchFamily="34" charset="0"/>
                          <a:ea typeface="Calibri" pitchFamily="34" charset="-122"/>
                          <a:cs typeface="Calibri" pitchFamily="34" charset="-120"/>
                        </a:rPr>
                        <a:t>Missing data</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Multiple imputation (MI)</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Imputation / masking</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Handle incomplete records</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7"/>
                  </a:ext>
                </a:extLst>
              </a:tr>
              <a:tr h="341534">
                <a:tc>
                  <a:txBody>
                    <a:bodyPr/>
                    <a:lstStyle/>
                    <a:p>
                      <a:pPr marL="0" indent="0">
                        <a:buNone/>
                      </a:pPr>
                      <a:r>
                        <a:rPr lang="en-US" sz="1200" dirty="0">
                          <a:solidFill>
                            <a:srgbClr val="1565C0"/>
                          </a:solidFill>
                          <a:latin typeface="Calibri" pitchFamily="34" charset="0"/>
                          <a:ea typeface="Calibri" pitchFamily="34" charset="-122"/>
                          <a:cs typeface="Calibri" pitchFamily="34" charset="-120"/>
                        </a:rPr>
                        <a:t>Overfitting</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AIC penalty term</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Dropout / Early Stopping</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200" dirty="0">
                          <a:solidFill>
                            <a:srgbClr val="212121"/>
                          </a:solidFill>
                          <a:latin typeface="Calibri" pitchFamily="34" charset="0"/>
                          <a:ea typeface="Calibri" pitchFamily="34" charset="-122"/>
                          <a:cs typeface="Calibri" pitchFamily="34" charset="-120"/>
                        </a:rPr>
                        <a:t>Generalise to new data</a:t>
                      </a:r>
                      <a:endParaRPr lang="en-US" sz="12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extLst>
                  <a:ext uri="{0D108BD9-81ED-4DB2-BD59-A6C34878D82A}">
                    <a16:rowId xmlns:a16="http://schemas.microsoft.com/office/drawing/2014/main" val="10008"/>
                  </a:ext>
                </a:extLst>
              </a:tr>
            </a:tbl>
          </a:graphicData>
        </a:graphic>
      </p:graphicFrame>
      <p:sp>
        <p:nvSpPr>
          <p:cNvPr id="6" name="Shape 3"/>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7" name="Shape 4"/>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5" name="Shape 5"/>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Tree>
    <p:extLst>
      <p:ext uri="{BB962C8B-B14F-4D97-AF65-F5344CB8AC3E}">
        <p14:creationId xmlns:p14="http://schemas.microsoft.com/office/powerpoint/2010/main" val="32594856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301752"/>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36576"/>
            <a:ext cx="8229600" cy="237744"/>
          </a:xfrm>
          <a:prstGeom prst="rect">
            <a:avLst/>
          </a:prstGeom>
          <a:noFill/>
          <a:ln/>
        </p:spPr>
        <p:txBody>
          <a:bodyPr wrap="square" rtlCol="0" anchor="ctr"/>
          <a:lstStyle/>
          <a:p>
            <a:r>
              <a:rPr lang="en-US" sz="800" b="1" kern="0" spc="300" dirty="0">
                <a:solidFill>
                  <a:srgbClr val="FFFFFF"/>
                </a:solidFill>
                <a:latin typeface="Calibri" pitchFamily="34" charset="0"/>
                <a:ea typeface="Calibri" pitchFamily="34" charset="-122"/>
                <a:cs typeface="Calibri" pitchFamily="34" charset="-120"/>
              </a:rPr>
              <a:t>SECTION 01 — INTRODUCTION TO AI/ML</a:t>
            </a:r>
            <a:endParaRPr lang="en-US" sz="800" dirty="0"/>
          </a:p>
        </p:txBody>
      </p:sp>
      <p:sp>
        <p:nvSpPr>
          <p:cNvPr id="4" name="Text 2"/>
          <p:cNvSpPr/>
          <p:nvPr/>
        </p:nvSpPr>
        <p:spPr>
          <a:xfrm>
            <a:off x="457200" y="347472"/>
            <a:ext cx="8229600" cy="603504"/>
          </a:xfrm>
          <a:prstGeom prst="rect">
            <a:avLst/>
          </a:prstGeom>
          <a:noFill/>
          <a:ln/>
        </p:spPr>
        <p:txBody>
          <a:bodyPr wrap="square" rtlCol="0" anchor="ctr"/>
          <a:lstStyle/>
          <a:p>
            <a:pPr marL="0" indent="0">
              <a:buNone/>
            </a:pPr>
            <a:r>
              <a:rPr lang="en-US" sz="2700" b="1" dirty="0">
                <a:solidFill>
                  <a:srgbClr val="1C2B5E"/>
                </a:solidFill>
                <a:latin typeface="Calibri" pitchFamily="34" charset="0"/>
                <a:ea typeface="Calibri" pitchFamily="34" charset="-122"/>
                <a:cs typeface="Calibri" pitchFamily="34" charset="-120"/>
              </a:rPr>
              <a:t>The Statistical Learning Framework</a:t>
            </a:r>
            <a:endParaRPr lang="en-US" sz="2700" dirty="0"/>
          </a:p>
        </p:txBody>
      </p:sp>
      <p:sp>
        <p:nvSpPr>
          <p:cNvPr id="5" name="Shape 3"/>
          <p:cNvSpPr/>
          <p:nvPr/>
        </p:nvSpPr>
        <p:spPr>
          <a:xfrm>
            <a:off x="457200" y="1051560"/>
            <a:ext cx="8229600" cy="640080"/>
          </a:xfrm>
          <a:prstGeom prst="rect">
            <a:avLst/>
          </a:prstGeom>
          <a:solidFill>
            <a:srgbClr val="E0F2F1"/>
          </a:solidFill>
          <a:ln w="12700">
            <a:solidFill>
              <a:srgbClr val="0D9488"/>
            </a:solidFill>
            <a:prstDash val="solid"/>
          </a:ln>
        </p:spPr>
        <p:txBody>
          <a:bodyPr/>
          <a:lstStyle/>
          <a:p>
            <a:endParaRPr lang="en-IN"/>
          </a:p>
        </p:txBody>
      </p:sp>
      <mc:AlternateContent xmlns:mc="http://schemas.openxmlformats.org/markup-compatibility/2006" xmlns:a14="http://schemas.microsoft.com/office/drawing/2010/main">
        <mc:Choice Requires="a14">
          <p:sp>
            <p:nvSpPr>
              <p:cNvPr id="6" name="Text 4"/>
              <p:cNvSpPr/>
              <p:nvPr/>
            </p:nvSpPr>
            <p:spPr>
              <a:xfrm>
                <a:off x="594360" y="1097280"/>
                <a:ext cx="7955280" cy="548640"/>
              </a:xfrm>
              <a:prstGeom prst="rect">
                <a:avLst/>
              </a:prstGeom>
              <a:noFill/>
              <a:ln/>
            </p:spPr>
            <p:txBody>
              <a:bodyPr wrap="square" rtlCol="0" anchor="ctr"/>
              <a:lstStyle/>
              <a:p>
                <a:pPr marL="0" indent="0">
                  <a:buNone/>
                </a:pPr>
                <a:r>
                  <a:rPr lang="en-US" sz="1300" b="1" dirty="0">
                    <a:solidFill>
                      <a:srgbClr val="1C2B5E"/>
                    </a:solidFill>
                    <a:latin typeface="Calibri" pitchFamily="34" charset="0"/>
                    <a:ea typeface="Calibri" pitchFamily="34" charset="-122"/>
                    <a:cs typeface="Calibri" pitchFamily="34" charset="-120"/>
                  </a:rPr>
                  <a:t>Goal: Find a function </a:t>
                </a:r>
                <a14:m>
                  <m:oMath xmlns:m="http://schemas.openxmlformats.org/officeDocument/2006/math">
                    <m:acc>
                      <m:accPr>
                        <m:chr m:val="̂"/>
                        <m:ctrlPr>
                          <a:rPr lang="en-US" sz="1300" b="1" i="1" dirty="0" smtClean="0">
                            <a:solidFill>
                              <a:srgbClr val="1C2B5E"/>
                            </a:solidFill>
                            <a:latin typeface="Cambria Math" panose="02040503050406030204" pitchFamily="18" charset="0"/>
                            <a:ea typeface="Calibri" pitchFamily="34" charset="-122"/>
                            <a:cs typeface="Calibri" pitchFamily="34" charset="-120"/>
                          </a:rPr>
                        </m:ctrlPr>
                      </m:accPr>
                      <m:e>
                        <m:r>
                          <a:rPr lang="en-US" sz="1300" b="1" i="1" dirty="0" smtClean="0">
                            <a:solidFill>
                              <a:srgbClr val="1C2B5E"/>
                            </a:solidFill>
                            <a:latin typeface="Cambria Math" panose="02040503050406030204" pitchFamily="18" charset="0"/>
                            <a:ea typeface="Calibri" pitchFamily="34" charset="-122"/>
                            <a:cs typeface="Calibri" pitchFamily="34" charset="-120"/>
                          </a:rPr>
                          <m:t>𝒇</m:t>
                        </m:r>
                      </m:e>
                    </m:acc>
                    <m:r>
                      <a:rPr lang="en-US" sz="1300" b="1" i="1" dirty="0" smtClean="0">
                        <a:solidFill>
                          <a:srgbClr val="1C2B5E"/>
                        </a:solidFill>
                        <a:latin typeface="Cambria Math" panose="02040503050406030204" pitchFamily="18" charset="0"/>
                        <a:ea typeface="Calibri" pitchFamily="34" charset="-122"/>
                        <a:cs typeface="Calibri" pitchFamily="34" charset="-120"/>
                      </a:rPr>
                      <m:t>(</m:t>
                    </m:r>
                    <m:r>
                      <a:rPr lang="en-US" sz="1300" b="1" i="1" dirty="0" smtClean="0">
                        <a:solidFill>
                          <a:srgbClr val="1C2B5E"/>
                        </a:solidFill>
                        <a:latin typeface="Cambria Math" panose="02040503050406030204" pitchFamily="18" charset="0"/>
                        <a:ea typeface="Calibri" pitchFamily="34" charset="-122"/>
                        <a:cs typeface="Calibri" pitchFamily="34" charset="-120"/>
                      </a:rPr>
                      <m:t>𝑿</m:t>
                    </m:r>
                    <m:r>
                      <a:rPr lang="en-US" sz="1300" b="1" i="1" dirty="0" smtClean="0">
                        <a:solidFill>
                          <a:srgbClr val="1C2B5E"/>
                        </a:solidFill>
                        <a:latin typeface="Cambria Math" panose="02040503050406030204" pitchFamily="18" charset="0"/>
                        <a:ea typeface="Calibri" pitchFamily="34" charset="-122"/>
                        <a:cs typeface="Calibri" pitchFamily="34" charset="-120"/>
                      </a:rPr>
                      <m:t>)</m:t>
                    </m:r>
                  </m:oMath>
                </a14:m>
                <a:r>
                  <a:rPr lang="en-US" sz="1300" b="1" dirty="0">
                    <a:solidFill>
                      <a:srgbClr val="1C2B5E"/>
                    </a:solidFill>
                    <a:latin typeface="Calibri" pitchFamily="34" charset="0"/>
                    <a:ea typeface="Calibri" pitchFamily="34" charset="-122"/>
                    <a:cs typeface="Calibri" pitchFamily="34" charset="-120"/>
                  </a:rPr>
                  <a:t> that approximates the true unknown function f(X) = E[Y | X], minimising prediction error on unseen data.</a:t>
                </a:r>
                <a:endParaRPr lang="en-US" sz="1300" dirty="0"/>
              </a:p>
            </p:txBody>
          </p:sp>
        </mc:Choice>
        <mc:Fallback xmlns="">
          <p:sp>
            <p:nvSpPr>
              <p:cNvPr id="6" name="Text 4"/>
              <p:cNvSpPr>
                <a:spLocks noRot="1" noChangeAspect="1" noMove="1" noResize="1" noEditPoints="1" noAdjustHandles="1" noChangeArrowheads="1" noChangeShapeType="1" noTextEdit="1"/>
              </p:cNvSpPr>
              <p:nvPr/>
            </p:nvSpPr>
            <p:spPr>
              <a:xfrm>
                <a:off x="594360" y="1097280"/>
                <a:ext cx="7955280" cy="548640"/>
              </a:xfrm>
              <a:prstGeom prst="rect">
                <a:avLst/>
              </a:prstGeom>
              <a:blipFill>
                <a:blip r:embed="rId3"/>
                <a:stretch>
                  <a:fillRect l="-153" b="-5556"/>
                </a:stretch>
              </a:blipFill>
              <a:ln/>
            </p:spPr>
            <p:txBody>
              <a:bodyPr/>
              <a:lstStyle/>
              <a:p>
                <a:r>
                  <a:rPr lang="en-IN">
                    <a:noFill/>
                  </a:rPr>
                  <a:t> </a:t>
                </a:r>
              </a:p>
            </p:txBody>
          </p:sp>
        </mc:Fallback>
      </mc:AlternateContent>
      <p:sp>
        <p:nvSpPr>
          <p:cNvPr id="7" name="Shape 5"/>
          <p:cNvSpPr/>
          <p:nvPr/>
        </p:nvSpPr>
        <p:spPr>
          <a:xfrm>
            <a:off x="457200" y="1828800"/>
            <a:ext cx="2029968" cy="3017520"/>
          </a:xfrm>
          <a:prstGeom prst="rect">
            <a:avLst/>
          </a:prstGeom>
          <a:solidFill>
            <a:srgbClr val="FFFFFF"/>
          </a:solidFill>
          <a:ln w="12700">
            <a:solidFill>
              <a:srgbClr val="E2E8F0"/>
            </a:solidFill>
            <a:prstDash val="solid"/>
          </a:ln>
          <a:effectLst>
            <a:outerShdw blurRad="88900" dist="38100" dir="8100000" algn="bl" rotWithShape="0">
              <a:srgbClr val="000000">
                <a:alpha val="11000"/>
              </a:srgbClr>
            </a:outerShdw>
          </a:effectLst>
        </p:spPr>
        <p:txBody>
          <a:bodyPr/>
          <a:lstStyle/>
          <a:p>
            <a:endParaRPr lang="en-IN"/>
          </a:p>
        </p:txBody>
      </p:sp>
      <p:sp>
        <p:nvSpPr>
          <p:cNvPr id="8" name="Shape 6"/>
          <p:cNvSpPr/>
          <p:nvPr/>
        </p:nvSpPr>
        <p:spPr>
          <a:xfrm>
            <a:off x="457200" y="1828800"/>
            <a:ext cx="2029968" cy="54864"/>
          </a:xfrm>
          <a:prstGeom prst="rect">
            <a:avLst/>
          </a:prstGeom>
          <a:solidFill>
            <a:srgbClr val="1C2B5E"/>
          </a:solidFill>
          <a:ln w="12700">
            <a:solidFill>
              <a:srgbClr val="1C2B5E"/>
            </a:solidFill>
            <a:prstDash val="solid"/>
          </a:ln>
        </p:spPr>
        <p:txBody>
          <a:bodyPr/>
          <a:lstStyle/>
          <a:p>
            <a:endParaRPr lang="en-IN"/>
          </a:p>
        </p:txBody>
      </p:sp>
      <p:sp>
        <p:nvSpPr>
          <p:cNvPr id="9" name="Text 7"/>
          <p:cNvSpPr/>
          <p:nvPr/>
        </p:nvSpPr>
        <p:spPr>
          <a:xfrm>
            <a:off x="576072" y="1920240"/>
            <a:ext cx="1792224" cy="329184"/>
          </a:xfrm>
          <a:prstGeom prst="rect">
            <a:avLst/>
          </a:prstGeom>
          <a:noFill/>
          <a:ln/>
        </p:spPr>
        <p:txBody>
          <a:bodyPr wrap="square" rtlCol="0" anchor="ctr"/>
          <a:lstStyle/>
          <a:p>
            <a:pPr marL="0" indent="0">
              <a:buNone/>
            </a:pPr>
            <a:r>
              <a:rPr lang="en-US" sz="1200" b="1" dirty="0">
                <a:solidFill>
                  <a:srgbClr val="1C2B5E"/>
                </a:solidFill>
                <a:latin typeface="Calibri" pitchFamily="34" charset="0"/>
                <a:ea typeface="Calibri" pitchFamily="34" charset="-122"/>
                <a:cs typeface="Calibri" pitchFamily="34" charset="-120"/>
              </a:rPr>
              <a:t>Input X</a:t>
            </a:r>
            <a:endParaRPr lang="en-US" sz="1200" dirty="0"/>
          </a:p>
        </p:txBody>
      </p:sp>
      <p:sp>
        <p:nvSpPr>
          <p:cNvPr id="10" name="Text 8"/>
          <p:cNvSpPr/>
          <p:nvPr/>
        </p:nvSpPr>
        <p:spPr>
          <a:xfrm>
            <a:off x="576072" y="2267712"/>
            <a:ext cx="1792224" cy="2487168"/>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Feature vector — patient age, sex, lab values, diagnoses, imaging features. In stats: covariates/predictors.</a:t>
            </a:r>
            <a:endParaRPr lang="en-US" sz="1100" dirty="0"/>
          </a:p>
        </p:txBody>
      </p:sp>
      <p:sp>
        <p:nvSpPr>
          <p:cNvPr id="11" name="Text 9"/>
          <p:cNvSpPr/>
          <p:nvPr/>
        </p:nvSpPr>
        <p:spPr>
          <a:xfrm>
            <a:off x="457200" y="4608576"/>
            <a:ext cx="2029968" cy="256032"/>
          </a:xfrm>
          <a:prstGeom prst="rect">
            <a:avLst/>
          </a:prstGeom>
          <a:noFill/>
          <a:ln>
            <a:solidFill>
              <a:schemeClr val="accent1"/>
            </a:solidFill>
          </a:ln>
        </p:spPr>
        <p:txBody>
          <a:bodyPr wrap="square"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 Collect and pre-process data</a:t>
            </a:r>
            <a:endParaRPr lang="en-US" sz="900" dirty="0"/>
          </a:p>
        </p:txBody>
      </p:sp>
      <p:sp>
        <p:nvSpPr>
          <p:cNvPr id="12" name="Shape 10"/>
          <p:cNvSpPr/>
          <p:nvPr/>
        </p:nvSpPr>
        <p:spPr>
          <a:xfrm>
            <a:off x="2624328" y="1828800"/>
            <a:ext cx="2029968" cy="3017520"/>
          </a:xfrm>
          <a:prstGeom prst="rect">
            <a:avLst/>
          </a:prstGeom>
          <a:solidFill>
            <a:srgbClr val="FFFFFF"/>
          </a:solidFill>
          <a:ln w="12700">
            <a:solidFill>
              <a:srgbClr val="E2E8F0"/>
            </a:solidFill>
            <a:prstDash val="solid"/>
          </a:ln>
          <a:effectLst>
            <a:outerShdw blurRad="88900" dist="38100" dir="8100000" algn="bl" rotWithShape="0">
              <a:srgbClr val="000000">
                <a:alpha val="11000"/>
              </a:srgbClr>
            </a:outerShdw>
          </a:effectLst>
        </p:spPr>
        <p:txBody>
          <a:bodyPr/>
          <a:lstStyle/>
          <a:p>
            <a:endParaRPr lang="en-IN"/>
          </a:p>
        </p:txBody>
      </p:sp>
      <p:sp>
        <p:nvSpPr>
          <p:cNvPr id="13" name="Shape 11"/>
          <p:cNvSpPr/>
          <p:nvPr/>
        </p:nvSpPr>
        <p:spPr>
          <a:xfrm>
            <a:off x="2624328" y="1828800"/>
            <a:ext cx="2029968" cy="54864"/>
          </a:xfrm>
          <a:prstGeom prst="rect">
            <a:avLst/>
          </a:prstGeom>
          <a:solidFill>
            <a:srgbClr val="FF0000"/>
          </a:solidFill>
          <a:ln w="12700">
            <a:solidFill>
              <a:srgbClr val="0D9488"/>
            </a:solidFill>
            <a:prstDash val="solid"/>
          </a:ln>
        </p:spPr>
        <p:txBody>
          <a:bodyPr/>
          <a:lstStyle/>
          <a:p>
            <a:endParaRPr lang="en-IN"/>
          </a:p>
        </p:txBody>
      </p:sp>
      <mc:AlternateContent xmlns:mc="http://schemas.openxmlformats.org/markup-compatibility/2006" xmlns:a14="http://schemas.microsoft.com/office/drawing/2010/main">
        <mc:Choice Requires="a14">
          <p:sp>
            <p:nvSpPr>
              <p:cNvPr id="14" name="Text 12"/>
              <p:cNvSpPr/>
              <p:nvPr/>
            </p:nvSpPr>
            <p:spPr>
              <a:xfrm>
                <a:off x="2743200" y="1920240"/>
                <a:ext cx="1792224" cy="329184"/>
              </a:xfrm>
              <a:prstGeom prst="rect">
                <a:avLst/>
              </a:prstGeom>
              <a:noFill/>
              <a:ln/>
            </p:spPr>
            <p:txBody>
              <a:bodyPr wrap="square" rtlCol="0" anchor="ctr"/>
              <a:lstStyle/>
              <a:p>
                <a:r>
                  <a:rPr lang="en-US" sz="1200" b="1" dirty="0">
                    <a:solidFill>
                      <a:srgbClr val="1C2B5E"/>
                    </a:solidFill>
                    <a:latin typeface="Calibri" pitchFamily="34" charset="0"/>
                    <a:ea typeface="Calibri" pitchFamily="34" charset="-122"/>
                    <a:cs typeface="Calibri" pitchFamily="34" charset="-120"/>
                  </a:rPr>
                  <a:t>Function </a:t>
                </a:r>
                <a14:m>
                  <m:oMath xmlns:m="http://schemas.openxmlformats.org/officeDocument/2006/math">
                    <m:acc>
                      <m:accPr>
                        <m:chr m:val="̂"/>
                        <m:ctrlPr>
                          <a:rPr lang="en-US" sz="1200" b="1" i="1" dirty="0">
                            <a:solidFill>
                              <a:srgbClr val="1C2B5E"/>
                            </a:solidFill>
                            <a:latin typeface="Cambria Math" panose="02040503050406030204" pitchFamily="18" charset="0"/>
                            <a:ea typeface="Calibri" pitchFamily="34" charset="-122"/>
                            <a:cs typeface="Calibri" pitchFamily="34" charset="-120"/>
                          </a:rPr>
                        </m:ctrlPr>
                      </m:accPr>
                      <m:e>
                        <m:r>
                          <a:rPr lang="en-US" sz="1200" b="1" i="1" dirty="0">
                            <a:solidFill>
                              <a:srgbClr val="1C2B5E"/>
                            </a:solidFill>
                            <a:latin typeface="Cambria Math" panose="02040503050406030204" pitchFamily="18" charset="0"/>
                            <a:ea typeface="Calibri" pitchFamily="34" charset="-122"/>
                            <a:cs typeface="Calibri" pitchFamily="34" charset="-120"/>
                          </a:rPr>
                          <m:t>𝒇</m:t>
                        </m:r>
                      </m:e>
                    </m:acc>
                  </m:oMath>
                </a14:m>
                <a:endParaRPr lang="en-US" sz="1200" dirty="0"/>
              </a:p>
            </p:txBody>
          </p:sp>
        </mc:Choice>
        <mc:Fallback xmlns="">
          <p:sp>
            <p:nvSpPr>
              <p:cNvPr id="14" name="Text 12"/>
              <p:cNvSpPr>
                <a:spLocks noRot="1" noChangeAspect="1" noMove="1" noResize="1" noEditPoints="1" noAdjustHandles="1" noChangeArrowheads="1" noChangeShapeType="1" noTextEdit="1"/>
              </p:cNvSpPr>
              <p:nvPr/>
            </p:nvSpPr>
            <p:spPr>
              <a:xfrm>
                <a:off x="2743200" y="1920240"/>
                <a:ext cx="1792224" cy="329184"/>
              </a:xfrm>
              <a:prstGeom prst="rect">
                <a:avLst/>
              </a:prstGeom>
              <a:blipFill>
                <a:blip r:embed="rId4"/>
                <a:stretch>
                  <a:fillRect b="-9259"/>
                </a:stretch>
              </a:blipFill>
              <a:ln/>
            </p:spPr>
            <p:txBody>
              <a:bodyPr/>
              <a:lstStyle/>
              <a:p>
                <a:r>
                  <a:rPr lang="en-IN">
                    <a:noFill/>
                  </a:rPr>
                  <a:t> </a:t>
                </a:r>
              </a:p>
            </p:txBody>
          </p:sp>
        </mc:Fallback>
      </mc:AlternateContent>
      <p:sp>
        <p:nvSpPr>
          <p:cNvPr id="15" name="Text 13"/>
          <p:cNvSpPr/>
          <p:nvPr/>
        </p:nvSpPr>
        <p:spPr>
          <a:xfrm>
            <a:off x="2743200" y="2267712"/>
            <a:ext cx="1792224" cy="2487168"/>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The learned model — could be a decision tree, neural network, or any ML algorithm. In stats: the fitted model.</a:t>
            </a:r>
            <a:endParaRPr lang="en-US" sz="1100" dirty="0"/>
          </a:p>
        </p:txBody>
      </p:sp>
      <p:sp>
        <p:nvSpPr>
          <p:cNvPr id="16" name="Text 14"/>
          <p:cNvSpPr/>
          <p:nvPr/>
        </p:nvSpPr>
        <p:spPr>
          <a:xfrm>
            <a:off x="2629790" y="4610475"/>
            <a:ext cx="2029968" cy="256032"/>
          </a:xfrm>
          <a:prstGeom prst="rect">
            <a:avLst/>
          </a:prstGeom>
          <a:noFill/>
          <a:ln>
            <a:solidFill>
              <a:schemeClr val="accent1"/>
            </a:solidFill>
          </a:ln>
        </p:spPr>
        <p:txBody>
          <a:bodyPr wrap="square"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 Train algorithm</a:t>
            </a:r>
            <a:endParaRPr lang="en-US" sz="900" dirty="0"/>
          </a:p>
        </p:txBody>
      </p:sp>
      <p:sp>
        <p:nvSpPr>
          <p:cNvPr id="17" name="Shape 15"/>
          <p:cNvSpPr/>
          <p:nvPr/>
        </p:nvSpPr>
        <p:spPr>
          <a:xfrm>
            <a:off x="4791456" y="1828800"/>
            <a:ext cx="2029968" cy="3017520"/>
          </a:xfrm>
          <a:prstGeom prst="rect">
            <a:avLst/>
          </a:prstGeom>
          <a:solidFill>
            <a:srgbClr val="FFFFFF"/>
          </a:solidFill>
          <a:ln w="12700">
            <a:solidFill>
              <a:srgbClr val="E2E8F0"/>
            </a:solidFill>
            <a:prstDash val="solid"/>
          </a:ln>
          <a:effectLst>
            <a:outerShdw blurRad="88900" dist="38100" dir="8100000" algn="bl" rotWithShape="0">
              <a:srgbClr val="000000">
                <a:alpha val="11000"/>
              </a:srgbClr>
            </a:outerShdw>
          </a:effectLst>
        </p:spPr>
        <p:txBody>
          <a:bodyPr/>
          <a:lstStyle/>
          <a:p>
            <a:endParaRPr lang="en-IN"/>
          </a:p>
        </p:txBody>
      </p:sp>
      <p:sp>
        <p:nvSpPr>
          <p:cNvPr id="18" name="Shape 16"/>
          <p:cNvSpPr/>
          <p:nvPr/>
        </p:nvSpPr>
        <p:spPr>
          <a:xfrm>
            <a:off x="4791456" y="1828800"/>
            <a:ext cx="2029968" cy="54864"/>
          </a:xfrm>
          <a:prstGeom prst="rect">
            <a:avLst/>
          </a:prstGeom>
          <a:solidFill>
            <a:srgbClr val="0891B2"/>
          </a:solidFill>
          <a:ln w="12700">
            <a:solidFill>
              <a:srgbClr val="0891B2"/>
            </a:solidFill>
            <a:prstDash val="solid"/>
          </a:ln>
        </p:spPr>
        <p:txBody>
          <a:bodyPr/>
          <a:lstStyle/>
          <a:p>
            <a:endParaRPr lang="en-IN"/>
          </a:p>
        </p:txBody>
      </p:sp>
      <p:sp>
        <p:nvSpPr>
          <p:cNvPr id="19" name="Text 17"/>
          <p:cNvSpPr/>
          <p:nvPr/>
        </p:nvSpPr>
        <p:spPr>
          <a:xfrm>
            <a:off x="4910328" y="1920240"/>
            <a:ext cx="1792224" cy="329184"/>
          </a:xfrm>
          <a:prstGeom prst="rect">
            <a:avLst/>
          </a:prstGeom>
          <a:noFill/>
          <a:ln/>
        </p:spPr>
        <p:txBody>
          <a:bodyPr wrap="square" rtlCol="0" anchor="ctr"/>
          <a:lstStyle/>
          <a:p>
            <a:pPr marL="0" indent="0">
              <a:buNone/>
            </a:pPr>
            <a:r>
              <a:rPr lang="en-US" sz="1200" b="1" dirty="0">
                <a:solidFill>
                  <a:srgbClr val="1C2B5E"/>
                </a:solidFill>
                <a:latin typeface="Calibri" pitchFamily="34" charset="0"/>
                <a:ea typeface="Calibri" pitchFamily="34" charset="-122"/>
                <a:cs typeface="Calibri" pitchFamily="34" charset="-120"/>
              </a:rPr>
              <a:t>Output Ŷ</a:t>
            </a:r>
            <a:endParaRPr lang="en-US" sz="1200" dirty="0"/>
          </a:p>
        </p:txBody>
      </p:sp>
      <p:sp>
        <p:nvSpPr>
          <p:cNvPr id="20" name="Text 18"/>
          <p:cNvSpPr/>
          <p:nvPr/>
        </p:nvSpPr>
        <p:spPr>
          <a:xfrm>
            <a:off x="4910328" y="2267712"/>
            <a:ext cx="1792224" cy="2487168"/>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Predicted outcome — class probability, survival time, biomarker level. In stats: ŷ from predict().</a:t>
            </a:r>
            <a:endParaRPr lang="en-US" sz="1100" dirty="0"/>
          </a:p>
        </p:txBody>
      </p:sp>
      <p:sp>
        <p:nvSpPr>
          <p:cNvPr id="21" name="Text 19"/>
          <p:cNvSpPr/>
          <p:nvPr/>
        </p:nvSpPr>
        <p:spPr>
          <a:xfrm>
            <a:off x="4791456" y="4615940"/>
            <a:ext cx="2029968" cy="256032"/>
          </a:xfrm>
          <a:prstGeom prst="rect">
            <a:avLst/>
          </a:prstGeom>
          <a:noFill/>
          <a:ln>
            <a:solidFill>
              <a:schemeClr val="accent1"/>
            </a:solidFill>
          </a:ln>
        </p:spPr>
        <p:txBody>
          <a:bodyPr wrap="square"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 Generate predictions</a:t>
            </a:r>
            <a:endParaRPr lang="en-US" sz="900" dirty="0"/>
          </a:p>
        </p:txBody>
      </p:sp>
      <p:sp>
        <p:nvSpPr>
          <p:cNvPr id="22" name="Shape 20"/>
          <p:cNvSpPr/>
          <p:nvPr/>
        </p:nvSpPr>
        <p:spPr>
          <a:xfrm>
            <a:off x="6958584" y="1828800"/>
            <a:ext cx="2029968" cy="3017520"/>
          </a:xfrm>
          <a:prstGeom prst="rect">
            <a:avLst/>
          </a:prstGeom>
          <a:solidFill>
            <a:srgbClr val="FFFFFF"/>
          </a:solidFill>
          <a:ln w="12700">
            <a:solidFill>
              <a:srgbClr val="E2E8F0"/>
            </a:solidFill>
            <a:prstDash val="solid"/>
          </a:ln>
          <a:effectLst>
            <a:outerShdw blurRad="88900" dist="38100" dir="8100000" algn="bl" rotWithShape="0">
              <a:srgbClr val="000000">
                <a:alpha val="11000"/>
              </a:srgbClr>
            </a:outerShdw>
          </a:effectLst>
        </p:spPr>
        <p:txBody>
          <a:bodyPr/>
          <a:lstStyle/>
          <a:p>
            <a:endParaRPr lang="en-IN"/>
          </a:p>
        </p:txBody>
      </p:sp>
      <p:sp>
        <p:nvSpPr>
          <p:cNvPr id="23" name="Shape 21"/>
          <p:cNvSpPr/>
          <p:nvPr/>
        </p:nvSpPr>
        <p:spPr>
          <a:xfrm>
            <a:off x="6958584" y="1828800"/>
            <a:ext cx="2029968" cy="54864"/>
          </a:xfrm>
          <a:prstGeom prst="rect">
            <a:avLst/>
          </a:prstGeom>
          <a:solidFill>
            <a:srgbClr val="10B981"/>
          </a:solidFill>
          <a:ln w="12700">
            <a:solidFill>
              <a:srgbClr val="10B981"/>
            </a:solidFill>
            <a:prstDash val="solid"/>
          </a:ln>
        </p:spPr>
        <p:txBody>
          <a:bodyPr/>
          <a:lstStyle/>
          <a:p>
            <a:endParaRPr lang="en-IN"/>
          </a:p>
        </p:txBody>
      </p:sp>
      <p:sp>
        <p:nvSpPr>
          <p:cNvPr id="24" name="Text 22"/>
          <p:cNvSpPr/>
          <p:nvPr/>
        </p:nvSpPr>
        <p:spPr>
          <a:xfrm>
            <a:off x="7077456" y="1920240"/>
            <a:ext cx="1792224" cy="329184"/>
          </a:xfrm>
          <a:prstGeom prst="rect">
            <a:avLst/>
          </a:prstGeom>
          <a:noFill/>
          <a:ln/>
        </p:spPr>
        <p:txBody>
          <a:bodyPr wrap="square" rtlCol="0" anchor="ctr"/>
          <a:lstStyle/>
          <a:p>
            <a:pPr marL="0" indent="0">
              <a:buNone/>
            </a:pPr>
            <a:r>
              <a:rPr lang="en-US" sz="1200" b="1" dirty="0">
                <a:solidFill>
                  <a:srgbClr val="1C2B5E"/>
                </a:solidFill>
                <a:latin typeface="Calibri" pitchFamily="34" charset="0"/>
                <a:ea typeface="Calibri" pitchFamily="34" charset="-122"/>
                <a:cs typeface="Calibri" pitchFamily="34" charset="-120"/>
              </a:rPr>
              <a:t>Loss L(Y,Ŷ)</a:t>
            </a:r>
            <a:endParaRPr lang="en-US" sz="1200" dirty="0"/>
          </a:p>
        </p:txBody>
      </p:sp>
      <p:sp>
        <p:nvSpPr>
          <p:cNvPr id="25" name="Text 23"/>
          <p:cNvSpPr/>
          <p:nvPr/>
        </p:nvSpPr>
        <p:spPr>
          <a:xfrm>
            <a:off x="7077456" y="2267712"/>
            <a:ext cx="1792224" cy="2487168"/>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Discrepancy between prediction and truth — MSE, cross-entropy, log-loss. In stats: residual sum of squares.</a:t>
            </a:r>
            <a:endParaRPr lang="en-US" sz="1100" dirty="0"/>
          </a:p>
        </p:txBody>
      </p:sp>
      <p:sp>
        <p:nvSpPr>
          <p:cNvPr id="26" name="Text 24"/>
          <p:cNvSpPr/>
          <p:nvPr/>
        </p:nvSpPr>
        <p:spPr>
          <a:xfrm>
            <a:off x="6958584" y="4615940"/>
            <a:ext cx="2029968" cy="256032"/>
          </a:xfrm>
          <a:prstGeom prst="rect">
            <a:avLst/>
          </a:prstGeom>
          <a:noFill/>
          <a:ln>
            <a:solidFill>
              <a:schemeClr val="accent1"/>
            </a:solidFill>
          </a:ln>
        </p:spPr>
        <p:txBody>
          <a:bodyPr wrap="square"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 Evaluate &amp; optimise</a:t>
            </a:r>
            <a:endParaRPr lang="en-US" sz="900" dirty="0"/>
          </a:p>
        </p:txBody>
      </p:sp>
    </p:spTree>
    <p:extLst>
      <p:ext uri="{BB962C8B-B14F-4D97-AF65-F5344CB8AC3E}">
        <p14:creationId xmlns:p14="http://schemas.microsoft.com/office/powerpoint/2010/main" val="36318158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01 — INTRODUCTION TO AI/ML</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Core ML Idea — The Statistical Learning Framework</a:t>
            </a:r>
            <a:endParaRPr lang="en-US" sz="2400" dirty="0"/>
          </a:p>
        </p:txBody>
      </p:sp>
      <p:sp>
        <p:nvSpPr>
          <p:cNvPr id="5" name="Shape 3"/>
          <p:cNvSpPr/>
          <p:nvPr/>
        </p:nvSpPr>
        <p:spPr>
          <a:xfrm>
            <a:off x="320040" y="960120"/>
            <a:ext cx="8503920" cy="621792"/>
          </a:xfrm>
          <a:prstGeom prst="rect">
            <a:avLst/>
          </a:prstGeom>
          <a:solidFill>
            <a:srgbClr val="1565C0"/>
          </a:solidFill>
          <a:ln w="12700">
            <a:solidFill>
              <a:srgbClr val="1565C0"/>
            </a:solidFill>
            <a:prstDash val="solid"/>
          </a:ln>
        </p:spPr>
        <p:txBody>
          <a:bodyPr/>
          <a:lstStyle/>
          <a:p>
            <a:endParaRPr lang="en-IN"/>
          </a:p>
        </p:txBody>
      </p:sp>
      <mc:AlternateContent xmlns:mc="http://schemas.openxmlformats.org/markup-compatibility/2006" xmlns:a14="http://schemas.microsoft.com/office/drawing/2010/main">
        <mc:Choice Requires="a14">
          <p:sp>
            <p:nvSpPr>
              <p:cNvPr id="6" name="Text 4"/>
              <p:cNvSpPr/>
              <p:nvPr/>
            </p:nvSpPr>
            <p:spPr>
              <a:xfrm>
                <a:off x="457200" y="1005840"/>
                <a:ext cx="8229600" cy="530352"/>
              </a:xfrm>
              <a:prstGeom prst="rect">
                <a:avLst/>
              </a:prstGeom>
              <a:noFill/>
              <a:ln/>
            </p:spPr>
            <p:txBody>
              <a:bodyPr wrap="square" rtlCol="0" anchor="ctr"/>
              <a:lstStyle/>
              <a:p>
                <a:r>
                  <a:rPr lang="en-US" sz="1400" b="1" dirty="0">
                    <a:solidFill>
                      <a:srgbClr val="FFFFFF"/>
                    </a:solidFill>
                    <a:latin typeface="Calibri" pitchFamily="34" charset="0"/>
                    <a:ea typeface="Calibri" pitchFamily="34" charset="-122"/>
                    <a:cs typeface="Calibri" pitchFamily="34" charset="-120"/>
                  </a:rPr>
                  <a:t>Goal: Find </a:t>
                </a:r>
                <a14:m>
                  <m:oMath xmlns:m="http://schemas.openxmlformats.org/officeDocument/2006/math">
                    <m:acc>
                      <m:accPr>
                        <m:chr m:val="̂"/>
                        <m:ctrlPr>
                          <a:rPr lang="en-US" sz="1400" b="1" i="1" dirty="0" smtClean="0">
                            <a:solidFill>
                              <a:schemeClr val="bg1"/>
                            </a:solidFill>
                            <a:latin typeface="Cambria Math" panose="02040503050406030204" pitchFamily="18" charset="0"/>
                            <a:ea typeface="Calibri" pitchFamily="34" charset="-122"/>
                            <a:cs typeface="Calibri" pitchFamily="34" charset="-120"/>
                          </a:rPr>
                        </m:ctrlPr>
                      </m:accPr>
                      <m:e>
                        <m:r>
                          <a:rPr lang="en-US" sz="1400" b="1" i="1" dirty="0">
                            <a:solidFill>
                              <a:schemeClr val="bg1"/>
                            </a:solidFill>
                            <a:latin typeface="Cambria Math" panose="02040503050406030204" pitchFamily="18" charset="0"/>
                            <a:ea typeface="Calibri" pitchFamily="34" charset="-122"/>
                            <a:cs typeface="Calibri" pitchFamily="34" charset="-120"/>
                          </a:rPr>
                          <m:t>𝒇</m:t>
                        </m:r>
                      </m:e>
                    </m:acc>
                  </m:oMath>
                </a14:m>
                <a:r>
                  <a:rPr lang="en-US" sz="1400" b="1" dirty="0">
                    <a:solidFill>
                      <a:srgbClr val="FFFFFF"/>
                    </a:solidFill>
                    <a:latin typeface="Calibri" pitchFamily="34" charset="0"/>
                    <a:ea typeface="Calibri" pitchFamily="34" charset="-122"/>
                    <a:cs typeface="Calibri" pitchFamily="34" charset="-120"/>
                  </a:rPr>
                  <a:t>(X) to approximate f(X) = E[Y|X] — minimising prediction error on unseen data</a:t>
                </a:r>
                <a:endParaRPr lang="en-US" sz="1400" dirty="0"/>
              </a:p>
            </p:txBody>
          </p:sp>
        </mc:Choice>
        <mc:Fallback xmlns="">
          <p:sp>
            <p:nvSpPr>
              <p:cNvPr id="6" name="Text 4"/>
              <p:cNvSpPr>
                <a:spLocks noRot="1" noChangeAspect="1" noMove="1" noResize="1" noEditPoints="1" noAdjustHandles="1" noChangeArrowheads="1" noChangeShapeType="1" noTextEdit="1"/>
              </p:cNvSpPr>
              <p:nvPr/>
            </p:nvSpPr>
            <p:spPr>
              <a:xfrm>
                <a:off x="457200" y="1005840"/>
                <a:ext cx="8229600" cy="530352"/>
              </a:xfrm>
              <a:prstGeom prst="rect">
                <a:avLst/>
              </a:prstGeom>
              <a:blipFill>
                <a:blip r:embed="rId3"/>
                <a:stretch>
                  <a:fillRect l="-222"/>
                </a:stretch>
              </a:blipFill>
              <a:ln/>
            </p:spPr>
            <p:txBody>
              <a:bodyPr/>
              <a:lstStyle/>
              <a:p>
                <a:r>
                  <a:rPr lang="en-IN">
                    <a:noFill/>
                  </a:rPr>
                  <a:t> </a:t>
                </a:r>
              </a:p>
            </p:txBody>
          </p:sp>
        </mc:Fallback>
      </mc:AlternateContent>
      <p:sp>
        <p:nvSpPr>
          <p:cNvPr id="7" name="Shape 5"/>
          <p:cNvSpPr/>
          <p:nvPr/>
        </p:nvSpPr>
        <p:spPr>
          <a:xfrm>
            <a:off x="320040" y="1691640"/>
            <a:ext cx="2011680" cy="260604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8" name="Shape 6"/>
          <p:cNvSpPr/>
          <p:nvPr/>
        </p:nvSpPr>
        <p:spPr>
          <a:xfrm>
            <a:off x="320040" y="1691640"/>
            <a:ext cx="2011680" cy="45720"/>
          </a:xfrm>
          <a:prstGeom prst="rect">
            <a:avLst/>
          </a:prstGeom>
          <a:solidFill>
            <a:srgbClr val="1565C0"/>
          </a:solidFill>
          <a:ln w="12700">
            <a:solidFill>
              <a:srgbClr val="1565C0"/>
            </a:solidFill>
            <a:prstDash val="solid"/>
          </a:ln>
        </p:spPr>
        <p:txBody>
          <a:bodyPr/>
          <a:lstStyle/>
          <a:p>
            <a:endParaRPr lang="en-IN"/>
          </a:p>
        </p:txBody>
      </p:sp>
      <p:sp>
        <p:nvSpPr>
          <p:cNvPr id="9" name="Text 7"/>
          <p:cNvSpPr/>
          <p:nvPr/>
        </p:nvSpPr>
        <p:spPr>
          <a:xfrm>
            <a:off x="411480" y="1737360"/>
            <a:ext cx="1828800" cy="301752"/>
          </a:xfrm>
          <a:prstGeom prst="rect">
            <a:avLst/>
          </a:prstGeom>
          <a:noFill/>
          <a:ln/>
        </p:spPr>
        <p:txBody>
          <a:bodyPr wrap="square"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Supervised ML</a:t>
            </a:r>
            <a:endParaRPr lang="en-US" sz="1200" dirty="0"/>
          </a:p>
        </p:txBody>
      </p:sp>
      <p:sp>
        <p:nvSpPr>
          <p:cNvPr id="10" name="Text 8"/>
          <p:cNvSpPr/>
          <p:nvPr/>
        </p:nvSpPr>
        <p:spPr>
          <a:xfrm>
            <a:off x="411480" y="2057400"/>
            <a:ext cx="1828800" cy="228600"/>
          </a:xfrm>
          <a:prstGeom prst="rect">
            <a:avLst/>
          </a:prstGeom>
          <a:noFill/>
          <a:ln/>
        </p:spPr>
        <p:txBody>
          <a:bodyPr wrap="square" rtlCol="0" anchor="ctr"/>
          <a:lstStyle/>
          <a:p>
            <a:pPr marL="0" indent="0">
              <a:buNone/>
            </a:pPr>
            <a:r>
              <a:rPr lang="en-US" sz="1000" i="1" dirty="0">
                <a:solidFill>
                  <a:srgbClr val="616161"/>
                </a:solidFill>
                <a:latin typeface="Calibri" pitchFamily="34" charset="0"/>
                <a:ea typeface="Calibri" pitchFamily="34" charset="-122"/>
                <a:cs typeface="Calibri" pitchFamily="34" charset="-120"/>
              </a:rPr>
              <a:t>Input X + Label Y</a:t>
            </a:r>
            <a:endParaRPr lang="en-US" sz="1000" dirty="0"/>
          </a:p>
        </p:txBody>
      </p:sp>
      <p:sp>
        <p:nvSpPr>
          <p:cNvPr id="11" name="Text 9"/>
          <p:cNvSpPr/>
          <p:nvPr/>
        </p:nvSpPr>
        <p:spPr>
          <a:xfrm>
            <a:off x="411480" y="2304288"/>
            <a:ext cx="1828800" cy="1828800"/>
          </a:xfrm>
          <a:prstGeom prst="rect">
            <a:avLst/>
          </a:prstGeom>
          <a:noFill/>
          <a:ln/>
        </p:spPr>
        <p:txBody>
          <a:bodyPr wrap="square" rtlCol="0" anchor="t"/>
          <a:lstStyle/>
          <a:p>
            <a:pPr marL="0" indent="0">
              <a:buNone/>
            </a:pPr>
            <a:r>
              <a:rPr lang="en-US" sz="1000" dirty="0">
                <a:solidFill>
                  <a:srgbClr val="212121"/>
                </a:solidFill>
                <a:latin typeface="Calibri" pitchFamily="34" charset="0"/>
                <a:ea typeface="Calibri" pitchFamily="34" charset="-122"/>
                <a:cs typeface="Calibri" pitchFamily="34" charset="-120"/>
              </a:rPr>
              <a:t>Learn mapping X → Y from labelled examples.</a:t>
            </a:r>
            <a:endParaRPr lang="en-US" sz="1000" dirty="0"/>
          </a:p>
          <a:p>
            <a:pPr marL="0" indent="0">
              <a:buNone/>
            </a:pPr>
            <a:r>
              <a:rPr lang="en-US" sz="1000" dirty="0">
                <a:solidFill>
                  <a:srgbClr val="212121"/>
                </a:solidFill>
                <a:latin typeface="Calibri" pitchFamily="34" charset="0"/>
                <a:ea typeface="Calibri" pitchFamily="34" charset="-122"/>
                <a:cs typeface="Calibri" pitchFamily="34" charset="-120"/>
              </a:rPr>
              <a:t>Regression: Y continuous</a:t>
            </a:r>
            <a:endParaRPr lang="en-US" sz="1000" dirty="0"/>
          </a:p>
          <a:p>
            <a:pPr marL="0" indent="0">
              <a:buNone/>
            </a:pPr>
            <a:r>
              <a:rPr lang="en-US" sz="1000" dirty="0">
                <a:solidFill>
                  <a:srgbClr val="212121"/>
                </a:solidFill>
                <a:latin typeface="Calibri" pitchFamily="34" charset="0"/>
                <a:ea typeface="Calibri" pitchFamily="34" charset="-122"/>
                <a:cs typeface="Calibri" pitchFamily="34" charset="-120"/>
              </a:rPr>
              <a:t>Classification: Y categorical</a:t>
            </a:r>
            <a:endParaRPr lang="en-US" sz="1000" dirty="0"/>
          </a:p>
          <a:p>
            <a:pPr marL="0" indent="0">
              <a:buNone/>
            </a:pPr>
            <a:r>
              <a:rPr lang="en-US" sz="1000" dirty="0">
                <a:solidFill>
                  <a:srgbClr val="212121"/>
                </a:solidFill>
                <a:latin typeface="Calibri" pitchFamily="34" charset="0"/>
                <a:ea typeface="Calibri" pitchFamily="34" charset="-122"/>
                <a:cs typeface="Calibri" pitchFamily="34" charset="-120"/>
              </a:rPr>
              <a:t>Survival: Y time-to-event</a:t>
            </a:r>
            <a:endParaRPr lang="en-US" sz="1000" dirty="0"/>
          </a:p>
        </p:txBody>
      </p:sp>
      <p:sp>
        <p:nvSpPr>
          <p:cNvPr id="12" name="Shape 10"/>
          <p:cNvSpPr/>
          <p:nvPr/>
        </p:nvSpPr>
        <p:spPr>
          <a:xfrm>
            <a:off x="2468880" y="1691640"/>
            <a:ext cx="2011680" cy="260604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3" name="Shape 11"/>
          <p:cNvSpPr/>
          <p:nvPr/>
        </p:nvSpPr>
        <p:spPr>
          <a:xfrm>
            <a:off x="2468880" y="1691640"/>
            <a:ext cx="2011680" cy="45720"/>
          </a:xfrm>
          <a:prstGeom prst="rect">
            <a:avLst/>
          </a:prstGeom>
          <a:solidFill>
            <a:srgbClr val="0097A7"/>
          </a:solidFill>
          <a:ln w="12700">
            <a:solidFill>
              <a:srgbClr val="0097A7"/>
            </a:solidFill>
            <a:prstDash val="solid"/>
          </a:ln>
        </p:spPr>
        <p:txBody>
          <a:bodyPr/>
          <a:lstStyle/>
          <a:p>
            <a:endParaRPr lang="en-IN"/>
          </a:p>
        </p:txBody>
      </p:sp>
      <p:sp>
        <p:nvSpPr>
          <p:cNvPr id="14" name="Text 12"/>
          <p:cNvSpPr/>
          <p:nvPr/>
        </p:nvSpPr>
        <p:spPr>
          <a:xfrm>
            <a:off x="2560320" y="1737360"/>
            <a:ext cx="1828800" cy="301752"/>
          </a:xfrm>
          <a:prstGeom prst="rect">
            <a:avLst/>
          </a:prstGeom>
          <a:noFill/>
          <a:ln/>
        </p:spPr>
        <p:txBody>
          <a:bodyPr wrap="square" rtlCol="0" anchor="ctr"/>
          <a:lstStyle/>
          <a:p>
            <a:pPr marL="0" indent="0">
              <a:buNone/>
            </a:pPr>
            <a:r>
              <a:rPr lang="en-US" sz="1200" b="1" dirty="0">
                <a:solidFill>
                  <a:srgbClr val="0097A7"/>
                </a:solidFill>
                <a:latin typeface="Calibri" pitchFamily="34" charset="0"/>
                <a:ea typeface="Calibri" pitchFamily="34" charset="-122"/>
                <a:cs typeface="Calibri" pitchFamily="34" charset="-120"/>
              </a:rPr>
              <a:t>Training</a:t>
            </a:r>
            <a:endParaRPr lang="en-US" sz="1200" dirty="0"/>
          </a:p>
        </p:txBody>
      </p:sp>
      <p:sp>
        <p:nvSpPr>
          <p:cNvPr id="15" name="Text 13"/>
          <p:cNvSpPr/>
          <p:nvPr/>
        </p:nvSpPr>
        <p:spPr>
          <a:xfrm>
            <a:off x="2560320" y="2057400"/>
            <a:ext cx="1828800" cy="228600"/>
          </a:xfrm>
          <a:prstGeom prst="rect">
            <a:avLst/>
          </a:prstGeom>
          <a:noFill/>
          <a:ln/>
        </p:spPr>
        <p:txBody>
          <a:bodyPr wrap="square" rtlCol="0" anchor="ctr"/>
          <a:lstStyle/>
          <a:p>
            <a:pPr marL="0" indent="0">
              <a:buNone/>
            </a:pPr>
            <a:r>
              <a:rPr lang="en-US" sz="1000" i="1" dirty="0">
                <a:solidFill>
                  <a:srgbClr val="616161"/>
                </a:solidFill>
                <a:latin typeface="Calibri" pitchFamily="34" charset="0"/>
                <a:ea typeface="Calibri" pitchFamily="34" charset="-122"/>
                <a:cs typeface="Calibri" pitchFamily="34" charset="-120"/>
              </a:rPr>
              <a:t>Learn from data</a:t>
            </a:r>
            <a:endParaRPr lang="en-US" sz="1000" dirty="0"/>
          </a:p>
        </p:txBody>
      </p:sp>
      <p:sp>
        <p:nvSpPr>
          <p:cNvPr id="16" name="Text 14"/>
          <p:cNvSpPr/>
          <p:nvPr/>
        </p:nvSpPr>
        <p:spPr>
          <a:xfrm>
            <a:off x="2560320" y="2304288"/>
            <a:ext cx="1828800" cy="1828800"/>
          </a:xfrm>
          <a:prstGeom prst="rect">
            <a:avLst/>
          </a:prstGeom>
          <a:noFill/>
          <a:ln/>
        </p:spPr>
        <p:txBody>
          <a:bodyPr wrap="square" rtlCol="0" anchor="t"/>
          <a:lstStyle/>
          <a:p>
            <a:pPr marL="0" indent="0">
              <a:buNone/>
            </a:pPr>
            <a:r>
              <a:rPr lang="en-US" sz="1000" dirty="0">
                <a:solidFill>
                  <a:srgbClr val="212121"/>
                </a:solidFill>
                <a:latin typeface="Calibri" pitchFamily="34" charset="0"/>
                <a:ea typeface="Calibri" pitchFamily="34" charset="-122"/>
                <a:cs typeface="Calibri" pitchFamily="34" charset="-120"/>
              </a:rPr>
              <a:t>Algorithm sees labelled training data.</a:t>
            </a:r>
            <a:endParaRPr lang="en-US" sz="1000" dirty="0"/>
          </a:p>
          <a:p>
            <a:pPr marL="0" indent="0">
              <a:buNone/>
            </a:pPr>
            <a:r>
              <a:rPr lang="en-US" sz="1000" dirty="0">
                <a:solidFill>
                  <a:srgbClr val="212121"/>
                </a:solidFill>
                <a:latin typeface="Calibri" pitchFamily="34" charset="0"/>
                <a:ea typeface="Calibri" pitchFamily="34" charset="-122"/>
                <a:cs typeface="Calibri" pitchFamily="34" charset="-120"/>
              </a:rPr>
              <a:t>Adjusts parameters to minimise loss L(Y, Ŷ).</a:t>
            </a:r>
            <a:endParaRPr lang="en-US" sz="1000" dirty="0"/>
          </a:p>
          <a:p>
            <a:pPr marL="0" indent="0">
              <a:buNone/>
            </a:pPr>
            <a:r>
              <a:rPr lang="en-US" sz="1000" dirty="0">
                <a:solidFill>
                  <a:srgbClr val="212121"/>
                </a:solidFill>
                <a:latin typeface="Calibri" pitchFamily="34" charset="0"/>
                <a:ea typeface="Calibri" pitchFamily="34" charset="-122"/>
                <a:cs typeface="Calibri" pitchFamily="34" charset="-120"/>
              </a:rPr>
              <a:t>Analogy: medical student reviewing past cases with known diagnoses.</a:t>
            </a:r>
            <a:endParaRPr lang="en-US" sz="1000" dirty="0"/>
          </a:p>
        </p:txBody>
      </p:sp>
      <p:sp>
        <p:nvSpPr>
          <p:cNvPr id="17" name="Shape 15"/>
          <p:cNvSpPr/>
          <p:nvPr/>
        </p:nvSpPr>
        <p:spPr>
          <a:xfrm>
            <a:off x="4617720" y="1691640"/>
            <a:ext cx="2011680" cy="260604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8" name="Shape 16"/>
          <p:cNvSpPr/>
          <p:nvPr/>
        </p:nvSpPr>
        <p:spPr>
          <a:xfrm>
            <a:off x="4617720" y="1691640"/>
            <a:ext cx="2011680" cy="45720"/>
          </a:xfrm>
          <a:prstGeom prst="rect">
            <a:avLst/>
          </a:prstGeom>
          <a:solidFill>
            <a:srgbClr val="2E7D32"/>
          </a:solidFill>
          <a:ln w="12700">
            <a:solidFill>
              <a:srgbClr val="2E7D32"/>
            </a:solidFill>
            <a:prstDash val="solid"/>
          </a:ln>
        </p:spPr>
        <p:txBody>
          <a:bodyPr/>
          <a:lstStyle/>
          <a:p>
            <a:endParaRPr lang="en-IN"/>
          </a:p>
        </p:txBody>
      </p:sp>
      <p:sp>
        <p:nvSpPr>
          <p:cNvPr id="19" name="Text 17"/>
          <p:cNvSpPr/>
          <p:nvPr/>
        </p:nvSpPr>
        <p:spPr>
          <a:xfrm>
            <a:off x="4709160" y="1737360"/>
            <a:ext cx="1828800" cy="301752"/>
          </a:xfrm>
          <a:prstGeom prst="rect">
            <a:avLst/>
          </a:prstGeom>
          <a:noFill/>
          <a:ln/>
        </p:spPr>
        <p:txBody>
          <a:bodyPr wrap="square"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Validation</a:t>
            </a:r>
            <a:endParaRPr lang="en-US" sz="1200" dirty="0"/>
          </a:p>
        </p:txBody>
      </p:sp>
      <p:sp>
        <p:nvSpPr>
          <p:cNvPr id="20" name="Text 18"/>
          <p:cNvSpPr/>
          <p:nvPr/>
        </p:nvSpPr>
        <p:spPr>
          <a:xfrm>
            <a:off x="4709160" y="2057400"/>
            <a:ext cx="1828800" cy="228600"/>
          </a:xfrm>
          <a:prstGeom prst="rect">
            <a:avLst/>
          </a:prstGeom>
          <a:noFill/>
          <a:ln/>
        </p:spPr>
        <p:txBody>
          <a:bodyPr wrap="square" rtlCol="0" anchor="ctr"/>
          <a:lstStyle/>
          <a:p>
            <a:pPr marL="0" indent="0">
              <a:buNone/>
            </a:pPr>
            <a:r>
              <a:rPr lang="en-US" sz="1000" i="1" dirty="0">
                <a:solidFill>
                  <a:srgbClr val="616161"/>
                </a:solidFill>
                <a:latin typeface="Calibri" pitchFamily="34" charset="0"/>
                <a:ea typeface="Calibri" pitchFamily="34" charset="-122"/>
                <a:cs typeface="Calibri" pitchFamily="34" charset="-120"/>
              </a:rPr>
              <a:t>Tune &amp; select</a:t>
            </a:r>
            <a:endParaRPr lang="en-US" sz="1000" dirty="0"/>
          </a:p>
        </p:txBody>
      </p:sp>
      <p:sp>
        <p:nvSpPr>
          <p:cNvPr id="21" name="Text 19"/>
          <p:cNvSpPr/>
          <p:nvPr/>
        </p:nvSpPr>
        <p:spPr>
          <a:xfrm>
            <a:off x="4709160" y="2304288"/>
            <a:ext cx="1828800" cy="1828800"/>
          </a:xfrm>
          <a:prstGeom prst="rect">
            <a:avLst/>
          </a:prstGeom>
          <a:noFill/>
          <a:ln/>
        </p:spPr>
        <p:txBody>
          <a:bodyPr wrap="square" rtlCol="0" anchor="t"/>
          <a:lstStyle/>
          <a:p>
            <a:pPr marL="0" indent="0">
              <a:buNone/>
            </a:pPr>
            <a:r>
              <a:rPr lang="en-US" sz="1000" dirty="0">
                <a:solidFill>
                  <a:srgbClr val="212121"/>
                </a:solidFill>
                <a:latin typeface="Calibri" pitchFamily="34" charset="0"/>
                <a:ea typeface="Calibri" pitchFamily="34" charset="-122"/>
                <a:cs typeface="Calibri" pitchFamily="34" charset="-120"/>
              </a:rPr>
              <a:t>Monitor performance on held-out set.</a:t>
            </a:r>
            <a:endParaRPr lang="en-US" sz="1000" dirty="0"/>
          </a:p>
          <a:p>
            <a:pPr marL="0" indent="0">
              <a:buNone/>
            </a:pPr>
            <a:r>
              <a:rPr lang="en-US" sz="1000" dirty="0">
                <a:solidFill>
                  <a:srgbClr val="212121"/>
                </a:solidFill>
                <a:latin typeface="Calibri" pitchFamily="34" charset="0"/>
                <a:ea typeface="Calibri" pitchFamily="34" charset="-122"/>
                <a:cs typeface="Calibri" pitchFamily="34" charset="-120"/>
              </a:rPr>
              <a:t>Select hyperparameters (tree depth, K, λ).</a:t>
            </a:r>
            <a:endParaRPr lang="en-US" sz="1000" dirty="0"/>
          </a:p>
          <a:p>
            <a:pPr marL="0" indent="0">
              <a:buNone/>
            </a:pPr>
            <a:r>
              <a:rPr lang="en-US" sz="1000" dirty="0">
                <a:solidFill>
                  <a:srgbClr val="212121"/>
                </a:solidFill>
                <a:latin typeface="Calibri" pitchFamily="34" charset="0"/>
                <a:ea typeface="Calibri" pitchFamily="34" charset="-122"/>
                <a:cs typeface="Calibri" pitchFamily="34" charset="-120"/>
              </a:rPr>
              <a:t>Never use test set here — preserve it.</a:t>
            </a:r>
            <a:endParaRPr lang="en-US" sz="1000" dirty="0"/>
          </a:p>
        </p:txBody>
      </p:sp>
      <p:sp>
        <p:nvSpPr>
          <p:cNvPr id="22" name="Shape 20"/>
          <p:cNvSpPr/>
          <p:nvPr/>
        </p:nvSpPr>
        <p:spPr>
          <a:xfrm>
            <a:off x="6766560" y="1691640"/>
            <a:ext cx="2011680" cy="260604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23" name="Shape 21"/>
          <p:cNvSpPr/>
          <p:nvPr/>
        </p:nvSpPr>
        <p:spPr>
          <a:xfrm>
            <a:off x="6766560" y="1691640"/>
            <a:ext cx="2011680" cy="45720"/>
          </a:xfrm>
          <a:prstGeom prst="rect">
            <a:avLst/>
          </a:prstGeom>
          <a:solidFill>
            <a:srgbClr val="6A1B9A"/>
          </a:solidFill>
          <a:ln w="12700">
            <a:solidFill>
              <a:srgbClr val="6A1B9A"/>
            </a:solidFill>
            <a:prstDash val="solid"/>
          </a:ln>
        </p:spPr>
        <p:txBody>
          <a:bodyPr/>
          <a:lstStyle/>
          <a:p>
            <a:endParaRPr lang="en-IN"/>
          </a:p>
        </p:txBody>
      </p:sp>
      <p:sp>
        <p:nvSpPr>
          <p:cNvPr id="24" name="Text 22"/>
          <p:cNvSpPr/>
          <p:nvPr/>
        </p:nvSpPr>
        <p:spPr>
          <a:xfrm>
            <a:off x="6858000" y="1737360"/>
            <a:ext cx="1828800" cy="301752"/>
          </a:xfrm>
          <a:prstGeom prst="rect">
            <a:avLst/>
          </a:prstGeom>
          <a:noFill/>
          <a:ln/>
        </p:spPr>
        <p:txBody>
          <a:bodyPr wrap="square" rtlCol="0" anchor="ctr"/>
          <a:lstStyle/>
          <a:p>
            <a:pPr marL="0" indent="0">
              <a:buNone/>
            </a:pPr>
            <a:r>
              <a:rPr lang="en-US" sz="1200" b="1" dirty="0">
                <a:solidFill>
                  <a:srgbClr val="6A1B9A"/>
                </a:solidFill>
                <a:latin typeface="Calibri" pitchFamily="34" charset="0"/>
                <a:ea typeface="Calibri" pitchFamily="34" charset="-122"/>
                <a:cs typeface="Calibri" pitchFamily="34" charset="-120"/>
              </a:rPr>
              <a:t>Test Set</a:t>
            </a:r>
            <a:endParaRPr lang="en-US" sz="1200" dirty="0"/>
          </a:p>
        </p:txBody>
      </p:sp>
      <p:sp>
        <p:nvSpPr>
          <p:cNvPr id="25" name="Text 23"/>
          <p:cNvSpPr/>
          <p:nvPr/>
        </p:nvSpPr>
        <p:spPr>
          <a:xfrm>
            <a:off x="6858000" y="2057400"/>
            <a:ext cx="1828800" cy="228600"/>
          </a:xfrm>
          <a:prstGeom prst="rect">
            <a:avLst/>
          </a:prstGeom>
          <a:noFill/>
          <a:ln/>
        </p:spPr>
        <p:txBody>
          <a:bodyPr wrap="square" rtlCol="0" anchor="ctr"/>
          <a:lstStyle/>
          <a:p>
            <a:pPr marL="0" indent="0">
              <a:buNone/>
            </a:pPr>
            <a:r>
              <a:rPr lang="en-US" sz="1000" i="1" dirty="0">
                <a:solidFill>
                  <a:srgbClr val="616161"/>
                </a:solidFill>
                <a:latin typeface="Calibri" pitchFamily="34" charset="0"/>
                <a:ea typeface="Calibri" pitchFamily="34" charset="-122"/>
                <a:cs typeface="Calibri" pitchFamily="34" charset="-120"/>
              </a:rPr>
              <a:t>Final honest evaluation</a:t>
            </a:r>
            <a:endParaRPr lang="en-US" sz="1000" dirty="0"/>
          </a:p>
        </p:txBody>
      </p:sp>
      <p:sp>
        <p:nvSpPr>
          <p:cNvPr id="26" name="Text 24"/>
          <p:cNvSpPr/>
          <p:nvPr/>
        </p:nvSpPr>
        <p:spPr>
          <a:xfrm>
            <a:off x="6858000" y="2304288"/>
            <a:ext cx="1828800" cy="1828800"/>
          </a:xfrm>
          <a:prstGeom prst="rect">
            <a:avLst/>
          </a:prstGeom>
          <a:noFill/>
          <a:ln/>
        </p:spPr>
        <p:txBody>
          <a:bodyPr wrap="square" rtlCol="0" anchor="t"/>
          <a:lstStyle/>
          <a:p>
            <a:pPr marL="0" indent="0">
              <a:buNone/>
            </a:pPr>
            <a:r>
              <a:rPr lang="en-US" sz="1000" dirty="0">
                <a:solidFill>
                  <a:srgbClr val="212121"/>
                </a:solidFill>
                <a:latin typeface="Calibri" pitchFamily="34" charset="0"/>
                <a:ea typeface="Calibri" pitchFamily="34" charset="-122"/>
                <a:cs typeface="Calibri" pitchFamily="34" charset="-120"/>
              </a:rPr>
              <a:t>Used ONCE at the end. Reports unbiased AUC.</a:t>
            </a:r>
            <a:endParaRPr lang="en-US" sz="1000" dirty="0"/>
          </a:p>
          <a:p>
            <a:pPr marL="0" indent="0">
              <a:buNone/>
            </a:pPr>
            <a:r>
              <a:rPr lang="en-US" sz="1000" dirty="0">
                <a:solidFill>
                  <a:srgbClr val="212121"/>
                </a:solidFill>
                <a:latin typeface="Calibri" pitchFamily="34" charset="0"/>
                <a:ea typeface="Calibri" pitchFamily="34" charset="-122"/>
                <a:cs typeface="Calibri" pitchFamily="34" charset="-120"/>
              </a:rPr>
              <a:t>Analogy: board exam the student never saw before.</a:t>
            </a:r>
            <a:endParaRPr lang="en-US" sz="1000" dirty="0"/>
          </a:p>
          <a:p>
            <a:pPr marL="0" indent="0">
              <a:buNone/>
            </a:pPr>
            <a:r>
              <a:rPr lang="en-US" sz="1000" dirty="0">
                <a:solidFill>
                  <a:srgbClr val="212121"/>
                </a:solidFill>
                <a:latin typeface="Calibri" pitchFamily="34" charset="0"/>
                <a:ea typeface="Calibri" pitchFamily="34" charset="-122"/>
                <a:cs typeface="Calibri" pitchFamily="34" charset="-120"/>
              </a:rPr>
              <a:t>Any peek inflates apparent performance.</a:t>
            </a:r>
            <a:endParaRPr lang="en-US" sz="1000" dirty="0"/>
          </a:p>
        </p:txBody>
      </p:sp>
      <p:sp>
        <p:nvSpPr>
          <p:cNvPr id="27" name="Shape 25"/>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28" name="Shape 26"/>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29" name="Shape 27"/>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Tree>
    <p:extLst>
      <p:ext uri="{BB962C8B-B14F-4D97-AF65-F5344CB8AC3E}">
        <p14:creationId xmlns:p14="http://schemas.microsoft.com/office/powerpoint/2010/main" val="4328807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01 — INTRODUCTION TO AI/ML</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Key ML Paradigm — Bias-Variance Tradeoff</a:t>
            </a:r>
            <a:endParaRPr lang="en-US" sz="2400" dirty="0"/>
          </a:p>
        </p:txBody>
      </p:sp>
      <p:sp>
        <p:nvSpPr>
          <p:cNvPr id="5" name="Shape 3"/>
          <p:cNvSpPr/>
          <p:nvPr/>
        </p:nvSpPr>
        <p:spPr>
          <a:xfrm>
            <a:off x="320040" y="987552"/>
            <a:ext cx="8503920" cy="502920"/>
          </a:xfrm>
          <a:prstGeom prst="rect">
            <a:avLst/>
          </a:prstGeom>
          <a:solidFill>
            <a:srgbClr val="E3F2FD"/>
          </a:solidFill>
          <a:ln w="12700">
            <a:solidFill>
              <a:srgbClr val="42A5F5"/>
            </a:solidFill>
            <a:prstDash val="solid"/>
          </a:ln>
        </p:spPr>
        <p:txBody>
          <a:bodyPr/>
          <a:lstStyle/>
          <a:p>
            <a:endParaRPr lang="en-IN"/>
          </a:p>
        </p:txBody>
      </p:sp>
      <mc:AlternateContent xmlns:mc="http://schemas.openxmlformats.org/markup-compatibility/2006" xmlns:a14="http://schemas.microsoft.com/office/drawing/2010/main">
        <mc:Choice Requires="a14">
          <p:sp>
            <p:nvSpPr>
              <p:cNvPr id="6" name="Text 4"/>
              <p:cNvSpPr/>
              <p:nvPr/>
            </p:nvSpPr>
            <p:spPr>
              <a:xfrm>
                <a:off x="457200" y="1024128"/>
                <a:ext cx="8229600" cy="411480"/>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MSE(</a:t>
                </a:r>
                <a14:m>
                  <m:oMath xmlns:m="http://schemas.openxmlformats.org/officeDocument/2006/math">
                    <m:acc>
                      <m:accPr>
                        <m:chr m:val="̂"/>
                        <m:ctrlPr>
                          <a:rPr lang="en-US" sz="1300" b="1" i="1" dirty="0">
                            <a:solidFill>
                              <a:srgbClr val="1565C0"/>
                            </a:solidFill>
                            <a:latin typeface="Cambria Math" panose="02040503050406030204" pitchFamily="18" charset="0"/>
                            <a:ea typeface="Calibri" pitchFamily="34" charset="-122"/>
                            <a:cs typeface="Calibri" pitchFamily="34" charset="-120"/>
                          </a:rPr>
                        </m:ctrlPr>
                      </m:accPr>
                      <m:e>
                        <m:r>
                          <a:rPr lang="en-US" sz="1300" b="1" dirty="0">
                            <a:solidFill>
                              <a:srgbClr val="1565C0"/>
                            </a:solidFill>
                            <a:latin typeface="Cambria Math" panose="02040503050406030204" pitchFamily="18" charset="0"/>
                            <a:ea typeface="Calibri" pitchFamily="34" charset="-122"/>
                            <a:cs typeface="Calibri" pitchFamily="34" charset="-120"/>
                          </a:rPr>
                          <m:t>𝒇</m:t>
                        </m:r>
                      </m:e>
                    </m:acc>
                  </m:oMath>
                </a14:m>
                <a:r>
                  <a:rPr lang="en-US" sz="1300" b="1" dirty="0">
                    <a:solidFill>
                      <a:srgbClr val="1565C0"/>
                    </a:solidFill>
                    <a:latin typeface="Calibri" pitchFamily="34" charset="0"/>
                    <a:ea typeface="Calibri" pitchFamily="34" charset="-122"/>
                    <a:cs typeface="Calibri" pitchFamily="34" charset="-120"/>
                  </a:rPr>
                  <a:t>) = Bias² + Variance + Irreducible Noise  ←  The fundamental decomposition of every ML model</a:t>
                </a:r>
                <a:endParaRPr lang="en-US" sz="1300" dirty="0"/>
              </a:p>
            </p:txBody>
          </p:sp>
        </mc:Choice>
        <mc:Fallback xmlns="">
          <p:sp>
            <p:nvSpPr>
              <p:cNvPr id="6" name="Text 4"/>
              <p:cNvSpPr>
                <a:spLocks noRot="1" noChangeAspect="1" noMove="1" noResize="1" noEditPoints="1" noAdjustHandles="1" noChangeArrowheads="1" noChangeShapeType="1" noTextEdit="1"/>
              </p:cNvSpPr>
              <p:nvPr/>
            </p:nvSpPr>
            <p:spPr>
              <a:xfrm>
                <a:off x="457200" y="1024128"/>
                <a:ext cx="8229600" cy="411480"/>
              </a:xfrm>
              <a:prstGeom prst="rect">
                <a:avLst/>
              </a:prstGeom>
              <a:blipFill>
                <a:blip r:embed="rId3"/>
                <a:stretch>
                  <a:fillRect l="-74"/>
                </a:stretch>
              </a:blipFill>
              <a:ln/>
            </p:spPr>
            <p:txBody>
              <a:bodyPr/>
              <a:lstStyle/>
              <a:p>
                <a:r>
                  <a:rPr lang="en-IN">
                    <a:noFill/>
                  </a:rPr>
                  <a:t> </a:t>
                </a:r>
              </a:p>
            </p:txBody>
          </p:sp>
        </mc:Fallback>
      </mc:AlternateContent>
      <p:sp>
        <p:nvSpPr>
          <p:cNvPr id="7" name="Shape 5"/>
          <p:cNvSpPr/>
          <p:nvPr/>
        </p:nvSpPr>
        <p:spPr>
          <a:xfrm>
            <a:off x="320040" y="1600200"/>
            <a:ext cx="2743200" cy="269748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8" name="Shape 6"/>
          <p:cNvSpPr/>
          <p:nvPr/>
        </p:nvSpPr>
        <p:spPr>
          <a:xfrm>
            <a:off x="320040" y="1600200"/>
            <a:ext cx="2743200" cy="45720"/>
          </a:xfrm>
          <a:prstGeom prst="rect">
            <a:avLst/>
          </a:prstGeom>
          <a:solidFill>
            <a:srgbClr val="1565C0"/>
          </a:solidFill>
          <a:ln w="12700">
            <a:solidFill>
              <a:srgbClr val="1565C0"/>
            </a:solidFill>
            <a:prstDash val="solid"/>
          </a:ln>
        </p:spPr>
        <p:txBody>
          <a:bodyPr/>
          <a:lstStyle/>
          <a:p>
            <a:endParaRPr lang="en-IN"/>
          </a:p>
        </p:txBody>
      </p:sp>
      <p:sp>
        <p:nvSpPr>
          <p:cNvPr id="9" name="Text 7"/>
          <p:cNvSpPr/>
          <p:nvPr/>
        </p:nvSpPr>
        <p:spPr>
          <a:xfrm>
            <a:off x="429768" y="1691640"/>
            <a:ext cx="2523744"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Bias (Underfitting)</a:t>
            </a:r>
            <a:endParaRPr lang="en-US" sz="1200" dirty="0"/>
          </a:p>
        </p:txBody>
      </p:sp>
      <p:sp>
        <p:nvSpPr>
          <p:cNvPr id="10" name="Text 8"/>
          <p:cNvSpPr/>
          <p:nvPr/>
        </p:nvSpPr>
        <p:spPr>
          <a:xfrm>
            <a:off x="429768" y="2029968"/>
            <a:ext cx="2523744" cy="2176272"/>
          </a:xfrm>
          <a:prstGeom prst="rect">
            <a:avLst/>
          </a:prstGeom>
          <a:noFill/>
          <a:ln/>
        </p:spPr>
        <p:txBody>
          <a:bodyPr wrap="square" rtlCol="0" anchor="t"/>
          <a:lstStyle/>
          <a:p>
            <a:pPr marL="0" indent="0">
              <a:buNone/>
            </a:pPr>
            <a:r>
              <a:rPr lang="en-US" sz="1050" dirty="0">
                <a:solidFill>
                  <a:srgbClr val="616161"/>
                </a:solidFill>
                <a:latin typeface="Calibri" pitchFamily="34" charset="0"/>
                <a:ea typeface="Calibri" pitchFamily="34" charset="-122"/>
                <a:cs typeface="Calibri" pitchFamily="34" charset="-120"/>
              </a:rPr>
              <a:t>Model too simple to capture the true pattern.</a:t>
            </a:r>
            <a:endParaRPr lang="en-US" sz="1050" dirty="0"/>
          </a:p>
          <a:p>
            <a:pPr marL="0" indent="0">
              <a:buNone/>
            </a:pP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Example: Linear model fitted to U-shaped dose-response. Systematic errors regardless of sample size.</a:t>
            </a:r>
            <a:endParaRPr lang="en-US" sz="1050" dirty="0"/>
          </a:p>
          <a:p>
            <a:pPr marL="0" indent="0">
              <a:buNone/>
            </a:pP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Biostat analogue: Omitted variable bias, model misspecification.</a:t>
            </a:r>
            <a:endParaRPr lang="en-US" sz="1050" dirty="0"/>
          </a:p>
          <a:p>
            <a:pPr marL="0" indent="0">
              <a:buNone/>
            </a:pP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Fix: Use more flexible model; add interaction terms.</a:t>
            </a:r>
            <a:endParaRPr lang="en-US" sz="1050" dirty="0"/>
          </a:p>
        </p:txBody>
      </p:sp>
      <p:sp>
        <p:nvSpPr>
          <p:cNvPr id="11" name="Shape 9"/>
          <p:cNvSpPr/>
          <p:nvPr/>
        </p:nvSpPr>
        <p:spPr>
          <a:xfrm>
            <a:off x="3182112" y="1600200"/>
            <a:ext cx="2743200" cy="269748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2" name="Shape 10"/>
          <p:cNvSpPr/>
          <p:nvPr/>
        </p:nvSpPr>
        <p:spPr>
          <a:xfrm>
            <a:off x="3182112" y="1600200"/>
            <a:ext cx="2743200" cy="45720"/>
          </a:xfrm>
          <a:prstGeom prst="rect">
            <a:avLst/>
          </a:prstGeom>
          <a:solidFill>
            <a:srgbClr val="C62828"/>
          </a:solidFill>
          <a:ln w="12700">
            <a:solidFill>
              <a:srgbClr val="C62828"/>
            </a:solidFill>
            <a:prstDash val="solid"/>
          </a:ln>
        </p:spPr>
        <p:txBody>
          <a:bodyPr/>
          <a:lstStyle/>
          <a:p>
            <a:endParaRPr lang="en-IN"/>
          </a:p>
        </p:txBody>
      </p:sp>
      <p:sp>
        <p:nvSpPr>
          <p:cNvPr id="13" name="Text 11"/>
          <p:cNvSpPr/>
          <p:nvPr/>
        </p:nvSpPr>
        <p:spPr>
          <a:xfrm>
            <a:off x="3291840" y="1691640"/>
            <a:ext cx="2523744"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Variance (Overfitting)</a:t>
            </a:r>
            <a:endParaRPr lang="en-US" sz="1200" dirty="0"/>
          </a:p>
        </p:txBody>
      </p:sp>
      <p:sp>
        <p:nvSpPr>
          <p:cNvPr id="14" name="Text 12"/>
          <p:cNvSpPr/>
          <p:nvPr/>
        </p:nvSpPr>
        <p:spPr>
          <a:xfrm>
            <a:off x="3291840" y="2029968"/>
            <a:ext cx="2523744" cy="2176272"/>
          </a:xfrm>
          <a:prstGeom prst="rect">
            <a:avLst/>
          </a:prstGeom>
          <a:noFill/>
          <a:ln/>
        </p:spPr>
        <p:txBody>
          <a:bodyPr wrap="square" rtlCol="0" anchor="t"/>
          <a:lstStyle/>
          <a:p>
            <a:pPr marL="0" indent="0">
              <a:buNone/>
            </a:pPr>
            <a:r>
              <a:rPr lang="en-US" sz="1050" dirty="0">
                <a:solidFill>
                  <a:srgbClr val="616161"/>
                </a:solidFill>
                <a:latin typeface="Calibri" pitchFamily="34" charset="0"/>
                <a:ea typeface="Calibri" pitchFamily="34" charset="-122"/>
                <a:cs typeface="Calibri" pitchFamily="34" charset="-120"/>
              </a:rPr>
              <a:t>Model too complex; learns noise in training data.</a:t>
            </a:r>
            <a:endParaRPr lang="en-US" sz="1050" dirty="0"/>
          </a:p>
          <a:p>
            <a:pPr marL="0" indent="0">
              <a:buNone/>
            </a:pP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Example: 200-node decision tree achieves 99% training accuracy, 62% on new patients.</a:t>
            </a:r>
            <a:endParaRPr lang="en-US" sz="1050" dirty="0"/>
          </a:p>
          <a:p>
            <a:pPr marL="0" indent="0">
              <a:buNone/>
            </a:pP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Biostat analogue: Regression with too many predictors; R²=0.99 but poor prediction.</a:t>
            </a:r>
            <a:endParaRPr lang="en-US" sz="1050" dirty="0"/>
          </a:p>
          <a:p>
            <a:pPr marL="0" indent="0">
              <a:buNone/>
            </a:pP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Fix: Regularise (LASSO/Ridge); prune; ensemble methods.</a:t>
            </a:r>
            <a:endParaRPr lang="en-US" sz="1050" dirty="0"/>
          </a:p>
        </p:txBody>
      </p:sp>
      <p:sp>
        <p:nvSpPr>
          <p:cNvPr id="15" name="Shape 13"/>
          <p:cNvSpPr/>
          <p:nvPr/>
        </p:nvSpPr>
        <p:spPr>
          <a:xfrm>
            <a:off x="6044184" y="1600200"/>
            <a:ext cx="2743200" cy="269748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6" name="Shape 14"/>
          <p:cNvSpPr/>
          <p:nvPr/>
        </p:nvSpPr>
        <p:spPr>
          <a:xfrm>
            <a:off x="6044184" y="1600200"/>
            <a:ext cx="2743200" cy="45720"/>
          </a:xfrm>
          <a:prstGeom prst="rect">
            <a:avLst/>
          </a:prstGeom>
          <a:solidFill>
            <a:srgbClr val="616161"/>
          </a:solidFill>
          <a:ln w="12700">
            <a:solidFill>
              <a:srgbClr val="616161"/>
            </a:solidFill>
            <a:prstDash val="solid"/>
          </a:ln>
        </p:spPr>
        <p:txBody>
          <a:bodyPr/>
          <a:lstStyle/>
          <a:p>
            <a:endParaRPr lang="en-IN"/>
          </a:p>
        </p:txBody>
      </p:sp>
      <p:sp>
        <p:nvSpPr>
          <p:cNvPr id="17" name="Text 15"/>
          <p:cNvSpPr/>
          <p:nvPr/>
        </p:nvSpPr>
        <p:spPr>
          <a:xfrm>
            <a:off x="6153912" y="1691640"/>
            <a:ext cx="2523744"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Irreducible Noise</a:t>
            </a:r>
            <a:endParaRPr lang="en-US" sz="1200" dirty="0"/>
          </a:p>
        </p:txBody>
      </p:sp>
      <p:sp>
        <p:nvSpPr>
          <p:cNvPr id="18" name="Text 16"/>
          <p:cNvSpPr/>
          <p:nvPr/>
        </p:nvSpPr>
        <p:spPr>
          <a:xfrm>
            <a:off x="6153912" y="2029968"/>
            <a:ext cx="2523744" cy="2176272"/>
          </a:xfrm>
          <a:prstGeom prst="rect">
            <a:avLst/>
          </a:prstGeom>
          <a:noFill/>
          <a:ln/>
        </p:spPr>
        <p:txBody>
          <a:bodyPr wrap="square" rtlCol="0" anchor="t"/>
          <a:lstStyle/>
          <a:p>
            <a:pPr marL="0" indent="0">
              <a:buNone/>
            </a:pPr>
            <a:r>
              <a:rPr lang="en-US" sz="1050" dirty="0">
                <a:solidFill>
                  <a:srgbClr val="616161"/>
                </a:solidFill>
                <a:latin typeface="Calibri" pitchFamily="34" charset="0"/>
                <a:ea typeface="Calibri" pitchFamily="34" charset="-122"/>
                <a:cs typeface="Calibri" pitchFamily="34" charset="-120"/>
              </a:rPr>
              <a:t>Inherent randomness in outcome Y. Cannot be eliminated regardless of model quality.</a:t>
            </a:r>
            <a:endParaRPr lang="en-US" sz="1050" dirty="0"/>
          </a:p>
          <a:p>
            <a:pPr marL="0" indent="0">
              <a:buNone/>
            </a:pP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Example: Two patients identical on all measured features but different outcomes (unmeasured causes).</a:t>
            </a:r>
            <a:endParaRPr lang="en-US" sz="1050" dirty="0"/>
          </a:p>
          <a:p>
            <a:pPr marL="0" indent="0">
              <a:buNone/>
            </a:pP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Biostat analogue: Residual variance σ² in regression.</a:t>
            </a:r>
            <a:endParaRPr lang="en-US" sz="1050" dirty="0"/>
          </a:p>
          <a:p>
            <a:pPr marL="0" indent="0">
              <a:buNone/>
            </a:pP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Fix: Cannot fix — measure better features to reduce it.</a:t>
            </a:r>
            <a:endParaRPr lang="en-US" sz="1050" dirty="0"/>
          </a:p>
        </p:txBody>
      </p:sp>
      <p:sp>
        <p:nvSpPr>
          <p:cNvPr id="19" name="Shape 17"/>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20" name="Shape 18"/>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21" name="Shape 19"/>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Tree>
    <p:extLst>
      <p:ext uri="{BB962C8B-B14F-4D97-AF65-F5344CB8AC3E}">
        <p14:creationId xmlns:p14="http://schemas.microsoft.com/office/powerpoint/2010/main" val="25919081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01 — INTRODUCTION TO AI/ML</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Evaluation Basics — How Do We Measure Good?</a:t>
            </a:r>
            <a:endParaRPr lang="en-US" sz="2400" dirty="0"/>
          </a:p>
        </p:txBody>
      </p:sp>
      <p:graphicFrame>
        <p:nvGraphicFramePr>
          <p:cNvPr id="11" name="Table 0"/>
          <p:cNvGraphicFramePr>
            <a:graphicFrameLocks noGrp="1"/>
          </p:cNvGraphicFramePr>
          <p:nvPr/>
        </p:nvGraphicFramePr>
        <p:xfrm>
          <a:off x="320040" y="987552"/>
          <a:ext cx="8503920" cy="2743200"/>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840480">
                  <a:extLst>
                    <a:ext uri="{9D8B030D-6E8A-4147-A177-3AD203B41FA5}">
                      <a16:colId xmlns:a16="http://schemas.microsoft.com/office/drawing/2014/main" val="20003"/>
                    </a:ext>
                  </a:extLst>
                </a:gridCol>
              </a:tblGrid>
              <a:tr h="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1565C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Formula</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1565C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1565C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Clinical Interpretation</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1565C0"/>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1565C0"/>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(TP+TN)/N</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Classification</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MISLEADING when outcome rare. Predict 'no cancer' for all → 85% accuracy if prevalence=15%.</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dirty="0">
                          <a:solidFill>
                            <a:srgbClr val="1565C0"/>
                          </a:solidFill>
                          <a:latin typeface="Calibri" pitchFamily="34" charset="0"/>
                          <a:ea typeface="Calibri" pitchFamily="34" charset="-122"/>
                          <a:cs typeface="Calibri" pitchFamily="34" charset="-120"/>
                        </a:rPr>
                        <a:t>Sensitivity (Recall)</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TP/(TP+FN)</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Classification</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Proportion of malignant cases correctly identified. Primary metric for screening.</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extLst>
                  <a:ext uri="{0D108BD9-81ED-4DB2-BD59-A6C34878D82A}">
                    <a16:rowId xmlns:a16="http://schemas.microsoft.com/office/drawing/2014/main" val="10002"/>
                  </a:ext>
                </a:extLst>
              </a:tr>
              <a:tr h="0">
                <a:tc>
                  <a:txBody>
                    <a:bodyPr/>
                    <a:lstStyle/>
                    <a:p>
                      <a:pPr marL="0" indent="0">
                        <a:buNone/>
                      </a:pPr>
                      <a:r>
                        <a:rPr lang="en-US" sz="1000" dirty="0">
                          <a:solidFill>
                            <a:srgbClr val="1565C0"/>
                          </a:solidFill>
                          <a:latin typeface="Calibri" pitchFamily="34" charset="0"/>
                          <a:ea typeface="Calibri" pitchFamily="34" charset="-122"/>
                          <a:cs typeface="Calibri" pitchFamily="34" charset="-120"/>
                        </a:rPr>
                        <a:t>Specificity</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TN/(TN+FP)</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Classification</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Proportion of benign correctly ruled out. Important for confirmatory diagnosis.</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dirty="0">
                          <a:solidFill>
                            <a:srgbClr val="1565C0"/>
                          </a:solidFill>
                          <a:latin typeface="Calibri" pitchFamily="34" charset="0"/>
                          <a:ea typeface="Calibri" pitchFamily="34" charset="-122"/>
                          <a:cs typeface="Calibri" pitchFamily="34" charset="-120"/>
                        </a:rPr>
                        <a:t>AUC-ROC</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Area under ROC curve</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Classification</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P(random malignant &gt; random benign). Threshold-independent. Primary metric.</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extLst>
                  <a:ext uri="{0D108BD9-81ED-4DB2-BD59-A6C34878D82A}">
                    <a16:rowId xmlns:a16="http://schemas.microsoft.com/office/drawing/2014/main" val="10004"/>
                  </a:ext>
                </a:extLst>
              </a:tr>
              <a:tr h="0">
                <a:tc>
                  <a:txBody>
                    <a:bodyPr/>
                    <a:lstStyle/>
                    <a:p>
                      <a:pPr marL="0" indent="0">
                        <a:buNone/>
                      </a:pPr>
                      <a:r>
                        <a:rPr lang="en-US" sz="1000" dirty="0">
                          <a:solidFill>
                            <a:srgbClr val="1565C0"/>
                          </a:solidFill>
                          <a:latin typeface="Calibri" pitchFamily="34" charset="0"/>
                          <a:ea typeface="Calibri" pitchFamily="34" charset="-122"/>
                          <a:cs typeface="Calibri" pitchFamily="34" charset="-120"/>
                        </a:rPr>
                        <a:t>Brier Score</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Mean((p − y)²)</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Classification</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Combined calibration + discrimination. Lower = better. 0=perfect, 0.25=random.</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00" dirty="0">
                          <a:solidFill>
                            <a:srgbClr val="1565C0"/>
                          </a:solidFill>
                          <a:latin typeface="Calibri" pitchFamily="34" charset="0"/>
                          <a:ea typeface="Calibri" pitchFamily="34" charset="-122"/>
                          <a:cs typeface="Calibri" pitchFamily="34" charset="-120"/>
                        </a:rPr>
                        <a:t>RMSE</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√Mean((ŷ − y)²)</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Regression</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Root Mean Squared Error. Same units as Y. Penalises large errors quadratically.</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5F5F5"/>
                    </a:solidFill>
                  </a:tcPr>
                </a:tc>
                <a:extLst>
                  <a:ext uri="{0D108BD9-81ED-4DB2-BD59-A6C34878D82A}">
                    <a16:rowId xmlns:a16="http://schemas.microsoft.com/office/drawing/2014/main" val="10006"/>
                  </a:ext>
                </a:extLst>
              </a:tr>
              <a:tr h="0">
                <a:tc>
                  <a:txBody>
                    <a:bodyPr/>
                    <a:lstStyle/>
                    <a:p>
                      <a:pPr marL="0" indent="0">
                        <a:buNone/>
                      </a:pPr>
                      <a:r>
                        <a:rPr lang="en-US" sz="1000" dirty="0">
                          <a:solidFill>
                            <a:srgbClr val="1565C0"/>
                          </a:solidFill>
                          <a:latin typeface="Calibri" pitchFamily="34" charset="0"/>
                          <a:ea typeface="Calibri" pitchFamily="34" charset="-122"/>
                          <a:cs typeface="Calibri" pitchFamily="34" charset="-120"/>
                        </a:rPr>
                        <a:t>Cross-validation</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k-fold CV AUC</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Both</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212121"/>
                          </a:solidFill>
                          <a:latin typeface="Calibri" pitchFamily="34" charset="0"/>
                          <a:ea typeface="Calibri" pitchFamily="34" charset="-122"/>
                          <a:cs typeface="Calibri" pitchFamily="34" charset="-120"/>
                        </a:rPr>
                        <a:t>Primary performance estimate. ALL models compared on same folds.</a:t>
                      </a:r>
                      <a:endParaRPr lang="en-US" sz="100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7"/>
                  </a:ext>
                </a:extLst>
              </a:tr>
            </a:tbl>
          </a:graphicData>
        </a:graphic>
      </p:graphicFrame>
      <p:sp>
        <p:nvSpPr>
          <p:cNvPr id="6" name="Shape 3"/>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7" name="Shape 4"/>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8" name="Shape 5"/>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Tree>
    <p:extLst>
      <p:ext uri="{BB962C8B-B14F-4D97-AF65-F5344CB8AC3E}">
        <p14:creationId xmlns:p14="http://schemas.microsoft.com/office/powerpoint/2010/main" val="40328964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01 — INTRODUCTION TO AI/ML</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Facts and Fun — Did You Know?</a:t>
            </a:r>
            <a:endParaRPr lang="en-US" sz="2400" dirty="0"/>
          </a:p>
        </p:txBody>
      </p:sp>
      <p:sp>
        <p:nvSpPr>
          <p:cNvPr id="5" name="Shape 3"/>
          <p:cNvSpPr/>
          <p:nvPr/>
        </p:nvSpPr>
        <p:spPr>
          <a:xfrm>
            <a:off x="320040" y="987552"/>
            <a:ext cx="3931920" cy="1755648"/>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p:cNvSpPr/>
          <p:nvPr/>
        </p:nvSpPr>
        <p:spPr>
          <a:xfrm>
            <a:off x="320040" y="987552"/>
            <a:ext cx="3931920" cy="45720"/>
          </a:xfrm>
          <a:prstGeom prst="rect">
            <a:avLst/>
          </a:prstGeom>
          <a:solidFill>
            <a:srgbClr val="1565C0"/>
          </a:solidFill>
          <a:ln w="12700">
            <a:solidFill>
              <a:srgbClr val="1565C0"/>
            </a:solidFill>
            <a:prstDash val="solid"/>
          </a:ln>
        </p:spPr>
        <p:txBody>
          <a:bodyPr/>
          <a:lstStyle/>
          <a:p>
            <a:endParaRPr lang="en-IN"/>
          </a:p>
        </p:txBody>
      </p:sp>
      <p:sp>
        <p:nvSpPr>
          <p:cNvPr id="7" name="Text 5"/>
          <p:cNvSpPr/>
          <p:nvPr/>
        </p:nvSpPr>
        <p:spPr>
          <a:xfrm>
            <a:off x="429768" y="1078992"/>
            <a:ext cx="3703320" cy="475488"/>
          </a:xfrm>
          <a:prstGeom prst="rect">
            <a:avLst/>
          </a:prstGeom>
          <a:noFill/>
          <a:ln/>
        </p:spPr>
        <p:txBody>
          <a:bodyPr wrap="square" rtlCol="0" anchor="ctr"/>
          <a:lstStyle/>
          <a:p>
            <a:pPr marL="0" indent="0">
              <a:buNone/>
            </a:pPr>
            <a:r>
              <a:rPr lang="en-US" sz="1050" b="1" dirty="0">
                <a:solidFill>
                  <a:srgbClr val="1565C0"/>
                </a:solidFill>
                <a:latin typeface="Calibri" pitchFamily="34" charset="0"/>
                <a:ea typeface="Calibri" pitchFamily="34" charset="-122"/>
                <a:cs typeface="Calibri" pitchFamily="34" charset="-120"/>
              </a:rPr>
              <a:t>🧠 Who coined 'machine learning' while developing an AI checkers program?</a:t>
            </a:r>
            <a:endParaRPr lang="en-US" sz="1050" dirty="0"/>
          </a:p>
        </p:txBody>
      </p:sp>
      <p:sp>
        <p:nvSpPr>
          <p:cNvPr id="8" name="Text 6"/>
          <p:cNvSpPr/>
          <p:nvPr/>
        </p:nvSpPr>
        <p:spPr>
          <a:xfrm>
            <a:off x="429768" y="1581912"/>
            <a:ext cx="3703320" cy="1097280"/>
          </a:xfrm>
          <a:prstGeom prst="rect">
            <a:avLst/>
          </a:prstGeom>
          <a:noFill/>
          <a:ln/>
        </p:spPr>
        <p:txBody>
          <a:bodyPr wrap="square" rtlCol="0" anchor="t"/>
          <a:lstStyle/>
          <a:p>
            <a:pPr marL="0" indent="0">
              <a:buNone/>
            </a:pPr>
            <a:r>
              <a:rPr lang="en-US" sz="1400" dirty="0">
                <a:solidFill>
                  <a:srgbClr val="212121"/>
                </a:solidFill>
                <a:latin typeface="Calibri" pitchFamily="34" charset="0"/>
                <a:ea typeface="Calibri" pitchFamily="34" charset="-122"/>
                <a:cs typeface="Calibri" pitchFamily="34" charset="-120"/>
              </a:rPr>
              <a:t>Arthur Samuel (1959) — at IBM, his checkers program learned to beat him at his own game by playing thousands of games against itself.</a:t>
            </a:r>
            <a:endParaRPr lang="en-US" sz="1400" dirty="0"/>
          </a:p>
        </p:txBody>
      </p:sp>
      <p:sp>
        <p:nvSpPr>
          <p:cNvPr id="9" name="Shape 7"/>
          <p:cNvSpPr/>
          <p:nvPr/>
        </p:nvSpPr>
        <p:spPr>
          <a:xfrm>
            <a:off x="4663440" y="987552"/>
            <a:ext cx="3931920" cy="1755648"/>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0" name="Shape 8"/>
          <p:cNvSpPr/>
          <p:nvPr/>
        </p:nvSpPr>
        <p:spPr>
          <a:xfrm>
            <a:off x="4663440" y="987552"/>
            <a:ext cx="3931920" cy="45720"/>
          </a:xfrm>
          <a:prstGeom prst="rect">
            <a:avLst/>
          </a:prstGeom>
          <a:solidFill>
            <a:srgbClr val="0097A7"/>
          </a:solidFill>
          <a:ln w="12700">
            <a:solidFill>
              <a:srgbClr val="0097A7"/>
            </a:solidFill>
            <a:prstDash val="solid"/>
          </a:ln>
        </p:spPr>
        <p:txBody>
          <a:bodyPr/>
          <a:lstStyle/>
          <a:p>
            <a:endParaRPr lang="en-IN"/>
          </a:p>
        </p:txBody>
      </p:sp>
      <p:sp>
        <p:nvSpPr>
          <p:cNvPr id="11" name="Text 9"/>
          <p:cNvSpPr/>
          <p:nvPr/>
        </p:nvSpPr>
        <p:spPr>
          <a:xfrm>
            <a:off x="4773168" y="1078992"/>
            <a:ext cx="3703320" cy="475488"/>
          </a:xfrm>
          <a:prstGeom prst="rect">
            <a:avLst/>
          </a:prstGeom>
          <a:noFill/>
          <a:ln/>
        </p:spPr>
        <p:txBody>
          <a:bodyPr wrap="square" rtlCol="0" anchor="ctr"/>
          <a:lstStyle/>
          <a:p>
            <a:pPr marL="0" indent="0">
              <a:buNone/>
            </a:pPr>
            <a:r>
              <a:rPr lang="en-US" sz="1050" b="1" dirty="0">
                <a:solidFill>
                  <a:srgbClr val="0097A7"/>
                </a:solidFill>
                <a:latin typeface="Calibri" pitchFamily="34" charset="0"/>
                <a:ea typeface="Calibri" pitchFamily="34" charset="-122"/>
                <a:cs typeface="Calibri" pitchFamily="34" charset="-120"/>
              </a:rPr>
              <a:t>🔬 What is the name of the early neural network, a statistical pattern learner?</a:t>
            </a:r>
            <a:endParaRPr lang="en-US" sz="1050" dirty="0"/>
          </a:p>
        </p:txBody>
      </p:sp>
      <p:sp>
        <p:nvSpPr>
          <p:cNvPr id="12" name="Text 10"/>
          <p:cNvSpPr/>
          <p:nvPr/>
        </p:nvSpPr>
        <p:spPr>
          <a:xfrm>
            <a:off x="4773168" y="1581912"/>
            <a:ext cx="3703320" cy="1097280"/>
          </a:xfrm>
          <a:prstGeom prst="rect">
            <a:avLst/>
          </a:prstGeom>
          <a:noFill/>
          <a:ln/>
        </p:spPr>
        <p:txBody>
          <a:bodyPr wrap="square" rtlCol="0" anchor="t"/>
          <a:lstStyle/>
          <a:p>
            <a:pPr marL="0" indent="0">
              <a:buNone/>
            </a:pPr>
            <a:r>
              <a:rPr lang="en-US" sz="1400" dirty="0">
                <a:solidFill>
                  <a:srgbClr val="212121"/>
                </a:solidFill>
                <a:latin typeface="Calibri" pitchFamily="34" charset="0"/>
                <a:ea typeface="Calibri" pitchFamily="34" charset="-122"/>
                <a:cs typeface="Calibri" pitchFamily="34" charset="-120"/>
              </a:rPr>
              <a:t>The Perceptron (1958) by Frank Rosenblatt at Cornell — it was a physical machine that learned to classify images. Minsky &amp; Papert proved its limitations in 1969, triggering the first AI winter.</a:t>
            </a:r>
            <a:endParaRPr lang="en-US" sz="1400" dirty="0"/>
          </a:p>
        </p:txBody>
      </p:sp>
      <p:sp>
        <p:nvSpPr>
          <p:cNvPr id="13" name="Shape 11"/>
          <p:cNvSpPr/>
          <p:nvPr/>
        </p:nvSpPr>
        <p:spPr>
          <a:xfrm>
            <a:off x="320040" y="2862072"/>
            <a:ext cx="3931920" cy="1755648"/>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4" name="Shape 12"/>
          <p:cNvSpPr/>
          <p:nvPr/>
        </p:nvSpPr>
        <p:spPr>
          <a:xfrm>
            <a:off x="320040" y="2862072"/>
            <a:ext cx="3931920" cy="45720"/>
          </a:xfrm>
          <a:prstGeom prst="rect">
            <a:avLst/>
          </a:prstGeom>
          <a:solidFill>
            <a:srgbClr val="2E7D32"/>
          </a:solidFill>
          <a:ln w="12700">
            <a:solidFill>
              <a:srgbClr val="2E7D32"/>
            </a:solidFill>
            <a:prstDash val="solid"/>
          </a:ln>
        </p:spPr>
        <p:txBody>
          <a:bodyPr/>
          <a:lstStyle/>
          <a:p>
            <a:endParaRPr lang="en-IN"/>
          </a:p>
        </p:txBody>
      </p:sp>
      <p:sp>
        <p:nvSpPr>
          <p:cNvPr id="15" name="Text 13"/>
          <p:cNvSpPr/>
          <p:nvPr/>
        </p:nvSpPr>
        <p:spPr>
          <a:xfrm>
            <a:off x="429768" y="2953512"/>
            <a:ext cx="3703320" cy="475488"/>
          </a:xfrm>
          <a:prstGeom prst="rect">
            <a:avLst/>
          </a:prstGeom>
          <a:noFill/>
          <a:ln/>
        </p:spPr>
        <p:txBody>
          <a:bodyPr wrap="square" rtlCol="0" anchor="ctr"/>
          <a:lstStyle/>
          <a:p>
            <a:pPr marL="0" indent="0">
              <a:buNone/>
            </a:pPr>
            <a:r>
              <a:rPr lang="en-US" sz="1050" b="1" dirty="0">
                <a:solidFill>
                  <a:srgbClr val="2E7D32"/>
                </a:solidFill>
                <a:latin typeface="Calibri" pitchFamily="34" charset="0"/>
                <a:ea typeface="Calibri" pitchFamily="34" charset="-122"/>
                <a:cs typeface="Calibri" pitchFamily="34" charset="-120"/>
              </a:rPr>
              <a:t>💊 What ML model is currently used in hospitals to predict sepsis up to 6 hours before clinical recognition?</a:t>
            </a:r>
            <a:endParaRPr lang="en-US" sz="1050" dirty="0"/>
          </a:p>
        </p:txBody>
      </p:sp>
      <p:sp>
        <p:nvSpPr>
          <p:cNvPr id="16" name="Text 14"/>
          <p:cNvSpPr/>
          <p:nvPr/>
        </p:nvSpPr>
        <p:spPr>
          <a:xfrm>
            <a:off x="429768" y="3456432"/>
            <a:ext cx="3703320" cy="1097280"/>
          </a:xfrm>
          <a:prstGeom prst="rect">
            <a:avLst/>
          </a:prstGeom>
          <a:noFill/>
          <a:ln/>
        </p:spPr>
        <p:txBody>
          <a:bodyPr wrap="square" rtlCol="0" anchor="t"/>
          <a:lstStyle/>
          <a:p>
            <a:pPr marL="0" indent="0">
              <a:buNone/>
            </a:pPr>
            <a:r>
              <a:rPr lang="en-US" sz="1400" dirty="0">
                <a:solidFill>
                  <a:srgbClr val="212121"/>
                </a:solidFill>
                <a:latin typeface="Calibri" pitchFamily="34" charset="0"/>
                <a:ea typeface="Calibri" pitchFamily="34" charset="-122"/>
                <a:cs typeface="Calibri" pitchFamily="34" charset="-120"/>
              </a:rPr>
              <a:t>Random Forests and XGBoost trained on EHR time-series data (vital signs, labs, medications). Example: the COMPOSER model (UCSF) reduced sepsis mortality by 18% in a prospective trial.</a:t>
            </a:r>
            <a:endParaRPr lang="en-US" sz="1400" dirty="0"/>
          </a:p>
        </p:txBody>
      </p:sp>
      <p:sp>
        <p:nvSpPr>
          <p:cNvPr id="17" name="Shape 15"/>
          <p:cNvSpPr/>
          <p:nvPr/>
        </p:nvSpPr>
        <p:spPr>
          <a:xfrm>
            <a:off x="4663440" y="2862072"/>
            <a:ext cx="3931920" cy="1755648"/>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8" name="Shape 16"/>
          <p:cNvSpPr/>
          <p:nvPr/>
        </p:nvSpPr>
        <p:spPr>
          <a:xfrm>
            <a:off x="4663440" y="2862072"/>
            <a:ext cx="3931920" cy="45720"/>
          </a:xfrm>
          <a:prstGeom prst="rect">
            <a:avLst/>
          </a:prstGeom>
          <a:solidFill>
            <a:srgbClr val="F9A825"/>
          </a:solidFill>
          <a:ln w="12700">
            <a:solidFill>
              <a:srgbClr val="F9A825"/>
            </a:solidFill>
            <a:prstDash val="solid"/>
          </a:ln>
        </p:spPr>
        <p:txBody>
          <a:bodyPr/>
          <a:lstStyle/>
          <a:p>
            <a:endParaRPr lang="en-IN"/>
          </a:p>
        </p:txBody>
      </p:sp>
      <p:sp>
        <p:nvSpPr>
          <p:cNvPr id="19" name="Text 17"/>
          <p:cNvSpPr/>
          <p:nvPr/>
        </p:nvSpPr>
        <p:spPr>
          <a:xfrm>
            <a:off x="4773168" y="2953512"/>
            <a:ext cx="3703320" cy="475488"/>
          </a:xfrm>
          <a:prstGeom prst="rect">
            <a:avLst/>
          </a:prstGeom>
          <a:noFill/>
          <a:ln/>
        </p:spPr>
        <p:txBody>
          <a:bodyPr wrap="square" rtlCol="0" anchor="ctr"/>
          <a:lstStyle/>
          <a:p>
            <a:pPr marL="0" indent="0">
              <a:buNone/>
            </a:pPr>
            <a:r>
              <a:rPr lang="en-US" sz="1050" b="1" dirty="0">
                <a:solidFill>
                  <a:srgbClr val="F9A825"/>
                </a:solidFill>
                <a:latin typeface="Calibri" pitchFamily="34" charset="0"/>
                <a:ea typeface="Calibri" pitchFamily="34" charset="-122"/>
                <a:cs typeface="Calibri" pitchFamily="34" charset="-120"/>
              </a:rPr>
              <a:t>🎯 How many FDA-approved AI/ML-based medical devices exist as of 2024?</a:t>
            </a:r>
            <a:endParaRPr lang="en-US" sz="1050" dirty="0"/>
          </a:p>
        </p:txBody>
      </p:sp>
      <p:sp>
        <p:nvSpPr>
          <p:cNvPr id="20" name="Text 18"/>
          <p:cNvSpPr/>
          <p:nvPr/>
        </p:nvSpPr>
        <p:spPr>
          <a:xfrm>
            <a:off x="4773168" y="3456432"/>
            <a:ext cx="3703320" cy="1097280"/>
          </a:xfrm>
          <a:prstGeom prst="rect">
            <a:avLst/>
          </a:prstGeom>
          <a:noFill/>
          <a:ln/>
        </p:spPr>
        <p:txBody>
          <a:bodyPr wrap="square" rtlCol="0" anchor="t"/>
          <a:lstStyle/>
          <a:p>
            <a:pPr marL="0" indent="0">
              <a:buNone/>
            </a:pPr>
            <a:r>
              <a:rPr lang="en-US" sz="1400" dirty="0">
                <a:solidFill>
                  <a:srgbClr val="212121"/>
                </a:solidFill>
                <a:latin typeface="Calibri" pitchFamily="34" charset="0"/>
                <a:ea typeface="Calibri" pitchFamily="34" charset="-122"/>
                <a:cs typeface="Calibri" pitchFamily="34" charset="-120"/>
              </a:rPr>
              <a:t>Over 500+ cleared or approved by FDA as Software as a Medical Device (SaMD). Primarily in radiology, pathology, and cardiology. Growing at ~100/year.</a:t>
            </a:r>
            <a:endParaRPr lang="en-US" sz="1400" dirty="0"/>
          </a:p>
        </p:txBody>
      </p:sp>
      <p:sp>
        <p:nvSpPr>
          <p:cNvPr id="21" name="Shape 19"/>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22" name="Shape 20"/>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23" name="Shape 21"/>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Tree>
    <p:extLst>
      <p:ext uri="{BB962C8B-B14F-4D97-AF65-F5344CB8AC3E}">
        <p14:creationId xmlns:p14="http://schemas.microsoft.com/office/powerpoint/2010/main" val="40413870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02 — MODELS AND THEIR USES</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Supervised Learning Types — The Main Algorithm Families</a:t>
            </a:r>
            <a:endParaRPr lang="en-US" sz="2400" dirty="0"/>
          </a:p>
        </p:txBody>
      </p:sp>
      <p:sp>
        <p:nvSpPr>
          <p:cNvPr id="5" name="Shape 3"/>
          <p:cNvSpPr/>
          <p:nvPr/>
        </p:nvSpPr>
        <p:spPr>
          <a:xfrm>
            <a:off x="320040" y="987552"/>
            <a:ext cx="2743200" cy="169164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p:cNvSpPr/>
          <p:nvPr/>
        </p:nvSpPr>
        <p:spPr>
          <a:xfrm>
            <a:off x="320040" y="987552"/>
            <a:ext cx="2743200" cy="45720"/>
          </a:xfrm>
          <a:prstGeom prst="rect">
            <a:avLst/>
          </a:prstGeom>
          <a:solidFill>
            <a:srgbClr val="1565C0"/>
          </a:solidFill>
          <a:ln w="12700">
            <a:solidFill>
              <a:srgbClr val="1565C0"/>
            </a:solidFill>
            <a:prstDash val="solid"/>
          </a:ln>
        </p:spPr>
        <p:txBody>
          <a:bodyPr/>
          <a:lstStyle/>
          <a:p>
            <a:endParaRPr lang="en-IN"/>
          </a:p>
        </p:txBody>
      </p:sp>
      <p:sp>
        <p:nvSpPr>
          <p:cNvPr id="7" name="Text 5"/>
          <p:cNvSpPr/>
          <p:nvPr/>
        </p:nvSpPr>
        <p:spPr>
          <a:xfrm>
            <a:off x="429768" y="1078992"/>
            <a:ext cx="2523744"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Decision Trees</a:t>
            </a:r>
            <a:endParaRPr lang="en-US" sz="1200" dirty="0"/>
          </a:p>
        </p:txBody>
      </p:sp>
      <p:sp>
        <p:nvSpPr>
          <p:cNvPr id="8" name="Text 6"/>
          <p:cNvSpPr/>
          <p:nvPr/>
        </p:nvSpPr>
        <p:spPr>
          <a:xfrm>
            <a:off x="429768" y="1417320"/>
            <a:ext cx="2523744" cy="1170432"/>
          </a:xfrm>
          <a:prstGeom prst="rect">
            <a:avLst/>
          </a:prstGeom>
          <a:noFill/>
          <a:ln/>
        </p:spPr>
        <p:txBody>
          <a:bodyPr wrap="square" rtlCol="0" anchor="t"/>
          <a:lstStyle/>
          <a:p>
            <a:pPr marL="0" indent="0">
              <a:buNone/>
            </a:pPr>
            <a:r>
              <a:rPr lang="en-US" sz="1000" dirty="0">
                <a:solidFill>
                  <a:srgbClr val="616161"/>
                </a:solidFill>
                <a:latin typeface="Calibri" pitchFamily="34" charset="0"/>
                <a:ea typeface="Calibri" pitchFamily="34" charset="-122"/>
                <a:cs typeface="Calibri" pitchFamily="34" charset="-120"/>
              </a:rPr>
              <a:t>Recursive binary splits on feature thresholds.</a:t>
            </a:r>
            <a:endParaRPr lang="en-US" sz="1000" dirty="0"/>
          </a:p>
          <a:p>
            <a:pPr marL="0" indent="0">
              <a:buNone/>
            </a:pPr>
            <a:r>
              <a:rPr lang="en-US" sz="1000" dirty="0">
                <a:solidFill>
                  <a:srgbClr val="616161"/>
                </a:solidFill>
                <a:latin typeface="Calibri" pitchFamily="34" charset="0"/>
                <a:ea typeface="Calibri" pitchFamily="34" charset="-122"/>
                <a:cs typeface="Calibri" pitchFamily="34" charset="-120"/>
              </a:rPr>
              <a:t>Gini impurity or information gain.</a:t>
            </a:r>
            <a:endParaRPr lang="en-US" sz="1000" dirty="0"/>
          </a:p>
          <a:p>
            <a:pPr marL="0" indent="0">
              <a:buNone/>
            </a:pPr>
            <a:r>
              <a:rPr lang="en-US" sz="1000" dirty="0">
                <a:solidFill>
                  <a:srgbClr val="616161"/>
                </a:solidFill>
                <a:latin typeface="Calibri" pitchFamily="34" charset="0"/>
                <a:ea typeface="Calibri" pitchFamily="34" charset="-122"/>
                <a:cs typeface="Calibri" pitchFamily="34" charset="-120"/>
              </a:rPr>
              <a:t>Highly interpretable — printable clinical rules.</a:t>
            </a:r>
            <a:endParaRPr lang="en-US" sz="1000" dirty="0"/>
          </a:p>
          <a:p>
            <a:pPr marL="0" indent="0">
              <a:buNone/>
            </a:pPr>
            <a:r>
              <a:rPr lang="en-US" sz="1000" dirty="0">
                <a:solidFill>
                  <a:srgbClr val="616161"/>
                </a:solidFill>
                <a:latin typeface="Calibri" pitchFamily="34" charset="0"/>
                <a:ea typeface="Calibri" pitchFamily="34" charset="-122"/>
                <a:cs typeface="Calibri" pitchFamily="34" charset="-120"/>
              </a:rPr>
              <a:t>High variance when deep → prune or ensemble.</a:t>
            </a:r>
            <a:endParaRPr lang="en-US" sz="1000" dirty="0"/>
          </a:p>
        </p:txBody>
      </p:sp>
      <p:sp>
        <p:nvSpPr>
          <p:cNvPr id="9" name="Shape 7"/>
          <p:cNvSpPr/>
          <p:nvPr/>
        </p:nvSpPr>
        <p:spPr>
          <a:xfrm>
            <a:off x="3200400" y="987552"/>
            <a:ext cx="2743200" cy="169164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0" name="Shape 8"/>
          <p:cNvSpPr/>
          <p:nvPr/>
        </p:nvSpPr>
        <p:spPr>
          <a:xfrm>
            <a:off x="3200400" y="987552"/>
            <a:ext cx="2743200" cy="45720"/>
          </a:xfrm>
          <a:prstGeom prst="rect">
            <a:avLst/>
          </a:prstGeom>
          <a:solidFill>
            <a:srgbClr val="0097A7"/>
          </a:solidFill>
          <a:ln w="12700">
            <a:solidFill>
              <a:srgbClr val="0097A7"/>
            </a:solidFill>
            <a:prstDash val="solid"/>
          </a:ln>
        </p:spPr>
        <p:txBody>
          <a:bodyPr/>
          <a:lstStyle/>
          <a:p>
            <a:endParaRPr lang="en-IN"/>
          </a:p>
        </p:txBody>
      </p:sp>
      <p:sp>
        <p:nvSpPr>
          <p:cNvPr id="11" name="Text 9"/>
          <p:cNvSpPr/>
          <p:nvPr/>
        </p:nvSpPr>
        <p:spPr>
          <a:xfrm>
            <a:off x="3310128" y="1078992"/>
            <a:ext cx="2523744"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Random Forests</a:t>
            </a:r>
            <a:endParaRPr lang="en-US" sz="1200" dirty="0"/>
          </a:p>
        </p:txBody>
      </p:sp>
      <p:sp>
        <p:nvSpPr>
          <p:cNvPr id="12" name="Text 10"/>
          <p:cNvSpPr/>
          <p:nvPr/>
        </p:nvSpPr>
        <p:spPr>
          <a:xfrm>
            <a:off x="3310128" y="1417320"/>
            <a:ext cx="2523744" cy="1170432"/>
          </a:xfrm>
          <a:prstGeom prst="rect">
            <a:avLst/>
          </a:prstGeom>
          <a:noFill/>
          <a:ln/>
        </p:spPr>
        <p:txBody>
          <a:bodyPr wrap="square" rtlCol="0" anchor="t"/>
          <a:lstStyle/>
          <a:p>
            <a:pPr marL="0" indent="0">
              <a:buNone/>
            </a:pPr>
            <a:r>
              <a:rPr lang="en-US" sz="1000" dirty="0">
                <a:solidFill>
                  <a:srgbClr val="616161"/>
                </a:solidFill>
                <a:latin typeface="Calibri" pitchFamily="34" charset="0"/>
                <a:ea typeface="Calibri" pitchFamily="34" charset="-122"/>
                <a:cs typeface="Calibri" pitchFamily="34" charset="-120"/>
              </a:rPr>
              <a:t>500 trees on bootstrap samples + random feature subsets.</a:t>
            </a:r>
            <a:endParaRPr lang="en-US" sz="1000" dirty="0"/>
          </a:p>
          <a:p>
            <a:pPr marL="0" indent="0">
              <a:buNone/>
            </a:pPr>
            <a:r>
              <a:rPr lang="en-US" sz="1000" dirty="0">
                <a:solidFill>
                  <a:srgbClr val="616161"/>
                </a:solidFill>
                <a:latin typeface="Calibri" pitchFamily="34" charset="0"/>
                <a:ea typeface="Calibri" pitchFamily="34" charset="-122"/>
                <a:cs typeface="Calibri" pitchFamily="34" charset="-120"/>
              </a:rPr>
              <a:t>Averaging reduces variance substantially.</a:t>
            </a:r>
            <a:endParaRPr lang="en-US" sz="1000" dirty="0"/>
          </a:p>
          <a:p>
            <a:pPr marL="0" indent="0">
              <a:buNone/>
            </a:pPr>
            <a:r>
              <a:rPr lang="en-US" sz="1000" dirty="0">
                <a:solidFill>
                  <a:srgbClr val="616161"/>
                </a:solidFill>
                <a:latin typeface="Calibri" pitchFamily="34" charset="0"/>
                <a:ea typeface="Calibri" pitchFamily="34" charset="-122"/>
                <a:cs typeface="Calibri" pitchFamily="34" charset="-120"/>
              </a:rPr>
              <a:t>Built-in OOB validation. Handles missing data.</a:t>
            </a:r>
            <a:endParaRPr lang="en-US" sz="1000" dirty="0"/>
          </a:p>
          <a:p>
            <a:pPr marL="0" indent="0">
              <a:buNone/>
            </a:pPr>
            <a:r>
              <a:rPr lang="en-US" sz="1000" dirty="0">
                <a:solidFill>
                  <a:srgbClr val="616161"/>
                </a:solidFill>
                <a:latin typeface="Calibri" pitchFamily="34" charset="0"/>
                <a:ea typeface="Calibri" pitchFamily="34" charset="-122"/>
                <a:cs typeface="Calibri" pitchFamily="34" charset="-120"/>
              </a:rPr>
              <a:t>Best default choice for tabular clinical data.</a:t>
            </a:r>
            <a:endParaRPr lang="en-US" sz="1000" dirty="0"/>
          </a:p>
        </p:txBody>
      </p:sp>
      <p:sp>
        <p:nvSpPr>
          <p:cNvPr id="13" name="Shape 11"/>
          <p:cNvSpPr/>
          <p:nvPr/>
        </p:nvSpPr>
        <p:spPr>
          <a:xfrm>
            <a:off x="6080760" y="987552"/>
            <a:ext cx="2743200" cy="169164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4" name="Shape 12"/>
          <p:cNvSpPr/>
          <p:nvPr/>
        </p:nvSpPr>
        <p:spPr>
          <a:xfrm>
            <a:off x="6080760" y="987552"/>
            <a:ext cx="2743200" cy="45720"/>
          </a:xfrm>
          <a:prstGeom prst="rect">
            <a:avLst/>
          </a:prstGeom>
          <a:solidFill>
            <a:srgbClr val="2E7D32"/>
          </a:solidFill>
          <a:ln w="12700">
            <a:solidFill>
              <a:srgbClr val="2E7D32"/>
            </a:solidFill>
            <a:prstDash val="solid"/>
          </a:ln>
        </p:spPr>
        <p:txBody>
          <a:bodyPr/>
          <a:lstStyle/>
          <a:p>
            <a:endParaRPr lang="en-IN"/>
          </a:p>
        </p:txBody>
      </p:sp>
      <p:sp>
        <p:nvSpPr>
          <p:cNvPr id="15" name="Text 13"/>
          <p:cNvSpPr/>
          <p:nvPr/>
        </p:nvSpPr>
        <p:spPr>
          <a:xfrm>
            <a:off x="6190488" y="1078992"/>
            <a:ext cx="2523744"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Gradient Boosting</a:t>
            </a:r>
            <a:endParaRPr lang="en-US" sz="1200" dirty="0"/>
          </a:p>
          <a:p>
            <a:pPr marL="0" indent="0">
              <a:buNone/>
            </a:pPr>
            <a:r>
              <a:rPr lang="en-US" sz="1200" b="1" dirty="0">
                <a:solidFill>
                  <a:srgbClr val="212121"/>
                </a:solidFill>
                <a:latin typeface="Calibri" pitchFamily="34" charset="0"/>
                <a:ea typeface="Calibri" pitchFamily="34" charset="-122"/>
                <a:cs typeface="Calibri" pitchFamily="34" charset="-120"/>
              </a:rPr>
              <a:t>(XGBoost, LightGBM)</a:t>
            </a:r>
            <a:endParaRPr lang="en-US" sz="1200" dirty="0"/>
          </a:p>
        </p:txBody>
      </p:sp>
      <p:sp>
        <p:nvSpPr>
          <p:cNvPr id="16" name="Text 14"/>
          <p:cNvSpPr/>
          <p:nvPr/>
        </p:nvSpPr>
        <p:spPr>
          <a:xfrm>
            <a:off x="6190488" y="1417320"/>
            <a:ext cx="2523744" cy="1170432"/>
          </a:xfrm>
          <a:prstGeom prst="rect">
            <a:avLst/>
          </a:prstGeom>
          <a:noFill/>
          <a:ln/>
        </p:spPr>
        <p:txBody>
          <a:bodyPr wrap="square" rtlCol="0" anchor="t"/>
          <a:lstStyle/>
          <a:p>
            <a:pPr marL="0" indent="0">
              <a:buNone/>
            </a:pPr>
            <a:r>
              <a:rPr lang="en-US" sz="1000" dirty="0">
                <a:solidFill>
                  <a:srgbClr val="616161"/>
                </a:solidFill>
                <a:latin typeface="Calibri" pitchFamily="34" charset="0"/>
                <a:ea typeface="Calibri" pitchFamily="34" charset="-122"/>
                <a:cs typeface="Calibri" pitchFamily="34" charset="-120"/>
              </a:rPr>
              <a:t>Sequential error-correction. Each tree fits residuals.</a:t>
            </a:r>
            <a:endParaRPr lang="en-US" sz="1000" dirty="0"/>
          </a:p>
          <a:p>
            <a:pPr marL="0" indent="0">
              <a:buNone/>
            </a:pPr>
            <a:r>
              <a:rPr lang="en-US" sz="1000" dirty="0">
                <a:solidFill>
                  <a:srgbClr val="616161"/>
                </a:solidFill>
                <a:latin typeface="Calibri" pitchFamily="34" charset="0"/>
                <a:ea typeface="Calibri" pitchFamily="34" charset="-122"/>
                <a:cs typeface="Calibri" pitchFamily="34" charset="-120"/>
              </a:rPr>
              <a:t>Built-in regularisation (L1, L2).</a:t>
            </a:r>
            <a:endParaRPr lang="en-US" sz="1000" dirty="0"/>
          </a:p>
          <a:p>
            <a:pPr marL="0" indent="0">
              <a:buNone/>
            </a:pPr>
            <a:r>
              <a:rPr lang="en-US" sz="1000" dirty="0">
                <a:solidFill>
                  <a:srgbClr val="616161"/>
                </a:solidFill>
                <a:latin typeface="Calibri" pitchFamily="34" charset="0"/>
                <a:ea typeface="Calibri" pitchFamily="34" charset="-122"/>
                <a:cs typeface="Calibri" pitchFamily="34" charset="-120"/>
              </a:rPr>
              <a:t>Native missing data handling. SHAP explanations.</a:t>
            </a:r>
            <a:endParaRPr lang="en-US" sz="1000" dirty="0"/>
          </a:p>
          <a:p>
            <a:pPr marL="0" indent="0">
              <a:buNone/>
            </a:pPr>
            <a:r>
              <a:rPr lang="en-US" sz="1000" dirty="0">
                <a:solidFill>
                  <a:srgbClr val="616161"/>
                </a:solidFill>
                <a:latin typeface="Calibri" pitchFamily="34" charset="0"/>
                <a:ea typeface="Calibri" pitchFamily="34" charset="-122"/>
                <a:cs typeface="Calibri" pitchFamily="34" charset="-120"/>
              </a:rPr>
              <a:t>Best for large n, maximum performance.</a:t>
            </a:r>
            <a:endParaRPr lang="en-US" sz="1000" dirty="0"/>
          </a:p>
        </p:txBody>
      </p:sp>
      <p:sp>
        <p:nvSpPr>
          <p:cNvPr id="17" name="Shape 15"/>
          <p:cNvSpPr/>
          <p:nvPr/>
        </p:nvSpPr>
        <p:spPr>
          <a:xfrm>
            <a:off x="320040" y="2816352"/>
            <a:ext cx="2743200" cy="169164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8" name="Shape 16"/>
          <p:cNvSpPr/>
          <p:nvPr/>
        </p:nvSpPr>
        <p:spPr>
          <a:xfrm>
            <a:off x="320040" y="2816352"/>
            <a:ext cx="2743200" cy="45720"/>
          </a:xfrm>
          <a:prstGeom prst="rect">
            <a:avLst/>
          </a:prstGeom>
          <a:solidFill>
            <a:srgbClr val="6A1B9A"/>
          </a:solidFill>
          <a:ln w="12700">
            <a:solidFill>
              <a:srgbClr val="6A1B9A"/>
            </a:solidFill>
            <a:prstDash val="solid"/>
          </a:ln>
        </p:spPr>
        <p:txBody>
          <a:bodyPr/>
          <a:lstStyle/>
          <a:p>
            <a:endParaRPr lang="en-IN"/>
          </a:p>
        </p:txBody>
      </p:sp>
      <p:sp>
        <p:nvSpPr>
          <p:cNvPr id="19" name="Text 17"/>
          <p:cNvSpPr/>
          <p:nvPr/>
        </p:nvSpPr>
        <p:spPr>
          <a:xfrm>
            <a:off x="429768" y="2907792"/>
            <a:ext cx="2523744"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SVM</a:t>
            </a:r>
            <a:endParaRPr lang="en-US" sz="1200" dirty="0"/>
          </a:p>
        </p:txBody>
      </p:sp>
      <p:sp>
        <p:nvSpPr>
          <p:cNvPr id="20" name="Text 18"/>
          <p:cNvSpPr/>
          <p:nvPr/>
        </p:nvSpPr>
        <p:spPr>
          <a:xfrm>
            <a:off x="429768" y="3246120"/>
            <a:ext cx="2523744" cy="1170432"/>
          </a:xfrm>
          <a:prstGeom prst="rect">
            <a:avLst/>
          </a:prstGeom>
          <a:noFill/>
          <a:ln/>
        </p:spPr>
        <p:txBody>
          <a:bodyPr wrap="square" rtlCol="0" anchor="t"/>
          <a:lstStyle/>
          <a:p>
            <a:pPr marL="0" indent="0">
              <a:buNone/>
            </a:pPr>
            <a:r>
              <a:rPr lang="en-US" sz="1000" dirty="0">
                <a:solidFill>
                  <a:srgbClr val="616161"/>
                </a:solidFill>
                <a:latin typeface="Calibri" pitchFamily="34" charset="0"/>
                <a:ea typeface="Calibri" pitchFamily="34" charset="-122"/>
                <a:cs typeface="Calibri" pitchFamily="34" charset="-120"/>
              </a:rPr>
              <a:t>Maximum-margin hyperplane classification.</a:t>
            </a:r>
            <a:endParaRPr lang="en-US" sz="1000" dirty="0"/>
          </a:p>
          <a:p>
            <a:pPr marL="0" indent="0">
              <a:buNone/>
            </a:pPr>
            <a:r>
              <a:rPr lang="en-US" sz="1000" dirty="0">
                <a:solidFill>
                  <a:srgbClr val="616161"/>
                </a:solidFill>
                <a:latin typeface="Calibri" pitchFamily="34" charset="0"/>
                <a:ea typeface="Calibri" pitchFamily="34" charset="-122"/>
                <a:cs typeface="Calibri" pitchFamily="34" charset="-120"/>
              </a:rPr>
              <a:t>Kernel trick → non-linear boundaries.</a:t>
            </a:r>
            <a:endParaRPr lang="en-US" sz="1000" dirty="0"/>
          </a:p>
          <a:p>
            <a:pPr marL="0" indent="0">
              <a:buNone/>
            </a:pPr>
            <a:r>
              <a:rPr lang="en-US" sz="1000" dirty="0">
                <a:solidFill>
                  <a:srgbClr val="616161"/>
                </a:solidFill>
                <a:latin typeface="Calibri" pitchFamily="34" charset="0"/>
                <a:ea typeface="Calibri" pitchFamily="34" charset="-122"/>
                <a:cs typeface="Calibri" pitchFamily="34" charset="-120"/>
              </a:rPr>
              <a:t>Best for p&gt;&gt;n (genomics, omics).</a:t>
            </a:r>
            <a:endParaRPr lang="en-US" sz="1000" dirty="0"/>
          </a:p>
          <a:p>
            <a:pPr marL="0" indent="0">
              <a:buNone/>
            </a:pPr>
            <a:r>
              <a:rPr lang="en-US" sz="1000" dirty="0">
                <a:solidFill>
                  <a:srgbClr val="616161"/>
                </a:solidFill>
                <a:latin typeface="Calibri" pitchFamily="34" charset="0"/>
                <a:ea typeface="Calibri" pitchFamily="34" charset="-122"/>
                <a:cs typeface="Calibri" pitchFamily="34" charset="-120"/>
              </a:rPr>
              <a:t>Requires feature scaling. Slow for large n.</a:t>
            </a:r>
            <a:endParaRPr lang="en-US" sz="1000" dirty="0"/>
          </a:p>
        </p:txBody>
      </p:sp>
      <p:sp>
        <p:nvSpPr>
          <p:cNvPr id="21" name="Shape 19"/>
          <p:cNvSpPr/>
          <p:nvPr/>
        </p:nvSpPr>
        <p:spPr>
          <a:xfrm>
            <a:off x="3200400" y="2816352"/>
            <a:ext cx="2743200" cy="169164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22" name="Shape 20"/>
          <p:cNvSpPr/>
          <p:nvPr/>
        </p:nvSpPr>
        <p:spPr>
          <a:xfrm>
            <a:off x="3200400" y="2816352"/>
            <a:ext cx="2743200" cy="45720"/>
          </a:xfrm>
          <a:prstGeom prst="rect">
            <a:avLst/>
          </a:prstGeom>
          <a:solidFill>
            <a:srgbClr val="E65100"/>
          </a:solidFill>
          <a:ln w="12700">
            <a:solidFill>
              <a:srgbClr val="E65100"/>
            </a:solidFill>
            <a:prstDash val="solid"/>
          </a:ln>
        </p:spPr>
        <p:txBody>
          <a:bodyPr/>
          <a:lstStyle/>
          <a:p>
            <a:endParaRPr lang="en-IN"/>
          </a:p>
        </p:txBody>
      </p:sp>
      <p:sp>
        <p:nvSpPr>
          <p:cNvPr id="23" name="Text 21"/>
          <p:cNvSpPr/>
          <p:nvPr/>
        </p:nvSpPr>
        <p:spPr>
          <a:xfrm>
            <a:off x="3310128" y="2907792"/>
            <a:ext cx="2523744"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KNN</a:t>
            </a:r>
            <a:endParaRPr lang="en-US" sz="1200" dirty="0"/>
          </a:p>
        </p:txBody>
      </p:sp>
      <p:sp>
        <p:nvSpPr>
          <p:cNvPr id="24" name="Text 22"/>
          <p:cNvSpPr/>
          <p:nvPr/>
        </p:nvSpPr>
        <p:spPr>
          <a:xfrm>
            <a:off x="3310128" y="3246120"/>
            <a:ext cx="2523744" cy="1170432"/>
          </a:xfrm>
          <a:prstGeom prst="rect">
            <a:avLst/>
          </a:prstGeom>
          <a:noFill/>
          <a:ln/>
        </p:spPr>
        <p:txBody>
          <a:bodyPr wrap="square" rtlCol="0" anchor="t"/>
          <a:lstStyle/>
          <a:p>
            <a:pPr marL="0" indent="0">
              <a:buNone/>
            </a:pPr>
            <a:r>
              <a:rPr lang="en-US" sz="1000" dirty="0">
                <a:solidFill>
                  <a:srgbClr val="616161"/>
                </a:solidFill>
                <a:latin typeface="Calibri" pitchFamily="34" charset="0"/>
                <a:ea typeface="Calibri" pitchFamily="34" charset="-122"/>
                <a:cs typeface="Calibri" pitchFamily="34" charset="-120"/>
              </a:rPr>
              <a:t>Predict by majority vote of k nearest neighbours.</a:t>
            </a:r>
            <a:endParaRPr lang="en-US" sz="1000" dirty="0"/>
          </a:p>
          <a:p>
            <a:pPr marL="0" indent="0">
              <a:buNone/>
            </a:pPr>
            <a:r>
              <a:rPr lang="en-US" sz="1000" dirty="0">
                <a:solidFill>
                  <a:srgbClr val="616161"/>
                </a:solidFill>
                <a:latin typeface="Calibri" pitchFamily="34" charset="0"/>
                <a:ea typeface="Calibri" pitchFamily="34" charset="-122"/>
                <a:cs typeface="Calibri" pitchFamily="34" charset="-120"/>
              </a:rPr>
              <a:t>No training phase (lazy learner).</a:t>
            </a:r>
            <a:endParaRPr lang="en-US" sz="1000" dirty="0"/>
          </a:p>
          <a:p>
            <a:pPr marL="0" indent="0">
              <a:buNone/>
            </a:pPr>
            <a:r>
              <a:rPr lang="en-US" sz="1000" dirty="0">
                <a:solidFill>
                  <a:srgbClr val="616161"/>
                </a:solidFill>
                <a:latin typeface="Calibri" pitchFamily="34" charset="0"/>
                <a:ea typeface="Calibri" pitchFamily="34" charset="-122"/>
                <a:cs typeface="Calibri" pitchFamily="34" charset="-120"/>
              </a:rPr>
              <a:t>Requires feature scaling and moderate n.</a:t>
            </a:r>
            <a:endParaRPr lang="en-US" sz="1000" dirty="0"/>
          </a:p>
          <a:p>
            <a:pPr marL="0" indent="0">
              <a:buNone/>
            </a:pPr>
            <a:r>
              <a:rPr lang="en-US" sz="1000" dirty="0">
                <a:solidFill>
                  <a:srgbClr val="616161"/>
                </a:solidFill>
                <a:latin typeface="Calibri" pitchFamily="34" charset="0"/>
                <a:ea typeface="Calibri" pitchFamily="34" charset="-122"/>
                <a:cs typeface="Calibri" pitchFamily="34" charset="-120"/>
              </a:rPr>
              <a:t>Best after dimensionality reduction.</a:t>
            </a:r>
            <a:endParaRPr lang="en-US" sz="1000" dirty="0"/>
          </a:p>
        </p:txBody>
      </p:sp>
      <p:sp>
        <p:nvSpPr>
          <p:cNvPr id="25" name="Shape 23"/>
          <p:cNvSpPr/>
          <p:nvPr/>
        </p:nvSpPr>
        <p:spPr>
          <a:xfrm>
            <a:off x="6080760" y="2816352"/>
            <a:ext cx="2743200" cy="169164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26" name="Shape 24"/>
          <p:cNvSpPr/>
          <p:nvPr/>
        </p:nvSpPr>
        <p:spPr>
          <a:xfrm>
            <a:off x="6080760" y="2816352"/>
            <a:ext cx="2743200" cy="45720"/>
          </a:xfrm>
          <a:prstGeom prst="rect">
            <a:avLst/>
          </a:prstGeom>
          <a:solidFill>
            <a:srgbClr val="1B5E20"/>
          </a:solidFill>
          <a:ln w="12700">
            <a:solidFill>
              <a:srgbClr val="1B5E20"/>
            </a:solidFill>
            <a:prstDash val="solid"/>
          </a:ln>
        </p:spPr>
        <p:txBody>
          <a:bodyPr/>
          <a:lstStyle/>
          <a:p>
            <a:endParaRPr lang="en-IN"/>
          </a:p>
        </p:txBody>
      </p:sp>
      <p:sp>
        <p:nvSpPr>
          <p:cNvPr id="27" name="Text 25"/>
          <p:cNvSpPr/>
          <p:nvPr/>
        </p:nvSpPr>
        <p:spPr>
          <a:xfrm>
            <a:off x="6190488" y="2907792"/>
            <a:ext cx="2523744"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Neural Networks / DL</a:t>
            </a:r>
            <a:endParaRPr lang="en-US" sz="1200" dirty="0"/>
          </a:p>
        </p:txBody>
      </p:sp>
      <p:sp>
        <p:nvSpPr>
          <p:cNvPr id="28" name="Text 26"/>
          <p:cNvSpPr/>
          <p:nvPr/>
        </p:nvSpPr>
        <p:spPr>
          <a:xfrm>
            <a:off x="6190488" y="3246120"/>
            <a:ext cx="2523744" cy="1170432"/>
          </a:xfrm>
          <a:prstGeom prst="rect">
            <a:avLst/>
          </a:prstGeom>
          <a:noFill/>
          <a:ln/>
        </p:spPr>
        <p:txBody>
          <a:bodyPr wrap="square" rtlCol="0" anchor="t"/>
          <a:lstStyle/>
          <a:p>
            <a:pPr marL="0" indent="0">
              <a:buNone/>
            </a:pPr>
            <a:r>
              <a:rPr lang="en-US" sz="1000" dirty="0">
                <a:solidFill>
                  <a:srgbClr val="616161"/>
                </a:solidFill>
                <a:latin typeface="Calibri" pitchFamily="34" charset="0"/>
                <a:ea typeface="Calibri" pitchFamily="34" charset="-122"/>
                <a:cs typeface="Calibri" pitchFamily="34" charset="-120"/>
              </a:rPr>
              <a:t>Stacked non-linear transformations.</a:t>
            </a:r>
            <a:endParaRPr lang="en-US" sz="1000" dirty="0"/>
          </a:p>
          <a:p>
            <a:pPr marL="0" indent="0">
              <a:buNone/>
            </a:pPr>
            <a:r>
              <a:rPr lang="en-US" sz="1000" dirty="0">
                <a:solidFill>
                  <a:srgbClr val="616161"/>
                </a:solidFill>
                <a:latin typeface="Calibri" pitchFamily="34" charset="0"/>
                <a:ea typeface="Calibri" pitchFamily="34" charset="-122"/>
                <a:cs typeface="Calibri" pitchFamily="34" charset="-120"/>
              </a:rPr>
              <a:t>Universal approximators.</a:t>
            </a:r>
            <a:endParaRPr lang="en-US" sz="1000" dirty="0"/>
          </a:p>
          <a:p>
            <a:pPr marL="0" indent="0">
              <a:buNone/>
            </a:pPr>
            <a:r>
              <a:rPr lang="en-US" sz="1000" dirty="0">
                <a:solidFill>
                  <a:srgbClr val="616161"/>
                </a:solidFill>
                <a:latin typeface="Calibri" pitchFamily="34" charset="0"/>
                <a:ea typeface="Calibri" pitchFamily="34" charset="-122"/>
                <a:cs typeface="Calibri" pitchFamily="34" charset="-120"/>
              </a:rPr>
              <a:t>Best for images, text, audio.</a:t>
            </a:r>
            <a:endParaRPr lang="en-US" sz="1000" dirty="0"/>
          </a:p>
          <a:p>
            <a:pPr marL="0" indent="0">
              <a:buNone/>
            </a:pPr>
            <a:r>
              <a:rPr lang="en-US" sz="1000" dirty="0">
                <a:solidFill>
                  <a:srgbClr val="616161"/>
                </a:solidFill>
                <a:latin typeface="Calibri" pitchFamily="34" charset="0"/>
                <a:ea typeface="Calibri" pitchFamily="34" charset="-122"/>
                <a:cs typeface="Calibri" pitchFamily="34" charset="-120"/>
              </a:rPr>
              <a:t>Requires large data + GPU compute.</a:t>
            </a:r>
            <a:endParaRPr lang="en-US" sz="1000" dirty="0"/>
          </a:p>
        </p:txBody>
      </p:sp>
      <p:sp>
        <p:nvSpPr>
          <p:cNvPr id="29" name="Shape 27"/>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30" name="Shape 28"/>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31" name="Shape 29"/>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Tree>
    <p:extLst>
      <p:ext uri="{BB962C8B-B14F-4D97-AF65-F5344CB8AC3E}">
        <p14:creationId xmlns:p14="http://schemas.microsoft.com/office/powerpoint/2010/main" val="2094790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301752"/>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36576"/>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KEY ALGORITHMS</a:t>
            </a:r>
            <a:endParaRPr lang="en-US" sz="800" dirty="0"/>
          </a:p>
        </p:txBody>
      </p:sp>
      <p:sp>
        <p:nvSpPr>
          <p:cNvPr id="4" name="Text 2"/>
          <p:cNvSpPr/>
          <p:nvPr/>
        </p:nvSpPr>
        <p:spPr>
          <a:xfrm>
            <a:off x="457200" y="347472"/>
            <a:ext cx="8229600" cy="603504"/>
          </a:xfrm>
          <a:prstGeom prst="rect">
            <a:avLst/>
          </a:prstGeom>
          <a:noFill/>
          <a:ln/>
        </p:spPr>
        <p:txBody>
          <a:bodyPr wrap="square" rtlCol="0" anchor="ctr"/>
          <a:lstStyle/>
          <a:p>
            <a:pPr marL="0" indent="0">
              <a:buNone/>
            </a:pPr>
            <a:r>
              <a:rPr lang="en-US" sz="2700" b="1" dirty="0">
                <a:solidFill>
                  <a:srgbClr val="1C2B5E"/>
                </a:solidFill>
                <a:latin typeface="Calibri" pitchFamily="34" charset="0"/>
                <a:ea typeface="Calibri" pitchFamily="34" charset="-122"/>
                <a:cs typeface="Calibri" pitchFamily="34" charset="-120"/>
              </a:rPr>
              <a:t>Neural Networks — From Perceptron to Multi-Layer</a:t>
            </a:r>
            <a:endParaRPr lang="en-US" sz="2700" dirty="0"/>
          </a:p>
        </p:txBody>
      </p:sp>
      <p:sp>
        <p:nvSpPr>
          <p:cNvPr id="5" name="Shape 3"/>
          <p:cNvSpPr/>
          <p:nvPr/>
        </p:nvSpPr>
        <p:spPr>
          <a:xfrm>
            <a:off x="457200" y="1051560"/>
            <a:ext cx="4023360" cy="3886200"/>
          </a:xfrm>
          <a:prstGeom prst="rect">
            <a:avLst/>
          </a:prstGeom>
          <a:solidFill>
            <a:srgbClr val="FFFFFF"/>
          </a:solidFill>
          <a:ln w="12700">
            <a:solidFill>
              <a:srgbClr val="E2E8F0"/>
            </a:solidFill>
            <a:prstDash val="solid"/>
          </a:ln>
          <a:effectLst>
            <a:outerShdw blurRad="88900" dist="38100" dir="8100000" algn="bl" rotWithShape="0">
              <a:srgbClr val="000000">
                <a:alpha val="11000"/>
              </a:srgbClr>
            </a:outerShdw>
          </a:effectLst>
        </p:spPr>
        <p:txBody>
          <a:bodyPr/>
          <a:lstStyle/>
          <a:p>
            <a:endParaRPr lang="en-IN"/>
          </a:p>
        </p:txBody>
      </p:sp>
      <p:sp>
        <p:nvSpPr>
          <p:cNvPr id="6" name="Shape 4"/>
          <p:cNvSpPr/>
          <p:nvPr/>
        </p:nvSpPr>
        <p:spPr>
          <a:xfrm>
            <a:off x="457200" y="1051560"/>
            <a:ext cx="4023360" cy="54864"/>
          </a:xfrm>
          <a:prstGeom prst="rect">
            <a:avLst/>
          </a:prstGeom>
          <a:solidFill>
            <a:srgbClr val="1C2B5E"/>
          </a:solidFill>
          <a:ln w="12700">
            <a:solidFill>
              <a:srgbClr val="1C2B5E"/>
            </a:solidFill>
            <a:prstDash val="solid"/>
          </a:ln>
        </p:spPr>
        <p:txBody>
          <a:bodyPr/>
          <a:lstStyle/>
          <a:p>
            <a:endParaRPr lang="en-IN"/>
          </a:p>
        </p:txBody>
      </p:sp>
      <p:sp>
        <p:nvSpPr>
          <p:cNvPr id="7" name="Text 5"/>
          <p:cNvSpPr/>
          <p:nvPr/>
        </p:nvSpPr>
        <p:spPr>
          <a:xfrm>
            <a:off x="566928" y="1143000"/>
            <a:ext cx="3803904" cy="320040"/>
          </a:xfrm>
          <a:prstGeom prst="rect">
            <a:avLst/>
          </a:prstGeom>
          <a:noFill/>
          <a:ln/>
        </p:spPr>
        <p:txBody>
          <a:bodyPr wrap="square" rtlCol="0" anchor="ctr"/>
          <a:lstStyle/>
          <a:p>
            <a:pPr marL="0" indent="0">
              <a:buNone/>
            </a:pPr>
            <a:r>
              <a:rPr lang="en-US" sz="1200" b="1" dirty="0">
                <a:solidFill>
                  <a:srgbClr val="1C2B5E"/>
                </a:solidFill>
                <a:latin typeface="Calibri" pitchFamily="34" charset="0"/>
                <a:ea typeface="Calibri" pitchFamily="34" charset="-122"/>
                <a:cs typeface="Calibri" pitchFamily="34" charset="-120"/>
              </a:rPr>
              <a:t>The Building Block: Neuron</a:t>
            </a:r>
            <a:endParaRPr lang="en-US" sz="1200" dirty="0"/>
          </a:p>
        </p:txBody>
      </p:sp>
      <p:sp>
        <p:nvSpPr>
          <p:cNvPr id="8" name="Text 6"/>
          <p:cNvSpPr/>
          <p:nvPr/>
        </p:nvSpPr>
        <p:spPr>
          <a:xfrm>
            <a:off x="566928" y="1490472"/>
            <a:ext cx="3803904" cy="3355848"/>
          </a:xfrm>
          <a:prstGeom prst="rect">
            <a:avLst/>
          </a:prstGeom>
          <a:noFill/>
          <a:ln/>
        </p:spPr>
        <p:txBody>
          <a:bodyPr wrap="square" rtlCol="0" anchor="t"/>
          <a:lstStyle/>
          <a:p>
            <a:pPr marL="0" indent="0">
              <a:buNone/>
            </a:pPr>
            <a:r>
              <a:rPr lang="en-US" sz="1100" dirty="0">
                <a:solidFill>
                  <a:srgbClr val="1E293B"/>
                </a:solidFill>
                <a:latin typeface="Calibri" pitchFamily="34" charset="0"/>
                <a:ea typeface="Calibri" pitchFamily="34" charset="-122"/>
                <a:cs typeface="Calibri" pitchFamily="34" charset="-120"/>
              </a:rPr>
              <a:t>A neuron computes:</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  z = w₁x₁ + w₂x₂ + ... + wₚxₚ + b</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  output = activation(z)</a:t>
            </a:r>
            <a:endParaRPr lang="en-US" sz="1100" dirty="0"/>
          </a:p>
          <a:p>
            <a:pPr marL="0" indent="0">
              <a:buNone/>
            </a:pP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Activation functions:</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 ReLU: max(0,z) — most common hidden layer</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 Sigmoid: 1/(1+e⁻ᶻ) — binary output</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 Softmax: normalised exp — multi-class</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 Tanh: (eᶻ−e⁻ᶻ)/(eᶻ+e⁻ᶻ) — centred output</a:t>
            </a:r>
            <a:endParaRPr lang="en-US" sz="1100" dirty="0"/>
          </a:p>
          <a:p>
            <a:pPr marL="0" indent="0">
              <a:buNone/>
            </a:pP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A single neuron with sigmoid = logistic regression!</a:t>
            </a:r>
            <a:endParaRPr lang="en-US" sz="1100" dirty="0"/>
          </a:p>
        </p:txBody>
      </p:sp>
      <p:sp>
        <p:nvSpPr>
          <p:cNvPr id="9" name="Shape 7"/>
          <p:cNvSpPr/>
          <p:nvPr/>
        </p:nvSpPr>
        <p:spPr>
          <a:xfrm>
            <a:off x="4663440" y="1051560"/>
            <a:ext cx="4023360" cy="3886200"/>
          </a:xfrm>
          <a:prstGeom prst="rect">
            <a:avLst/>
          </a:prstGeom>
          <a:solidFill>
            <a:srgbClr val="FFFFFF"/>
          </a:solidFill>
          <a:ln w="12700">
            <a:solidFill>
              <a:srgbClr val="E2E8F0"/>
            </a:solidFill>
            <a:prstDash val="solid"/>
          </a:ln>
          <a:effectLst>
            <a:outerShdw blurRad="88900" dist="38100" dir="8100000" algn="bl" rotWithShape="0">
              <a:srgbClr val="000000">
                <a:alpha val="11000"/>
              </a:srgbClr>
            </a:outerShdw>
          </a:effectLst>
        </p:spPr>
        <p:txBody>
          <a:bodyPr/>
          <a:lstStyle/>
          <a:p>
            <a:endParaRPr lang="en-IN"/>
          </a:p>
        </p:txBody>
      </p:sp>
      <p:sp>
        <p:nvSpPr>
          <p:cNvPr id="10" name="Shape 8"/>
          <p:cNvSpPr/>
          <p:nvPr/>
        </p:nvSpPr>
        <p:spPr>
          <a:xfrm>
            <a:off x="4663440" y="1051560"/>
            <a:ext cx="4023360" cy="54864"/>
          </a:xfrm>
          <a:prstGeom prst="rect">
            <a:avLst/>
          </a:prstGeom>
          <a:solidFill>
            <a:srgbClr val="0D9488"/>
          </a:solidFill>
          <a:ln w="12700">
            <a:solidFill>
              <a:srgbClr val="0D9488"/>
            </a:solidFill>
            <a:prstDash val="solid"/>
          </a:ln>
        </p:spPr>
        <p:txBody>
          <a:bodyPr/>
          <a:lstStyle/>
          <a:p>
            <a:endParaRPr lang="en-IN"/>
          </a:p>
        </p:txBody>
      </p:sp>
      <p:sp>
        <p:nvSpPr>
          <p:cNvPr id="11" name="Text 9"/>
          <p:cNvSpPr/>
          <p:nvPr/>
        </p:nvSpPr>
        <p:spPr>
          <a:xfrm>
            <a:off x="4773168" y="1143000"/>
            <a:ext cx="3803904" cy="320040"/>
          </a:xfrm>
          <a:prstGeom prst="rect">
            <a:avLst/>
          </a:prstGeom>
          <a:noFill/>
          <a:ln/>
        </p:spPr>
        <p:txBody>
          <a:bodyPr wrap="square" rtlCol="0" anchor="ctr"/>
          <a:lstStyle/>
          <a:p>
            <a:pPr marL="0" indent="0">
              <a:buNone/>
            </a:pPr>
            <a:r>
              <a:rPr lang="en-US" sz="1200" b="1" dirty="0">
                <a:solidFill>
                  <a:srgbClr val="1C2B5E"/>
                </a:solidFill>
                <a:latin typeface="Calibri" pitchFamily="34" charset="0"/>
                <a:ea typeface="Calibri" pitchFamily="34" charset="-122"/>
                <a:cs typeface="Calibri" pitchFamily="34" charset="-120"/>
              </a:rPr>
              <a:t>Multi-Layer Network (MLP)</a:t>
            </a:r>
            <a:endParaRPr lang="en-US" sz="1200" dirty="0"/>
          </a:p>
        </p:txBody>
      </p:sp>
      <p:sp>
        <p:nvSpPr>
          <p:cNvPr id="12" name="Text 10"/>
          <p:cNvSpPr/>
          <p:nvPr/>
        </p:nvSpPr>
        <p:spPr>
          <a:xfrm>
            <a:off x="4773168" y="1490472"/>
            <a:ext cx="3803904" cy="3355848"/>
          </a:xfrm>
          <a:prstGeom prst="rect">
            <a:avLst/>
          </a:prstGeom>
          <a:noFill/>
          <a:ln/>
        </p:spPr>
        <p:txBody>
          <a:bodyPr wrap="square" rtlCol="0" anchor="t"/>
          <a:lstStyle/>
          <a:p>
            <a:pPr marL="0" indent="0">
              <a:buNone/>
            </a:pPr>
            <a:r>
              <a:rPr lang="en-US" sz="1100" dirty="0">
                <a:solidFill>
                  <a:srgbClr val="1E293B"/>
                </a:solidFill>
                <a:latin typeface="Calibri" pitchFamily="34" charset="0"/>
                <a:ea typeface="Calibri" pitchFamily="34" charset="-122"/>
                <a:cs typeface="Calibri" pitchFamily="34" charset="-120"/>
              </a:rPr>
              <a:t>Input layer → Hidden layer(s) → Output layer</a:t>
            </a:r>
            <a:endParaRPr lang="en-US" sz="1100" dirty="0"/>
          </a:p>
          <a:p>
            <a:pPr marL="0" indent="0">
              <a:buNone/>
            </a:pP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Each layer: matrix multiplication + activation</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  hₗ = activation(Wₗ hₗ₋₁ + bₗ)</a:t>
            </a:r>
            <a:endParaRPr lang="en-US" sz="1100" dirty="0"/>
          </a:p>
          <a:p>
            <a:pPr marL="0" indent="0">
              <a:buNone/>
            </a:pP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Training: Backpropagation</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 Forward pass: compute predictions</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 Compute loss: L(y, ŷ)</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 Backward pass: compute gradients via chain rule</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 Update weights: W ← W − η · ∇L</a:t>
            </a:r>
            <a:endParaRPr lang="en-US" sz="1100" dirty="0"/>
          </a:p>
          <a:p>
            <a:pPr marL="0" indent="0">
              <a:buNone/>
            </a:pP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Key hyperparams: n layers, n neurons/layer, η, batch size, epochs, dropout</a:t>
            </a:r>
            <a:endParaRPr lang="en-US" sz="1100" dirty="0"/>
          </a:p>
        </p:txBody>
      </p:sp>
      <p:sp>
        <p:nvSpPr>
          <p:cNvPr id="13" name="Shape 11"/>
          <p:cNvSpPr/>
          <p:nvPr/>
        </p:nvSpPr>
        <p:spPr>
          <a:xfrm>
            <a:off x="457200" y="4489704"/>
            <a:ext cx="8229600" cy="475488"/>
          </a:xfrm>
          <a:prstGeom prst="rect">
            <a:avLst/>
          </a:prstGeom>
          <a:solidFill>
            <a:srgbClr val="FEF3C7"/>
          </a:solidFill>
          <a:ln w="12700">
            <a:solidFill>
              <a:srgbClr val="E59E0A"/>
            </a:solidFill>
            <a:prstDash val="solid"/>
          </a:ln>
        </p:spPr>
        <p:txBody>
          <a:bodyPr/>
          <a:lstStyle/>
          <a:p>
            <a:endParaRPr lang="en-IN"/>
          </a:p>
        </p:txBody>
      </p:sp>
      <p:sp>
        <p:nvSpPr>
          <p:cNvPr id="14" name="Text 12"/>
          <p:cNvSpPr/>
          <p:nvPr/>
        </p:nvSpPr>
        <p:spPr>
          <a:xfrm>
            <a:off x="594360" y="4544568"/>
            <a:ext cx="7955280" cy="374904"/>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Universal Approximation Theorem: A single hidden layer with enough neurons can approximate any continuous function to arbitrary precision.</a:t>
            </a:r>
            <a:endParaRPr lang="en-US" sz="1100" dirty="0"/>
          </a:p>
        </p:txBody>
      </p:sp>
    </p:spTree>
    <p:extLst>
      <p:ext uri="{BB962C8B-B14F-4D97-AF65-F5344CB8AC3E}">
        <p14:creationId xmlns:p14="http://schemas.microsoft.com/office/powerpoint/2010/main" val="32665806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8958E-B330-B6AC-CF41-C998A71F6DE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23E85EF-547D-D6B8-8EE8-D21926A2B125}"/>
              </a:ext>
            </a:extLst>
          </p:cNvPr>
          <p:cNvSpPr/>
          <p:nvPr/>
        </p:nvSpPr>
        <p:spPr>
          <a:xfrm>
            <a:off x="0" y="0"/>
            <a:ext cx="9144000" cy="301752"/>
          </a:xfrm>
          <a:prstGeom prst="rect">
            <a:avLst/>
          </a:prstGeom>
          <a:solidFill>
            <a:srgbClr val="1565C0"/>
          </a:solidFill>
          <a:ln w="12700">
            <a:solidFill>
              <a:srgbClr val="1565C0"/>
            </a:solidFill>
            <a:prstDash val="solid"/>
          </a:ln>
        </p:spPr>
        <p:txBody>
          <a:bodyPr/>
          <a:lstStyle/>
          <a:p>
            <a:endParaRPr lang="en-IN"/>
          </a:p>
        </p:txBody>
      </p:sp>
      <p:sp>
        <p:nvSpPr>
          <p:cNvPr id="3" name="Text 1">
            <a:extLst>
              <a:ext uri="{FF2B5EF4-FFF2-40B4-BE49-F238E27FC236}">
                <a16:creationId xmlns:a16="http://schemas.microsoft.com/office/drawing/2014/main" id="{7E922CBF-5F65-3E87-7B3A-34ED147605C1}"/>
              </a:ext>
            </a:extLst>
          </p:cNvPr>
          <p:cNvSpPr/>
          <p:nvPr/>
        </p:nvSpPr>
        <p:spPr>
          <a:xfrm>
            <a:off x="274320" y="36576"/>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KEY ALGORITHMS</a:t>
            </a:r>
            <a:endParaRPr lang="en-US" sz="800" dirty="0"/>
          </a:p>
        </p:txBody>
      </p:sp>
      <p:sp>
        <p:nvSpPr>
          <p:cNvPr id="4" name="Text 2">
            <a:extLst>
              <a:ext uri="{FF2B5EF4-FFF2-40B4-BE49-F238E27FC236}">
                <a16:creationId xmlns:a16="http://schemas.microsoft.com/office/drawing/2014/main" id="{B01D8593-AEE8-69B3-AF70-F2C5F762633D}"/>
              </a:ext>
            </a:extLst>
          </p:cNvPr>
          <p:cNvSpPr/>
          <p:nvPr/>
        </p:nvSpPr>
        <p:spPr>
          <a:xfrm>
            <a:off x="457200" y="347472"/>
            <a:ext cx="8229600" cy="603504"/>
          </a:xfrm>
          <a:prstGeom prst="rect">
            <a:avLst/>
          </a:prstGeom>
          <a:noFill/>
          <a:ln/>
        </p:spPr>
        <p:txBody>
          <a:bodyPr wrap="square" rtlCol="0" anchor="ctr"/>
          <a:lstStyle/>
          <a:p>
            <a:pPr marL="0" indent="0">
              <a:buNone/>
            </a:pPr>
            <a:r>
              <a:rPr lang="en-US" sz="2700" b="1" dirty="0">
                <a:solidFill>
                  <a:srgbClr val="1C2B5E"/>
                </a:solidFill>
                <a:latin typeface="Calibri" pitchFamily="34" charset="0"/>
                <a:ea typeface="Calibri" pitchFamily="34" charset="-122"/>
                <a:cs typeface="Calibri" pitchFamily="34" charset="-120"/>
              </a:rPr>
              <a:t>Gradient Boosting — Sequential Error Correction</a:t>
            </a:r>
            <a:endParaRPr lang="en-US" sz="2700" dirty="0"/>
          </a:p>
        </p:txBody>
      </p:sp>
      <p:sp>
        <p:nvSpPr>
          <p:cNvPr id="5" name="Shape 3">
            <a:extLst>
              <a:ext uri="{FF2B5EF4-FFF2-40B4-BE49-F238E27FC236}">
                <a16:creationId xmlns:a16="http://schemas.microsoft.com/office/drawing/2014/main" id="{70D40DB9-CCC8-14D0-372D-90514C31EAB3}"/>
              </a:ext>
            </a:extLst>
          </p:cNvPr>
          <p:cNvSpPr/>
          <p:nvPr/>
        </p:nvSpPr>
        <p:spPr>
          <a:xfrm>
            <a:off x="457200" y="1097280"/>
            <a:ext cx="3931920" cy="3657600"/>
          </a:xfrm>
          <a:prstGeom prst="rect">
            <a:avLst/>
          </a:prstGeom>
          <a:solidFill>
            <a:srgbClr val="FFFFFF"/>
          </a:solidFill>
          <a:ln w="12700">
            <a:solidFill>
              <a:srgbClr val="E2E8F0"/>
            </a:solidFill>
            <a:prstDash val="solid"/>
          </a:ln>
          <a:effectLst>
            <a:outerShdw blurRad="88900" dist="38100" dir="8100000" algn="bl" rotWithShape="0">
              <a:srgbClr val="000000">
                <a:alpha val="11000"/>
              </a:srgbClr>
            </a:outerShdw>
          </a:effectLst>
        </p:spPr>
        <p:txBody>
          <a:bodyPr/>
          <a:lstStyle/>
          <a:p>
            <a:endParaRPr lang="en-IN"/>
          </a:p>
        </p:txBody>
      </p:sp>
      <p:sp>
        <p:nvSpPr>
          <p:cNvPr id="6" name="Shape 4">
            <a:extLst>
              <a:ext uri="{FF2B5EF4-FFF2-40B4-BE49-F238E27FC236}">
                <a16:creationId xmlns:a16="http://schemas.microsoft.com/office/drawing/2014/main" id="{0DB6C941-1373-9539-39D2-63393E80182F}"/>
              </a:ext>
            </a:extLst>
          </p:cNvPr>
          <p:cNvSpPr/>
          <p:nvPr/>
        </p:nvSpPr>
        <p:spPr>
          <a:xfrm>
            <a:off x="457200" y="1097280"/>
            <a:ext cx="3931920" cy="384048"/>
          </a:xfrm>
          <a:prstGeom prst="rect">
            <a:avLst/>
          </a:prstGeom>
          <a:solidFill>
            <a:srgbClr val="FF0000"/>
          </a:solidFill>
          <a:ln w="12700">
            <a:solidFill>
              <a:srgbClr val="1C2B5E"/>
            </a:solidFill>
            <a:prstDash val="solid"/>
          </a:ln>
        </p:spPr>
        <p:txBody>
          <a:bodyPr/>
          <a:lstStyle/>
          <a:p>
            <a:endParaRPr lang="en-IN"/>
          </a:p>
        </p:txBody>
      </p:sp>
      <p:sp>
        <p:nvSpPr>
          <p:cNvPr id="7" name="Text 5">
            <a:extLst>
              <a:ext uri="{FF2B5EF4-FFF2-40B4-BE49-F238E27FC236}">
                <a16:creationId xmlns:a16="http://schemas.microsoft.com/office/drawing/2014/main" id="{6F1A1854-C145-186F-6075-5E5859DF3AA1}"/>
              </a:ext>
            </a:extLst>
          </p:cNvPr>
          <p:cNvSpPr/>
          <p:nvPr/>
        </p:nvSpPr>
        <p:spPr>
          <a:xfrm>
            <a:off x="457200" y="1115568"/>
            <a:ext cx="39319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How Gradient Boosting Works</a:t>
            </a:r>
            <a:endParaRPr lang="en-US" sz="1200" dirty="0"/>
          </a:p>
        </p:txBody>
      </p:sp>
      <p:sp>
        <p:nvSpPr>
          <p:cNvPr id="8" name="Text 6">
            <a:extLst>
              <a:ext uri="{FF2B5EF4-FFF2-40B4-BE49-F238E27FC236}">
                <a16:creationId xmlns:a16="http://schemas.microsoft.com/office/drawing/2014/main" id="{65FD61F0-8443-DB41-B602-4EDB4B0678F9}"/>
              </a:ext>
            </a:extLst>
          </p:cNvPr>
          <p:cNvSpPr/>
          <p:nvPr/>
        </p:nvSpPr>
        <p:spPr>
          <a:xfrm>
            <a:off x="594360" y="1554480"/>
            <a:ext cx="3611880" cy="3063240"/>
          </a:xfrm>
          <a:prstGeom prst="rect">
            <a:avLst/>
          </a:prstGeom>
          <a:noFill/>
          <a:ln/>
        </p:spPr>
        <p:txBody>
          <a:bodyPr wrap="square"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Start with a simple initial prediction (e.g. mean of Y)</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Compute residuals (prediction errors) from current model</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Fit a new tree to the RESIDUALS — learn what the current model gets wrong</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Add the new tree to the ensemble (with learning rate η)</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Repeat: compute new residuals, fit new tree, add to ensemble</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Final model: sum of all trees. Each tree corrects the previous errors.</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Key insight: this is gradient descent in function space</a:t>
            </a:r>
            <a:endParaRPr lang="en-US" sz="1200" dirty="0"/>
          </a:p>
        </p:txBody>
      </p:sp>
      <p:sp>
        <p:nvSpPr>
          <p:cNvPr id="9" name="Shape 7">
            <a:extLst>
              <a:ext uri="{FF2B5EF4-FFF2-40B4-BE49-F238E27FC236}">
                <a16:creationId xmlns:a16="http://schemas.microsoft.com/office/drawing/2014/main" id="{ECC0E0B6-CF92-0016-52B9-233986B6276C}"/>
              </a:ext>
            </a:extLst>
          </p:cNvPr>
          <p:cNvSpPr/>
          <p:nvPr/>
        </p:nvSpPr>
        <p:spPr>
          <a:xfrm>
            <a:off x="4754880" y="1097280"/>
            <a:ext cx="3931920" cy="3657600"/>
          </a:xfrm>
          <a:prstGeom prst="rect">
            <a:avLst/>
          </a:prstGeom>
          <a:solidFill>
            <a:srgbClr val="FFFFFF"/>
          </a:solidFill>
          <a:ln w="12700">
            <a:solidFill>
              <a:srgbClr val="E2E8F0"/>
            </a:solidFill>
            <a:prstDash val="solid"/>
          </a:ln>
          <a:effectLst>
            <a:outerShdw blurRad="88900" dist="38100" dir="8100000" algn="bl" rotWithShape="0">
              <a:srgbClr val="000000">
                <a:alpha val="11000"/>
              </a:srgbClr>
            </a:outerShdw>
          </a:effectLst>
        </p:spPr>
        <p:txBody>
          <a:bodyPr/>
          <a:lstStyle/>
          <a:p>
            <a:endParaRPr lang="en-IN"/>
          </a:p>
        </p:txBody>
      </p:sp>
      <p:sp>
        <p:nvSpPr>
          <p:cNvPr id="10" name="Shape 8">
            <a:extLst>
              <a:ext uri="{FF2B5EF4-FFF2-40B4-BE49-F238E27FC236}">
                <a16:creationId xmlns:a16="http://schemas.microsoft.com/office/drawing/2014/main" id="{8BC3690E-17B8-3D17-A0AB-65DE91C79661}"/>
              </a:ext>
            </a:extLst>
          </p:cNvPr>
          <p:cNvSpPr/>
          <p:nvPr/>
        </p:nvSpPr>
        <p:spPr>
          <a:xfrm>
            <a:off x="4754880" y="1097280"/>
            <a:ext cx="3931920" cy="384048"/>
          </a:xfrm>
          <a:prstGeom prst="rect">
            <a:avLst/>
          </a:prstGeom>
          <a:solidFill>
            <a:srgbClr val="0D9488"/>
          </a:solidFill>
          <a:ln w="12700">
            <a:solidFill>
              <a:srgbClr val="0D9488"/>
            </a:solidFill>
            <a:prstDash val="solid"/>
          </a:ln>
        </p:spPr>
        <p:txBody>
          <a:bodyPr/>
          <a:lstStyle/>
          <a:p>
            <a:endParaRPr lang="en-IN"/>
          </a:p>
        </p:txBody>
      </p:sp>
      <p:sp>
        <p:nvSpPr>
          <p:cNvPr id="11" name="Text 9">
            <a:extLst>
              <a:ext uri="{FF2B5EF4-FFF2-40B4-BE49-F238E27FC236}">
                <a16:creationId xmlns:a16="http://schemas.microsoft.com/office/drawing/2014/main" id="{DDFF8215-0421-BB5D-F46E-D1DCBFB56AC2}"/>
              </a:ext>
            </a:extLst>
          </p:cNvPr>
          <p:cNvSpPr/>
          <p:nvPr/>
        </p:nvSpPr>
        <p:spPr>
          <a:xfrm>
            <a:off x="4754880" y="1115568"/>
            <a:ext cx="39319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XGBoost / LightGBM vs Random Forest</a:t>
            </a:r>
            <a:endParaRPr lang="en-US" sz="1200" dirty="0"/>
          </a:p>
        </p:txBody>
      </p:sp>
      <p:sp>
        <p:nvSpPr>
          <p:cNvPr id="12" name="Text 10">
            <a:extLst>
              <a:ext uri="{FF2B5EF4-FFF2-40B4-BE49-F238E27FC236}">
                <a16:creationId xmlns:a16="http://schemas.microsoft.com/office/drawing/2014/main" id="{0EF40E54-D2CD-F9D0-9152-86D3804F0EBC}"/>
              </a:ext>
            </a:extLst>
          </p:cNvPr>
          <p:cNvSpPr/>
          <p:nvPr/>
        </p:nvSpPr>
        <p:spPr>
          <a:xfrm>
            <a:off x="4892040" y="1554480"/>
            <a:ext cx="3611880" cy="3063240"/>
          </a:xfrm>
          <a:prstGeom prst="rect">
            <a:avLst/>
          </a:prstGeom>
          <a:noFill/>
          <a:ln/>
        </p:spPr>
        <p:txBody>
          <a:bodyPr wrap="square"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Usually outperforms RF on structured/tabular clinical data</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More sensitive to hyperparameters (n_estimators, max_depth, η, subsample)</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Requires careful tuning: use CV to find optimal n_estimators with early stopping</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Can overfit with too many trees — η (learning rate) controls this</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Handles missing data natively (XGBoost learns optimal missing value direction)</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Feature importance available; SHAP values native in XGBoost</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Benchmark studies in clinical ML: XGBoost typically top-3 performer</a:t>
            </a:r>
            <a:endParaRPr lang="en-US" sz="1200" dirty="0"/>
          </a:p>
        </p:txBody>
      </p:sp>
    </p:spTree>
    <p:extLst>
      <p:ext uri="{BB962C8B-B14F-4D97-AF65-F5344CB8AC3E}">
        <p14:creationId xmlns:p14="http://schemas.microsoft.com/office/powerpoint/2010/main" val="20544824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02 — MODELS AND THEIR USES</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Causality vs. Prediction — The Most Critical Distinction</a:t>
            </a:r>
            <a:endParaRPr lang="en-US" sz="2400" dirty="0"/>
          </a:p>
        </p:txBody>
      </p:sp>
      <p:sp>
        <p:nvSpPr>
          <p:cNvPr id="5" name="Shape 3"/>
          <p:cNvSpPr/>
          <p:nvPr/>
        </p:nvSpPr>
        <p:spPr>
          <a:xfrm>
            <a:off x="320040" y="960120"/>
            <a:ext cx="4114800" cy="324612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p:cNvSpPr/>
          <p:nvPr/>
        </p:nvSpPr>
        <p:spPr>
          <a:xfrm>
            <a:off x="320040" y="960120"/>
            <a:ext cx="4114800" cy="45720"/>
          </a:xfrm>
          <a:prstGeom prst="rect">
            <a:avLst/>
          </a:prstGeom>
          <a:solidFill>
            <a:srgbClr val="1565C0"/>
          </a:solidFill>
          <a:ln w="12700">
            <a:solidFill>
              <a:srgbClr val="1565C0"/>
            </a:solidFill>
            <a:prstDash val="solid"/>
          </a:ln>
        </p:spPr>
        <p:txBody>
          <a:bodyPr/>
          <a:lstStyle/>
          <a:p>
            <a:endParaRPr lang="en-IN"/>
          </a:p>
        </p:txBody>
      </p:sp>
      <p:sp>
        <p:nvSpPr>
          <p:cNvPr id="7" name="Text 5"/>
          <p:cNvSpPr/>
          <p:nvPr/>
        </p:nvSpPr>
        <p:spPr>
          <a:xfrm>
            <a:off x="429768" y="1051560"/>
            <a:ext cx="3895344"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Classical Statistics: Causal Focus</a:t>
            </a:r>
            <a:endParaRPr lang="en-US" sz="1200" dirty="0"/>
          </a:p>
        </p:txBody>
      </p:sp>
      <p:sp>
        <p:nvSpPr>
          <p:cNvPr id="8" name="Text 6"/>
          <p:cNvSpPr/>
          <p:nvPr/>
        </p:nvSpPr>
        <p:spPr>
          <a:xfrm>
            <a:off x="429768" y="1389888"/>
            <a:ext cx="3895344" cy="2724912"/>
          </a:xfrm>
          <a:prstGeom prst="rect">
            <a:avLst/>
          </a:prstGeom>
          <a:noFill/>
          <a:ln/>
        </p:spPr>
        <p:txBody>
          <a:bodyPr wrap="square" rtlCol="0" anchor="t"/>
          <a:lstStyle/>
          <a:p>
            <a:pPr marL="0" indent="0">
              <a:buNone/>
            </a:pPr>
            <a:r>
              <a:rPr lang="en-US" sz="1050" dirty="0">
                <a:solidFill>
                  <a:srgbClr val="616161"/>
                </a:solidFill>
                <a:latin typeface="Calibri" pitchFamily="34" charset="0"/>
                <a:ea typeface="Calibri" pitchFamily="34" charset="-122"/>
                <a:cs typeface="Calibri" pitchFamily="34" charset="-120"/>
              </a:rPr>
              <a:t>'WHY does this happen?'</a:t>
            </a:r>
            <a:endParaRPr lang="en-US" sz="1050" dirty="0"/>
          </a:p>
          <a:p>
            <a:pPr marL="0" indent="0">
              <a:buNone/>
            </a:pP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Estimate effect sizes with uncertainty.</a:t>
            </a: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Causal inference: Rubin potential outcomes, DAGs.</a:t>
            </a: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RCTs, IV, DiD, propensity scores, g-estimation.</a:t>
            </a: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Pre-specified estimands, hypothesis testing.</a:t>
            </a: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Generalise from sample to population.</a:t>
            </a:r>
            <a:endParaRPr lang="en-US" sz="1050" dirty="0"/>
          </a:p>
          <a:p>
            <a:pPr marL="0" indent="0">
              <a:buNone/>
            </a:pP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Question: Does Drug A cause better outcomes?</a:t>
            </a:r>
            <a:endParaRPr lang="en-US" sz="1050" dirty="0"/>
          </a:p>
          <a:p>
            <a:pPr marL="0" indent="0">
              <a:buNone/>
            </a:pP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Requires: Causal design — no ML algorithm substitutes for a well-designed RCT.</a:t>
            </a:r>
            <a:endParaRPr lang="en-US" sz="1050" dirty="0"/>
          </a:p>
        </p:txBody>
      </p:sp>
      <p:sp>
        <p:nvSpPr>
          <p:cNvPr id="9" name="Shape 7"/>
          <p:cNvSpPr/>
          <p:nvPr/>
        </p:nvSpPr>
        <p:spPr>
          <a:xfrm>
            <a:off x="4754880" y="960120"/>
            <a:ext cx="4114800" cy="324612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0" name="Shape 8"/>
          <p:cNvSpPr/>
          <p:nvPr/>
        </p:nvSpPr>
        <p:spPr>
          <a:xfrm>
            <a:off x="4754880" y="960120"/>
            <a:ext cx="4114800" cy="45720"/>
          </a:xfrm>
          <a:prstGeom prst="rect">
            <a:avLst/>
          </a:prstGeom>
          <a:solidFill>
            <a:srgbClr val="0097A7"/>
          </a:solidFill>
          <a:ln w="12700">
            <a:solidFill>
              <a:srgbClr val="0097A7"/>
            </a:solidFill>
            <a:prstDash val="solid"/>
          </a:ln>
        </p:spPr>
        <p:txBody>
          <a:bodyPr/>
          <a:lstStyle/>
          <a:p>
            <a:endParaRPr lang="en-IN"/>
          </a:p>
        </p:txBody>
      </p:sp>
      <p:sp>
        <p:nvSpPr>
          <p:cNvPr id="11" name="Text 9"/>
          <p:cNvSpPr/>
          <p:nvPr/>
        </p:nvSpPr>
        <p:spPr>
          <a:xfrm>
            <a:off x="4864608" y="1051560"/>
            <a:ext cx="3895344"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Machine Learning: Prediction Focus</a:t>
            </a:r>
            <a:endParaRPr lang="en-US" sz="1200" dirty="0"/>
          </a:p>
        </p:txBody>
      </p:sp>
      <p:sp>
        <p:nvSpPr>
          <p:cNvPr id="12" name="Text 10"/>
          <p:cNvSpPr/>
          <p:nvPr/>
        </p:nvSpPr>
        <p:spPr>
          <a:xfrm>
            <a:off x="4864608" y="1389888"/>
            <a:ext cx="3895344" cy="2724912"/>
          </a:xfrm>
          <a:prstGeom prst="rect">
            <a:avLst/>
          </a:prstGeom>
          <a:noFill/>
          <a:ln/>
        </p:spPr>
        <p:txBody>
          <a:bodyPr wrap="square" rtlCol="0" anchor="t"/>
          <a:lstStyle/>
          <a:p>
            <a:pPr marL="0" indent="0">
              <a:buNone/>
            </a:pPr>
            <a:r>
              <a:rPr lang="en-US" sz="1050" dirty="0">
                <a:solidFill>
                  <a:srgbClr val="616161"/>
                </a:solidFill>
                <a:latin typeface="Calibri" pitchFamily="34" charset="0"/>
                <a:ea typeface="Calibri" pitchFamily="34" charset="-122"/>
                <a:cs typeface="Calibri" pitchFamily="34" charset="-120"/>
              </a:rPr>
              <a:t>'WHAT will happen next?'</a:t>
            </a:r>
            <a:endParaRPr lang="en-US" sz="1050" dirty="0"/>
          </a:p>
          <a:p>
            <a:pPr marL="0" indent="0">
              <a:buNone/>
            </a:pP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Minimise prediction error on unseen data.</a:t>
            </a: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Feature importance ≠ causal effect.</a:t>
            </a: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AUC, RMSE, F1 — empirical performance metrics.</a:t>
            </a: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No hypothesis, no p-value required.</a:t>
            </a: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Optimise for operational performance.</a:t>
            </a:r>
            <a:endParaRPr lang="en-US" sz="1050" dirty="0"/>
          </a:p>
          <a:p>
            <a:pPr marL="0" indent="0">
              <a:buNone/>
            </a:pP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Question: Which patients will be readmitted?</a:t>
            </a:r>
            <a:endParaRPr lang="en-US" sz="1050" dirty="0"/>
          </a:p>
          <a:p>
            <a:pPr marL="0" indent="0">
              <a:buNone/>
            </a:pPr>
            <a:endParaRPr lang="en-US" sz="1050" dirty="0"/>
          </a:p>
          <a:p>
            <a:pPr marL="0" indent="0">
              <a:buNone/>
            </a:pPr>
            <a:r>
              <a:rPr lang="en-US" sz="1050" dirty="0">
                <a:solidFill>
                  <a:srgbClr val="616161"/>
                </a:solidFill>
                <a:latin typeface="Calibri" pitchFamily="34" charset="0"/>
                <a:ea typeface="Calibri" pitchFamily="34" charset="-122"/>
                <a:cs typeface="Calibri" pitchFamily="34" charset="-120"/>
              </a:rPr>
              <a:t>Requires: Labelled historical data, proper train/test split, honest evaluation.</a:t>
            </a:r>
            <a:endParaRPr lang="en-US" sz="1050" dirty="0"/>
          </a:p>
        </p:txBody>
      </p:sp>
      <p:sp>
        <p:nvSpPr>
          <p:cNvPr id="13" name="Shape 11"/>
          <p:cNvSpPr/>
          <p:nvPr/>
        </p:nvSpPr>
        <p:spPr>
          <a:xfrm>
            <a:off x="320040" y="3638502"/>
            <a:ext cx="8503920" cy="530352"/>
          </a:xfrm>
          <a:prstGeom prst="rect">
            <a:avLst/>
          </a:prstGeom>
          <a:solidFill>
            <a:srgbClr val="FFF3E0"/>
          </a:solidFill>
          <a:ln w="12700">
            <a:solidFill>
              <a:srgbClr val="E65100"/>
            </a:solidFill>
            <a:prstDash val="solid"/>
          </a:ln>
        </p:spPr>
        <p:txBody>
          <a:bodyPr/>
          <a:lstStyle/>
          <a:p>
            <a:endParaRPr lang="en-IN"/>
          </a:p>
        </p:txBody>
      </p:sp>
      <p:sp>
        <p:nvSpPr>
          <p:cNvPr id="14" name="Text 12"/>
          <p:cNvSpPr/>
          <p:nvPr/>
        </p:nvSpPr>
        <p:spPr>
          <a:xfrm>
            <a:off x="320040" y="3693366"/>
            <a:ext cx="8229600" cy="475488"/>
          </a:xfrm>
          <a:prstGeom prst="rect">
            <a:avLst/>
          </a:prstGeom>
          <a:noFill/>
          <a:ln/>
        </p:spPr>
        <p:txBody>
          <a:bodyPr wrap="square" rtlCol="0" anchor="ctr"/>
          <a:lstStyle/>
          <a:p>
            <a:pPr marL="0" indent="0">
              <a:buNone/>
            </a:pPr>
            <a:r>
              <a:rPr lang="en-US" sz="1050" dirty="0">
                <a:solidFill>
                  <a:srgbClr val="E65100"/>
                </a:solidFill>
                <a:latin typeface="Calibri" pitchFamily="34" charset="0"/>
                <a:ea typeface="Calibri" pitchFamily="34" charset="-122"/>
                <a:cs typeface="Calibri" pitchFamily="34" charset="-120"/>
              </a:rPr>
              <a:t>⚠  THE CRITICAL TRAP: Feature importance ≠ causal effect. A high SHAP value for 'prior admissions' means it's predictively important, NOT that reducing prior admissions would reduce future readmissions. Shoe size predicts reading ability in children (age confounds both) — ML would use it; biostatistics would control for age.</a:t>
            </a:r>
            <a:endParaRPr lang="en-US" sz="1050" dirty="0"/>
          </a:p>
        </p:txBody>
      </p:sp>
      <p:sp>
        <p:nvSpPr>
          <p:cNvPr id="15" name="Shape 13"/>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16" name="Shape 14"/>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17" name="Shape 15"/>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Tree>
    <p:extLst>
      <p:ext uri="{BB962C8B-B14F-4D97-AF65-F5344CB8AC3E}">
        <p14:creationId xmlns:p14="http://schemas.microsoft.com/office/powerpoint/2010/main" val="38916702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07 — AWS AND GIT</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Amazon Web Services (AWS) for Health AI</a:t>
            </a:r>
            <a:endParaRPr lang="en-US" sz="2400" dirty="0"/>
          </a:p>
        </p:txBody>
      </p:sp>
      <p:sp>
        <p:nvSpPr>
          <p:cNvPr id="5" name="Shape 3"/>
          <p:cNvSpPr/>
          <p:nvPr/>
        </p:nvSpPr>
        <p:spPr>
          <a:xfrm>
            <a:off x="320040" y="960120"/>
            <a:ext cx="3931920" cy="313182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p:cNvSpPr/>
          <p:nvPr/>
        </p:nvSpPr>
        <p:spPr>
          <a:xfrm>
            <a:off x="320040" y="960120"/>
            <a:ext cx="3931920" cy="45720"/>
          </a:xfrm>
          <a:prstGeom prst="rect">
            <a:avLst/>
          </a:prstGeom>
          <a:solidFill>
            <a:srgbClr val="FF9900"/>
          </a:solidFill>
          <a:ln w="12700">
            <a:solidFill>
              <a:srgbClr val="FF9900"/>
            </a:solidFill>
            <a:prstDash val="solid"/>
          </a:ln>
        </p:spPr>
        <p:txBody>
          <a:bodyPr/>
          <a:lstStyle/>
          <a:p>
            <a:endParaRPr lang="en-IN"/>
          </a:p>
        </p:txBody>
      </p:sp>
      <p:sp>
        <p:nvSpPr>
          <p:cNvPr id="7" name="Text 5"/>
          <p:cNvSpPr/>
          <p:nvPr/>
        </p:nvSpPr>
        <p:spPr>
          <a:xfrm>
            <a:off x="429768" y="1051560"/>
            <a:ext cx="3712464"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 Why Cloud Computing?</a:t>
            </a:r>
            <a:endParaRPr lang="en-US" sz="1200" dirty="0"/>
          </a:p>
        </p:txBody>
      </p:sp>
      <p:sp>
        <p:nvSpPr>
          <p:cNvPr id="8" name="Text 6"/>
          <p:cNvSpPr/>
          <p:nvPr/>
        </p:nvSpPr>
        <p:spPr>
          <a:xfrm>
            <a:off x="429768" y="1389887"/>
            <a:ext cx="3712464" cy="2077707"/>
          </a:xfrm>
          <a:prstGeom prst="rect">
            <a:avLst/>
          </a:prstGeom>
          <a:noFill/>
          <a:ln/>
        </p:spPr>
        <p:txBody>
          <a:bodyPr wrap="square" rtlCol="0" anchor="t"/>
          <a:lstStyle/>
          <a:p>
            <a:pPr marL="0" indent="0">
              <a:buNone/>
            </a:pPr>
            <a:r>
              <a:rPr lang="en-US" sz="1400" dirty="0">
                <a:solidFill>
                  <a:srgbClr val="616161"/>
                </a:solidFill>
                <a:latin typeface="Calibri" pitchFamily="34" charset="0"/>
                <a:ea typeface="Calibri" pitchFamily="34" charset="-122"/>
                <a:cs typeface="Calibri" pitchFamily="34" charset="-120"/>
              </a:rPr>
              <a:t>Local computers: Limited RAM/CPU, no scalability, data silos, no collaboration.</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AWS Cloud: Unlimited storage, scalable compute (CPUs/GPUs on demand), shared access, HIPAA-compliant options for clinical data, pay-per-use.</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Healthcare AI needs: Large genomic datasets, GPU for deep learning, multi-site collaboration.</a:t>
            </a:r>
            <a:endParaRPr lang="en-US" sz="1400" dirty="0"/>
          </a:p>
        </p:txBody>
      </p:sp>
      <p:sp>
        <p:nvSpPr>
          <p:cNvPr id="9" name="Shape 7"/>
          <p:cNvSpPr/>
          <p:nvPr/>
        </p:nvSpPr>
        <p:spPr>
          <a:xfrm>
            <a:off x="4663440" y="960120"/>
            <a:ext cx="3931920" cy="313182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0" name="Shape 8"/>
          <p:cNvSpPr/>
          <p:nvPr/>
        </p:nvSpPr>
        <p:spPr>
          <a:xfrm>
            <a:off x="4663440" y="960120"/>
            <a:ext cx="3931920" cy="45720"/>
          </a:xfrm>
          <a:prstGeom prst="rect">
            <a:avLst/>
          </a:prstGeom>
          <a:solidFill>
            <a:srgbClr val="1565C0"/>
          </a:solidFill>
          <a:ln w="12700">
            <a:solidFill>
              <a:srgbClr val="1565C0"/>
            </a:solidFill>
            <a:prstDash val="solid"/>
          </a:ln>
        </p:spPr>
        <p:txBody>
          <a:bodyPr/>
          <a:lstStyle/>
          <a:p>
            <a:endParaRPr lang="en-IN"/>
          </a:p>
        </p:txBody>
      </p:sp>
      <p:sp>
        <p:nvSpPr>
          <p:cNvPr id="11" name="Text 9"/>
          <p:cNvSpPr/>
          <p:nvPr/>
        </p:nvSpPr>
        <p:spPr>
          <a:xfrm>
            <a:off x="4773168" y="1051560"/>
            <a:ext cx="3712464"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 Key AWS Services for Health AI</a:t>
            </a:r>
            <a:endParaRPr lang="en-US" sz="1200" dirty="0"/>
          </a:p>
        </p:txBody>
      </p:sp>
      <p:sp>
        <p:nvSpPr>
          <p:cNvPr id="12" name="Text 10"/>
          <p:cNvSpPr/>
          <p:nvPr/>
        </p:nvSpPr>
        <p:spPr>
          <a:xfrm>
            <a:off x="4773168" y="1389888"/>
            <a:ext cx="3712464" cy="2196460"/>
          </a:xfrm>
          <a:prstGeom prst="rect">
            <a:avLst/>
          </a:prstGeom>
          <a:noFill/>
          <a:ln/>
        </p:spPr>
        <p:txBody>
          <a:bodyPr wrap="square" rtlCol="0" anchor="t"/>
          <a:lstStyle/>
          <a:p>
            <a:pPr marL="0" indent="0">
              <a:buNone/>
            </a:pPr>
            <a:r>
              <a:rPr lang="en-US" sz="1400" dirty="0">
                <a:solidFill>
                  <a:srgbClr val="616161"/>
                </a:solidFill>
                <a:latin typeface="Calibri" pitchFamily="34" charset="0"/>
                <a:ea typeface="Calibri" pitchFamily="34" charset="-122"/>
                <a:cs typeface="Calibri" pitchFamily="34" charset="-120"/>
              </a:rPr>
              <a:t>S3 (Simple Storage Service): Store datasets, model files, results. Highly durable (99.999999999%). Bucket policies control access.</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SageMaker: Managed ML platform. Train, tune, and deploy ML models without managing servers. Built-in algorithms + custom R/Python scripts.</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EC2: Virtual machines. Choose CPU (for RF/XGBoost) or GPU (for deep learning).</a:t>
            </a:r>
            <a:endParaRPr lang="en-US" sz="1400" dirty="0"/>
          </a:p>
        </p:txBody>
      </p:sp>
      <p:sp>
        <p:nvSpPr>
          <p:cNvPr id="21" name="Shape 19"/>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22" name="Shape 20"/>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23" name="Shape 21"/>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Tree>
    <p:extLst>
      <p:ext uri="{BB962C8B-B14F-4D97-AF65-F5344CB8AC3E}">
        <p14:creationId xmlns:p14="http://schemas.microsoft.com/office/powerpoint/2010/main" val="356965037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46346-3205-8561-754D-B73481966EE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6FFE0E3-13C0-E258-7D47-20BBC23119D5}"/>
              </a:ext>
            </a:extLst>
          </p:cNvPr>
          <p:cNvSpPr/>
          <p:nvPr/>
        </p:nvSpPr>
        <p:spPr>
          <a:xfrm>
            <a:off x="0" y="0"/>
            <a:ext cx="9144000" cy="274320"/>
          </a:xfrm>
          <a:prstGeom prst="rect">
            <a:avLst/>
          </a:prstGeom>
          <a:solidFill>
            <a:srgbClr val="1565C0"/>
          </a:solidFill>
          <a:ln w="12700">
            <a:solidFill>
              <a:srgbClr val="1565C0"/>
            </a:solidFill>
            <a:prstDash val="solid"/>
          </a:ln>
        </p:spPr>
        <p:txBody>
          <a:bodyPr/>
          <a:lstStyle/>
          <a:p>
            <a:endParaRPr lang="en-IN"/>
          </a:p>
        </p:txBody>
      </p:sp>
      <p:sp>
        <p:nvSpPr>
          <p:cNvPr id="3" name="Text 1">
            <a:extLst>
              <a:ext uri="{FF2B5EF4-FFF2-40B4-BE49-F238E27FC236}">
                <a16:creationId xmlns:a16="http://schemas.microsoft.com/office/drawing/2014/main" id="{FD139C50-7D6F-5858-0AB8-191BC95494A6}"/>
              </a:ext>
            </a:extLst>
          </p:cNvPr>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07 — AWS AND GIT</a:t>
            </a:r>
            <a:endParaRPr lang="en-US" sz="800" dirty="0"/>
          </a:p>
        </p:txBody>
      </p:sp>
      <p:sp>
        <p:nvSpPr>
          <p:cNvPr id="4" name="Text 2">
            <a:extLst>
              <a:ext uri="{FF2B5EF4-FFF2-40B4-BE49-F238E27FC236}">
                <a16:creationId xmlns:a16="http://schemas.microsoft.com/office/drawing/2014/main" id="{7410032D-3851-C17D-055A-5515BA225F5F}"/>
              </a:ext>
            </a:extLst>
          </p:cNvPr>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Amazon Web Services (AWS) for Health AI</a:t>
            </a:r>
            <a:endParaRPr lang="en-US" sz="2400" dirty="0"/>
          </a:p>
        </p:txBody>
      </p:sp>
      <p:sp>
        <p:nvSpPr>
          <p:cNvPr id="21" name="Shape 19">
            <a:extLst>
              <a:ext uri="{FF2B5EF4-FFF2-40B4-BE49-F238E27FC236}">
                <a16:creationId xmlns:a16="http://schemas.microsoft.com/office/drawing/2014/main" id="{FEA0D48A-1D1D-BA09-8D3A-9DC31F61C657}"/>
              </a:ext>
            </a:extLst>
          </p:cNvPr>
          <p:cNvSpPr/>
          <p:nvPr/>
        </p:nvSpPr>
        <p:spPr>
          <a:xfrm>
            <a:off x="0" y="4434840"/>
            <a:ext cx="9144000" cy="685800"/>
          </a:xfrm>
          <a:prstGeom prst="rect">
            <a:avLst/>
          </a:prstGeom>
          <a:solidFill>
            <a:srgbClr val="00897B"/>
          </a:solidFill>
          <a:ln w="12700">
            <a:solidFill>
              <a:srgbClr val="00897B"/>
            </a:solidFill>
            <a:prstDash val="solid"/>
          </a:ln>
        </p:spPr>
        <p:txBody>
          <a:bodyPr/>
          <a:lstStyle/>
          <a:p>
            <a:endParaRPr lang="en-IN"/>
          </a:p>
        </p:txBody>
      </p:sp>
      <p:sp>
        <p:nvSpPr>
          <p:cNvPr id="22" name="Shape 20">
            <a:extLst>
              <a:ext uri="{FF2B5EF4-FFF2-40B4-BE49-F238E27FC236}">
                <a16:creationId xmlns:a16="http://schemas.microsoft.com/office/drawing/2014/main" id="{890231C2-88EB-7C9B-8A19-DB8E3DB4E386}"/>
              </a:ext>
            </a:extLst>
          </p:cNvPr>
          <p:cNvSpPr/>
          <p:nvPr/>
        </p:nvSpPr>
        <p:spPr>
          <a:xfrm>
            <a:off x="0" y="4572000"/>
            <a:ext cx="9144000" cy="566928"/>
          </a:xfrm>
          <a:prstGeom prst="rect">
            <a:avLst/>
          </a:prstGeom>
          <a:solidFill>
            <a:srgbClr val="1976D2"/>
          </a:solidFill>
          <a:ln w="12700">
            <a:solidFill>
              <a:srgbClr val="1976D2"/>
            </a:solidFill>
            <a:prstDash val="solid"/>
          </a:ln>
        </p:spPr>
        <p:txBody>
          <a:bodyPr/>
          <a:lstStyle/>
          <a:p>
            <a:endParaRPr lang="en-IN"/>
          </a:p>
        </p:txBody>
      </p:sp>
      <p:sp>
        <p:nvSpPr>
          <p:cNvPr id="23" name="Shape 21">
            <a:extLst>
              <a:ext uri="{FF2B5EF4-FFF2-40B4-BE49-F238E27FC236}">
                <a16:creationId xmlns:a16="http://schemas.microsoft.com/office/drawing/2014/main" id="{476E63F2-C75A-E71C-F484-1DF89B1305B2}"/>
              </a:ext>
            </a:extLst>
          </p:cNvPr>
          <p:cNvSpPr/>
          <p:nvPr/>
        </p:nvSpPr>
        <p:spPr>
          <a:xfrm>
            <a:off x="0" y="4709160"/>
            <a:ext cx="9144000" cy="429768"/>
          </a:xfrm>
          <a:prstGeom prst="rect">
            <a:avLst/>
          </a:prstGeom>
          <a:solidFill>
            <a:srgbClr val="00BCD4"/>
          </a:solidFill>
          <a:ln w="12700">
            <a:solidFill>
              <a:srgbClr val="00BCD4"/>
            </a:solidFill>
            <a:prstDash val="solid"/>
          </a:ln>
        </p:spPr>
        <p:txBody>
          <a:bodyPr/>
          <a:lstStyle/>
          <a:p>
            <a:endParaRPr lang="en-IN"/>
          </a:p>
        </p:txBody>
      </p:sp>
      <p:sp>
        <p:nvSpPr>
          <p:cNvPr id="14" name="Shape 11">
            <a:extLst>
              <a:ext uri="{FF2B5EF4-FFF2-40B4-BE49-F238E27FC236}">
                <a16:creationId xmlns:a16="http://schemas.microsoft.com/office/drawing/2014/main" id="{7BB89987-7AF4-D71D-F0EA-5B14D41E9183}"/>
              </a:ext>
            </a:extLst>
          </p:cNvPr>
          <p:cNvSpPr/>
          <p:nvPr/>
        </p:nvSpPr>
        <p:spPr>
          <a:xfrm>
            <a:off x="320040" y="934586"/>
            <a:ext cx="3931920" cy="3077732"/>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6" name="Shape 12">
            <a:extLst>
              <a:ext uri="{FF2B5EF4-FFF2-40B4-BE49-F238E27FC236}">
                <a16:creationId xmlns:a16="http://schemas.microsoft.com/office/drawing/2014/main" id="{356FD757-FAD5-FBD6-E7B4-921A64B136C4}"/>
              </a:ext>
            </a:extLst>
          </p:cNvPr>
          <p:cNvSpPr/>
          <p:nvPr/>
        </p:nvSpPr>
        <p:spPr>
          <a:xfrm>
            <a:off x="320040" y="934586"/>
            <a:ext cx="3931920" cy="45720"/>
          </a:xfrm>
          <a:prstGeom prst="rect">
            <a:avLst/>
          </a:prstGeom>
          <a:solidFill>
            <a:srgbClr val="0097A7"/>
          </a:solidFill>
          <a:ln w="12700">
            <a:solidFill>
              <a:srgbClr val="0097A7"/>
            </a:solidFill>
            <a:prstDash val="solid"/>
          </a:ln>
        </p:spPr>
        <p:txBody>
          <a:bodyPr/>
          <a:lstStyle/>
          <a:p>
            <a:endParaRPr lang="en-IN"/>
          </a:p>
        </p:txBody>
      </p:sp>
      <p:sp>
        <p:nvSpPr>
          <p:cNvPr id="18" name="Text 13">
            <a:extLst>
              <a:ext uri="{FF2B5EF4-FFF2-40B4-BE49-F238E27FC236}">
                <a16:creationId xmlns:a16="http://schemas.microsoft.com/office/drawing/2014/main" id="{80E4D907-BD11-D151-B989-7CCA33DC5025}"/>
              </a:ext>
            </a:extLst>
          </p:cNvPr>
          <p:cNvSpPr/>
          <p:nvPr/>
        </p:nvSpPr>
        <p:spPr>
          <a:xfrm>
            <a:off x="429768" y="1026026"/>
            <a:ext cx="3712464"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 Healthcare Compliance</a:t>
            </a:r>
            <a:endParaRPr lang="en-US" sz="1200" dirty="0"/>
          </a:p>
        </p:txBody>
      </p:sp>
      <p:sp>
        <p:nvSpPr>
          <p:cNvPr id="20" name="Text 14">
            <a:extLst>
              <a:ext uri="{FF2B5EF4-FFF2-40B4-BE49-F238E27FC236}">
                <a16:creationId xmlns:a16="http://schemas.microsoft.com/office/drawing/2014/main" id="{9CB89D64-4CB5-A29B-18FC-6C7D646ADE08}"/>
              </a:ext>
            </a:extLst>
          </p:cNvPr>
          <p:cNvSpPr/>
          <p:nvPr/>
        </p:nvSpPr>
        <p:spPr>
          <a:xfrm>
            <a:off x="429768" y="1364354"/>
            <a:ext cx="3712464" cy="2647964"/>
          </a:xfrm>
          <a:prstGeom prst="rect">
            <a:avLst/>
          </a:prstGeom>
          <a:noFill/>
          <a:ln/>
        </p:spPr>
        <p:txBody>
          <a:bodyPr wrap="square" rtlCol="0" anchor="t"/>
          <a:lstStyle/>
          <a:p>
            <a:pPr marL="0" indent="0">
              <a:buNone/>
            </a:pPr>
            <a:r>
              <a:rPr lang="en-US" sz="1300" dirty="0">
                <a:solidFill>
                  <a:srgbClr val="616161"/>
                </a:solidFill>
                <a:latin typeface="Calibri" pitchFamily="34" charset="0"/>
                <a:ea typeface="Calibri" pitchFamily="34" charset="-122"/>
                <a:cs typeface="Calibri" pitchFamily="34" charset="-120"/>
              </a:rPr>
              <a:t>HIPAA Business Associate Agreement (BAA) with AWS enables handling of Protected Health Information (PHI).</a:t>
            </a:r>
            <a:endParaRPr lang="en-US" sz="1300" dirty="0"/>
          </a:p>
          <a:p>
            <a:pPr marL="0" indent="0">
              <a:buNone/>
            </a:pPr>
            <a:endParaRPr lang="en-US" sz="1300" dirty="0"/>
          </a:p>
          <a:p>
            <a:pPr marL="0" indent="0">
              <a:buNone/>
            </a:pPr>
            <a:r>
              <a:rPr lang="en-US" sz="1300" dirty="0">
                <a:solidFill>
                  <a:srgbClr val="616161"/>
                </a:solidFill>
                <a:latin typeface="Calibri" pitchFamily="34" charset="0"/>
                <a:ea typeface="Calibri" pitchFamily="34" charset="-122"/>
                <a:cs typeface="Calibri" pitchFamily="34" charset="-120"/>
              </a:rPr>
              <a:t>Key services: S3 (encrypted), RDS (encrypted database), CloudTrail (audit logs), VPC (network isolation).</a:t>
            </a:r>
            <a:endParaRPr lang="en-US" sz="1300" dirty="0"/>
          </a:p>
          <a:p>
            <a:pPr marL="0" indent="0">
              <a:buNone/>
            </a:pPr>
            <a:endParaRPr lang="en-US" sz="1300" dirty="0"/>
          </a:p>
          <a:p>
            <a:pPr marL="0" indent="0">
              <a:buNone/>
            </a:pPr>
            <a:r>
              <a:rPr lang="en-US" sz="1300" dirty="0">
                <a:solidFill>
                  <a:srgbClr val="616161"/>
                </a:solidFill>
                <a:latin typeface="Calibri" pitchFamily="34" charset="0"/>
                <a:ea typeface="Calibri" pitchFamily="34" charset="-122"/>
                <a:cs typeface="Calibri" pitchFamily="34" charset="-120"/>
              </a:rPr>
              <a:t>Best practices: Never store PHI in code. Use IAM roles, not access keys. Encrypt at rest + in transit. Enable CloudTrail for all actions.</a:t>
            </a:r>
            <a:endParaRPr lang="en-US" sz="1300" dirty="0"/>
          </a:p>
        </p:txBody>
      </p:sp>
      <p:sp>
        <p:nvSpPr>
          <p:cNvPr id="26" name="Shape 15">
            <a:extLst>
              <a:ext uri="{FF2B5EF4-FFF2-40B4-BE49-F238E27FC236}">
                <a16:creationId xmlns:a16="http://schemas.microsoft.com/office/drawing/2014/main" id="{1DCBF469-3367-1A31-28B9-FDEAE98BC4E5}"/>
              </a:ext>
            </a:extLst>
          </p:cNvPr>
          <p:cNvSpPr/>
          <p:nvPr/>
        </p:nvSpPr>
        <p:spPr>
          <a:xfrm>
            <a:off x="4663440" y="934586"/>
            <a:ext cx="3931920" cy="3077732"/>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28" name="Shape 16">
            <a:extLst>
              <a:ext uri="{FF2B5EF4-FFF2-40B4-BE49-F238E27FC236}">
                <a16:creationId xmlns:a16="http://schemas.microsoft.com/office/drawing/2014/main" id="{5F3C11A2-0875-46BA-0D02-5766941C8805}"/>
              </a:ext>
            </a:extLst>
          </p:cNvPr>
          <p:cNvSpPr/>
          <p:nvPr/>
        </p:nvSpPr>
        <p:spPr>
          <a:xfrm>
            <a:off x="4663440" y="934586"/>
            <a:ext cx="3931920" cy="45720"/>
          </a:xfrm>
          <a:prstGeom prst="rect">
            <a:avLst/>
          </a:prstGeom>
          <a:solidFill>
            <a:srgbClr val="2E7D32"/>
          </a:solidFill>
          <a:ln w="12700">
            <a:solidFill>
              <a:srgbClr val="2E7D32"/>
            </a:solidFill>
            <a:prstDash val="solid"/>
          </a:ln>
        </p:spPr>
        <p:txBody>
          <a:bodyPr/>
          <a:lstStyle/>
          <a:p>
            <a:endParaRPr lang="en-IN"/>
          </a:p>
        </p:txBody>
      </p:sp>
      <p:sp>
        <p:nvSpPr>
          <p:cNvPr id="30" name="Text 17">
            <a:extLst>
              <a:ext uri="{FF2B5EF4-FFF2-40B4-BE49-F238E27FC236}">
                <a16:creationId xmlns:a16="http://schemas.microsoft.com/office/drawing/2014/main" id="{ECA6CEC9-17D7-6D34-CA2C-2C4C8504CFA3}"/>
              </a:ext>
            </a:extLst>
          </p:cNvPr>
          <p:cNvSpPr/>
          <p:nvPr/>
        </p:nvSpPr>
        <p:spPr>
          <a:xfrm>
            <a:off x="4773168" y="1026026"/>
            <a:ext cx="3712464"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 SageMaker for Clinical ML</a:t>
            </a:r>
            <a:endParaRPr lang="en-US" sz="1200" dirty="0"/>
          </a:p>
        </p:txBody>
      </p:sp>
      <p:sp>
        <p:nvSpPr>
          <p:cNvPr id="32" name="Text 18">
            <a:extLst>
              <a:ext uri="{FF2B5EF4-FFF2-40B4-BE49-F238E27FC236}">
                <a16:creationId xmlns:a16="http://schemas.microsoft.com/office/drawing/2014/main" id="{651DCDD4-A3CF-F4C9-0419-4263743AFC5C}"/>
              </a:ext>
            </a:extLst>
          </p:cNvPr>
          <p:cNvSpPr/>
          <p:nvPr/>
        </p:nvSpPr>
        <p:spPr>
          <a:xfrm>
            <a:off x="4773168" y="1364354"/>
            <a:ext cx="3712464" cy="2530752"/>
          </a:xfrm>
          <a:prstGeom prst="rect">
            <a:avLst/>
          </a:prstGeom>
          <a:noFill/>
          <a:ln/>
        </p:spPr>
        <p:txBody>
          <a:bodyPr wrap="square" rtlCol="0" anchor="t"/>
          <a:lstStyle/>
          <a:p>
            <a:pPr marL="0" indent="0">
              <a:buNone/>
            </a:pPr>
            <a:r>
              <a:rPr lang="en-US" sz="1200" dirty="0">
                <a:solidFill>
                  <a:srgbClr val="616161"/>
                </a:solidFill>
                <a:latin typeface="Calibri" pitchFamily="34" charset="0"/>
                <a:ea typeface="Calibri" pitchFamily="34" charset="-122"/>
                <a:cs typeface="Calibri" pitchFamily="34" charset="-120"/>
              </a:rPr>
              <a:t>Train in R or Python: SageMaker runs your script on cloud compute.</a:t>
            </a:r>
            <a:endParaRPr lang="en-US" sz="1200" dirty="0"/>
          </a:p>
          <a:p>
            <a:pPr marL="0" indent="0">
              <a:buNone/>
            </a:pPr>
            <a:endParaRPr lang="en-US" sz="1200" dirty="0"/>
          </a:p>
          <a:p>
            <a:pPr marL="0" indent="0">
              <a:buNone/>
            </a:pPr>
            <a:r>
              <a:rPr lang="en-US" sz="1200" dirty="0">
                <a:solidFill>
                  <a:srgbClr val="616161"/>
                </a:solidFill>
                <a:latin typeface="Calibri" pitchFamily="34" charset="0"/>
                <a:ea typeface="Calibri" pitchFamily="34" charset="-122"/>
                <a:cs typeface="Calibri" pitchFamily="34" charset="-120"/>
              </a:rPr>
              <a:t>Auto-scaling: From 1 to 100 instances automatically.</a:t>
            </a:r>
            <a:endParaRPr lang="en-US" sz="1200" dirty="0"/>
          </a:p>
          <a:p>
            <a:pPr marL="0" indent="0">
              <a:buNone/>
            </a:pPr>
            <a:endParaRPr lang="en-US" sz="1200" dirty="0"/>
          </a:p>
          <a:p>
            <a:pPr marL="0" indent="0">
              <a:buNone/>
            </a:pPr>
            <a:r>
              <a:rPr lang="en-US" sz="1200" dirty="0">
                <a:solidFill>
                  <a:srgbClr val="616161"/>
                </a:solidFill>
                <a:latin typeface="Calibri" pitchFamily="34" charset="0"/>
                <a:ea typeface="Calibri" pitchFamily="34" charset="-122"/>
                <a:cs typeface="Calibri" pitchFamily="34" charset="-120"/>
              </a:rPr>
              <a:t>Model Registry: Version and deploy models to a REST API endpoint.</a:t>
            </a:r>
            <a:endParaRPr lang="en-US" sz="1200" dirty="0"/>
          </a:p>
          <a:p>
            <a:pPr marL="0" indent="0">
              <a:buNone/>
            </a:pPr>
            <a:endParaRPr lang="en-US" sz="1200" dirty="0"/>
          </a:p>
          <a:p>
            <a:pPr marL="0" indent="0">
              <a:buNone/>
            </a:pPr>
            <a:r>
              <a:rPr lang="en-US" sz="1200" dirty="0">
                <a:solidFill>
                  <a:srgbClr val="616161"/>
                </a:solidFill>
                <a:latin typeface="Calibri" pitchFamily="34" charset="0"/>
                <a:ea typeface="Calibri" pitchFamily="34" charset="-122"/>
                <a:cs typeface="Calibri" pitchFamily="34" charset="-120"/>
              </a:rPr>
              <a:t>Clinicians access: Web app calls the API → gets risk prediction in &lt;1 second.</a:t>
            </a:r>
            <a:endParaRPr lang="en-US" sz="1200" dirty="0"/>
          </a:p>
          <a:p>
            <a:pPr marL="0" indent="0">
              <a:buNone/>
            </a:pPr>
            <a:endParaRPr lang="en-US" sz="1200" dirty="0"/>
          </a:p>
          <a:p>
            <a:pPr marL="0" indent="0">
              <a:buNone/>
            </a:pPr>
            <a:r>
              <a:rPr lang="en-US" sz="1200" dirty="0">
                <a:solidFill>
                  <a:srgbClr val="616161"/>
                </a:solidFill>
                <a:latin typeface="Calibri" pitchFamily="34" charset="0"/>
                <a:ea typeface="Calibri" pitchFamily="34" charset="-122"/>
                <a:cs typeface="Calibri" pitchFamily="34" charset="-120"/>
              </a:rPr>
              <a:t>Example workflow: Upload BreastCancer data to S3 → train RF on SageMaker → deploy to endpoint → clinical team queries endpoint.</a:t>
            </a:r>
            <a:endParaRPr lang="en-US" sz="1200" dirty="0"/>
          </a:p>
        </p:txBody>
      </p:sp>
    </p:spTree>
    <p:extLst>
      <p:ext uri="{BB962C8B-B14F-4D97-AF65-F5344CB8AC3E}">
        <p14:creationId xmlns:p14="http://schemas.microsoft.com/office/powerpoint/2010/main" val="14538461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F7161-198D-774A-74B3-29C03392969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268070D-8B52-0E1F-577F-C8304D1A1F7B}"/>
              </a:ext>
            </a:extLst>
          </p:cNvPr>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a:extLst>
              <a:ext uri="{FF2B5EF4-FFF2-40B4-BE49-F238E27FC236}">
                <a16:creationId xmlns:a16="http://schemas.microsoft.com/office/drawing/2014/main" id="{03E0DC35-82D2-6123-9E00-7FEB62978A73}"/>
              </a:ext>
            </a:extLst>
          </p:cNvPr>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08 — NEURAL NETWORKS &amp; TRANSFORMERS</a:t>
            </a:r>
            <a:endParaRPr lang="en-US" sz="800" dirty="0"/>
          </a:p>
        </p:txBody>
      </p:sp>
      <p:sp>
        <p:nvSpPr>
          <p:cNvPr id="4" name="Text 2">
            <a:extLst>
              <a:ext uri="{FF2B5EF4-FFF2-40B4-BE49-F238E27FC236}">
                <a16:creationId xmlns:a16="http://schemas.microsoft.com/office/drawing/2014/main" id="{E026E1B1-D209-EBED-5F0E-A7F612641155}"/>
              </a:ext>
            </a:extLst>
          </p:cNvPr>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Multilayer Perceptron — How Deep Networks Learn</a:t>
            </a:r>
            <a:endParaRPr lang="en-US" sz="2400" dirty="0"/>
          </a:p>
        </p:txBody>
      </p:sp>
      <p:sp>
        <p:nvSpPr>
          <p:cNvPr id="5" name="Shape 3">
            <a:extLst>
              <a:ext uri="{FF2B5EF4-FFF2-40B4-BE49-F238E27FC236}">
                <a16:creationId xmlns:a16="http://schemas.microsoft.com/office/drawing/2014/main" id="{31758D92-4788-313D-DE9F-B66D12840719}"/>
              </a:ext>
            </a:extLst>
          </p:cNvPr>
          <p:cNvSpPr/>
          <p:nvPr/>
        </p:nvSpPr>
        <p:spPr>
          <a:xfrm>
            <a:off x="320039" y="960120"/>
            <a:ext cx="6306391"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a:extLst>
              <a:ext uri="{FF2B5EF4-FFF2-40B4-BE49-F238E27FC236}">
                <a16:creationId xmlns:a16="http://schemas.microsoft.com/office/drawing/2014/main" id="{71D491BE-12EA-547D-640B-C80DEE2766C9}"/>
              </a:ext>
            </a:extLst>
          </p:cNvPr>
          <p:cNvSpPr/>
          <p:nvPr/>
        </p:nvSpPr>
        <p:spPr>
          <a:xfrm>
            <a:off x="320040" y="960120"/>
            <a:ext cx="6306390" cy="45720"/>
          </a:xfrm>
          <a:prstGeom prst="rect">
            <a:avLst/>
          </a:prstGeom>
          <a:solidFill>
            <a:srgbClr val="006064"/>
          </a:solidFill>
          <a:ln w="12700">
            <a:solidFill>
              <a:srgbClr val="006064"/>
            </a:solidFill>
            <a:prstDash val="solid"/>
          </a:ln>
        </p:spPr>
        <p:txBody>
          <a:bodyPr/>
          <a:lstStyle/>
          <a:p>
            <a:endParaRPr lang="en-IN"/>
          </a:p>
        </p:txBody>
      </p:sp>
      <p:sp>
        <p:nvSpPr>
          <p:cNvPr id="7" name="Text 5">
            <a:extLst>
              <a:ext uri="{FF2B5EF4-FFF2-40B4-BE49-F238E27FC236}">
                <a16:creationId xmlns:a16="http://schemas.microsoft.com/office/drawing/2014/main" id="{ADDF55AD-5EBD-CC64-CE10-3BB95F2E9A61}"/>
              </a:ext>
            </a:extLst>
          </p:cNvPr>
          <p:cNvSpPr/>
          <p:nvPr/>
        </p:nvSpPr>
        <p:spPr>
          <a:xfrm>
            <a:off x="429768" y="1051560"/>
            <a:ext cx="2523744"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MLP Architecture</a:t>
            </a:r>
            <a:endParaRPr lang="en-US" sz="1200" dirty="0"/>
          </a:p>
        </p:txBody>
      </p:sp>
      <p:sp>
        <p:nvSpPr>
          <p:cNvPr id="8" name="Text 6">
            <a:extLst>
              <a:ext uri="{FF2B5EF4-FFF2-40B4-BE49-F238E27FC236}">
                <a16:creationId xmlns:a16="http://schemas.microsoft.com/office/drawing/2014/main" id="{E516455F-70A5-42AC-C052-65A7DEDAD75C}"/>
              </a:ext>
            </a:extLst>
          </p:cNvPr>
          <p:cNvSpPr/>
          <p:nvPr/>
        </p:nvSpPr>
        <p:spPr>
          <a:xfrm>
            <a:off x="429768" y="1389888"/>
            <a:ext cx="5899780" cy="2816352"/>
          </a:xfrm>
          <a:prstGeom prst="rect">
            <a:avLst/>
          </a:prstGeom>
          <a:noFill/>
          <a:ln/>
        </p:spPr>
        <p:txBody>
          <a:bodyPr wrap="square" rtlCol="0" anchor="t"/>
          <a:lstStyle/>
          <a:p>
            <a:pPr marL="0" indent="0">
              <a:buNone/>
            </a:pPr>
            <a:r>
              <a:rPr lang="en-US" sz="1400" dirty="0">
                <a:solidFill>
                  <a:srgbClr val="616161"/>
                </a:solidFill>
                <a:latin typeface="Calibri" pitchFamily="34" charset="0"/>
                <a:ea typeface="Calibri" pitchFamily="34" charset="-122"/>
                <a:cs typeface="Calibri" pitchFamily="34" charset="-120"/>
              </a:rPr>
              <a:t>Input Layer → Hidden Layer(s) → Output Layer</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For each hidden layer ℓ:</a:t>
            </a: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  hₗ = activation(Wₗ hₗ₋₁ + bₗ)</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100-neuron hidden layer, 30 inputs:</a:t>
            </a: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  100×30 = 3,000 weights + 100 biases = 3,100 parameters</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For output (binary classification):</a:t>
            </a: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  ŷ = sigmoid(Wout hL + bout)</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Universal Approximation Theorem: A single hidden layer with enough neurons can represent any continuous function.</a:t>
            </a:r>
            <a:endParaRPr lang="en-US" sz="1400" dirty="0"/>
          </a:p>
        </p:txBody>
      </p:sp>
      <p:sp>
        <p:nvSpPr>
          <p:cNvPr id="17" name="Shape 15">
            <a:extLst>
              <a:ext uri="{FF2B5EF4-FFF2-40B4-BE49-F238E27FC236}">
                <a16:creationId xmlns:a16="http://schemas.microsoft.com/office/drawing/2014/main" id="{2B4CF3F9-5334-EAA1-38FD-19C0873B211D}"/>
              </a:ext>
            </a:extLst>
          </p:cNvPr>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18" name="Shape 16">
            <a:extLst>
              <a:ext uri="{FF2B5EF4-FFF2-40B4-BE49-F238E27FC236}">
                <a16:creationId xmlns:a16="http://schemas.microsoft.com/office/drawing/2014/main" id="{8FA38C49-F013-06AC-3EBC-00888D98F7DD}"/>
              </a:ext>
            </a:extLst>
          </p:cNvPr>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19" name="Shape 17">
            <a:extLst>
              <a:ext uri="{FF2B5EF4-FFF2-40B4-BE49-F238E27FC236}">
                <a16:creationId xmlns:a16="http://schemas.microsoft.com/office/drawing/2014/main" id="{AA0EA9F3-A1D3-56FA-B88A-F950FF748F5D}"/>
              </a:ext>
            </a:extLst>
          </p:cNvPr>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spTree>
    <p:extLst>
      <p:ext uri="{BB962C8B-B14F-4D97-AF65-F5344CB8AC3E}">
        <p14:creationId xmlns:p14="http://schemas.microsoft.com/office/powerpoint/2010/main" val="239222092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08 — NEURAL NETWORKS &amp; TRANSFORMERS</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Specialised Architectures — CNN, RNN, LSTM</a:t>
            </a:r>
            <a:endParaRPr lang="en-US" sz="2400" dirty="0"/>
          </a:p>
        </p:txBody>
      </p:sp>
      <p:sp>
        <p:nvSpPr>
          <p:cNvPr id="5" name="Shape 3"/>
          <p:cNvSpPr/>
          <p:nvPr/>
        </p:nvSpPr>
        <p:spPr>
          <a:xfrm>
            <a:off x="320040" y="960120"/>
            <a:ext cx="6309360"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p:cNvSpPr/>
          <p:nvPr/>
        </p:nvSpPr>
        <p:spPr>
          <a:xfrm>
            <a:off x="320040" y="960120"/>
            <a:ext cx="6309360" cy="45720"/>
          </a:xfrm>
          <a:prstGeom prst="rect">
            <a:avLst/>
          </a:prstGeom>
          <a:solidFill>
            <a:srgbClr val="006064"/>
          </a:solidFill>
          <a:ln w="12700">
            <a:solidFill>
              <a:srgbClr val="006064"/>
            </a:solidFill>
            <a:prstDash val="solid"/>
          </a:ln>
        </p:spPr>
        <p:txBody>
          <a:bodyPr/>
          <a:lstStyle/>
          <a:p>
            <a:endParaRPr lang="en-IN"/>
          </a:p>
        </p:txBody>
      </p:sp>
      <p:sp>
        <p:nvSpPr>
          <p:cNvPr id="7" name="Text 5"/>
          <p:cNvSpPr/>
          <p:nvPr/>
        </p:nvSpPr>
        <p:spPr>
          <a:xfrm>
            <a:off x="429768" y="1051560"/>
            <a:ext cx="6309360"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CNN — Convolutional Neural Networks</a:t>
            </a:r>
            <a:endParaRPr lang="en-US" sz="1200" dirty="0"/>
          </a:p>
        </p:txBody>
      </p:sp>
      <p:sp>
        <p:nvSpPr>
          <p:cNvPr id="8" name="Text 6"/>
          <p:cNvSpPr/>
          <p:nvPr/>
        </p:nvSpPr>
        <p:spPr>
          <a:xfrm>
            <a:off x="429768" y="1389888"/>
            <a:ext cx="6309360" cy="2816352"/>
          </a:xfrm>
          <a:prstGeom prst="rect">
            <a:avLst/>
          </a:prstGeom>
          <a:noFill/>
          <a:ln/>
        </p:spPr>
        <p:txBody>
          <a:bodyPr wrap="square" rtlCol="0" anchor="t"/>
          <a:lstStyle/>
          <a:p>
            <a:pPr marL="0" indent="0">
              <a:buNone/>
            </a:pPr>
            <a:r>
              <a:rPr lang="en-US" sz="1400" dirty="0">
                <a:solidFill>
                  <a:srgbClr val="616161"/>
                </a:solidFill>
                <a:latin typeface="Calibri" pitchFamily="34" charset="0"/>
                <a:ea typeface="Calibri" pitchFamily="34" charset="-122"/>
                <a:cs typeface="Calibri" pitchFamily="34" charset="-120"/>
              </a:rPr>
              <a:t>Designed for: Grid data (images, ECG, whole-slide pathology)</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Convolutional layer: Apply learned filters across the input. Each filter detects a specific pattern (edge, texture, shape). Filters are shared across all positions — translation invariance.</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Pooling: Progressively downsample to capture higher-level features.</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Clinical use: Mammography AI, retinal fundus, skin lesion classification, pathology grading (Gleason, Nottingham).</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Built-in feature engineering: learns to detect edges → shapes → tumour margins automatically.</a:t>
            </a:r>
            <a:endParaRPr lang="en-US" sz="1400" dirty="0"/>
          </a:p>
        </p:txBody>
      </p:sp>
      <p:sp>
        <p:nvSpPr>
          <p:cNvPr id="17" name="Shape 15"/>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18" name="Shape 16"/>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19" name="Shape 17"/>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spTree>
    <p:extLst>
      <p:ext uri="{BB962C8B-B14F-4D97-AF65-F5344CB8AC3E}">
        <p14:creationId xmlns:p14="http://schemas.microsoft.com/office/powerpoint/2010/main" val="9005574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C842F-19B0-3DF6-3C63-62F069C61F7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2F8816F-AF0A-48E7-EFA8-4FFAD9C76F3D}"/>
              </a:ext>
            </a:extLst>
          </p:cNvPr>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a:extLst>
              <a:ext uri="{FF2B5EF4-FFF2-40B4-BE49-F238E27FC236}">
                <a16:creationId xmlns:a16="http://schemas.microsoft.com/office/drawing/2014/main" id="{167CDB74-0F68-3855-B07B-AC408166C1B5}"/>
              </a:ext>
            </a:extLst>
          </p:cNvPr>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08 — NEURAL NETWORKS &amp; TRANSFORMERS</a:t>
            </a:r>
            <a:endParaRPr lang="en-US" sz="800" dirty="0"/>
          </a:p>
        </p:txBody>
      </p:sp>
      <p:sp>
        <p:nvSpPr>
          <p:cNvPr id="4" name="Text 2">
            <a:extLst>
              <a:ext uri="{FF2B5EF4-FFF2-40B4-BE49-F238E27FC236}">
                <a16:creationId xmlns:a16="http://schemas.microsoft.com/office/drawing/2014/main" id="{06F59FE1-7B13-4E5E-B2D2-39750B97AF0E}"/>
              </a:ext>
            </a:extLst>
          </p:cNvPr>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Specialised Architectures — CNN, RNN, LSTM</a:t>
            </a:r>
            <a:endParaRPr lang="en-US" sz="2400" dirty="0"/>
          </a:p>
        </p:txBody>
      </p:sp>
      <p:sp>
        <p:nvSpPr>
          <p:cNvPr id="9" name="Shape 7">
            <a:extLst>
              <a:ext uri="{FF2B5EF4-FFF2-40B4-BE49-F238E27FC236}">
                <a16:creationId xmlns:a16="http://schemas.microsoft.com/office/drawing/2014/main" id="{1A455EAA-19CE-5D3E-EEAD-A45806A24858}"/>
              </a:ext>
            </a:extLst>
          </p:cNvPr>
          <p:cNvSpPr/>
          <p:nvPr/>
        </p:nvSpPr>
        <p:spPr>
          <a:xfrm>
            <a:off x="320040" y="914400"/>
            <a:ext cx="6309360"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0" name="Shape 8">
            <a:extLst>
              <a:ext uri="{FF2B5EF4-FFF2-40B4-BE49-F238E27FC236}">
                <a16:creationId xmlns:a16="http://schemas.microsoft.com/office/drawing/2014/main" id="{7B9C68FA-C622-A2D3-43D2-BC969D10F8ED}"/>
              </a:ext>
            </a:extLst>
          </p:cNvPr>
          <p:cNvSpPr/>
          <p:nvPr/>
        </p:nvSpPr>
        <p:spPr>
          <a:xfrm>
            <a:off x="320040" y="914400"/>
            <a:ext cx="6309360" cy="45720"/>
          </a:xfrm>
          <a:prstGeom prst="rect">
            <a:avLst/>
          </a:prstGeom>
          <a:solidFill>
            <a:srgbClr val="0097A7"/>
          </a:solidFill>
          <a:ln w="12700">
            <a:solidFill>
              <a:srgbClr val="0097A7"/>
            </a:solidFill>
            <a:prstDash val="solid"/>
          </a:ln>
        </p:spPr>
        <p:txBody>
          <a:bodyPr/>
          <a:lstStyle/>
          <a:p>
            <a:endParaRPr lang="en-IN"/>
          </a:p>
        </p:txBody>
      </p:sp>
      <p:sp>
        <p:nvSpPr>
          <p:cNvPr id="11" name="Text 9">
            <a:extLst>
              <a:ext uri="{FF2B5EF4-FFF2-40B4-BE49-F238E27FC236}">
                <a16:creationId xmlns:a16="http://schemas.microsoft.com/office/drawing/2014/main" id="{913E1148-C83B-5279-223A-56A5FCEF30B7}"/>
              </a:ext>
            </a:extLst>
          </p:cNvPr>
          <p:cNvSpPr/>
          <p:nvPr/>
        </p:nvSpPr>
        <p:spPr>
          <a:xfrm>
            <a:off x="429768" y="1005840"/>
            <a:ext cx="6309360"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RNN &amp; LSTM — Sequential Data</a:t>
            </a:r>
            <a:endParaRPr lang="en-US" sz="1200" dirty="0"/>
          </a:p>
        </p:txBody>
      </p:sp>
      <p:sp>
        <p:nvSpPr>
          <p:cNvPr id="12" name="Text 10">
            <a:extLst>
              <a:ext uri="{FF2B5EF4-FFF2-40B4-BE49-F238E27FC236}">
                <a16:creationId xmlns:a16="http://schemas.microsoft.com/office/drawing/2014/main" id="{4F335DCB-EA55-072E-9060-DB7BB55371C7}"/>
              </a:ext>
            </a:extLst>
          </p:cNvPr>
          <p:cNvSpPr/>
          <p:nvPr/>
        </p:nvSpPr>
        <p:spPr>
          <a:xfrm>
            <a:off x="429768" y="1344168"/>
            <a:ext cx="6309360" cy="2816352"/>
          </a:xfrm>
          <a:prstGeom prst="rect">
            <a:avLst/>
          </a:prstGeom>
          <a:noFill/>
          <a:ln/>
        </p:spPr>
        <p:txBody>
          <a:bodyPr wrap="square" rtlCol="0" anchor="t"/>
          <a:lstStyle/>
          <a:p>
            <a:pPr marL="0" indent="0">
              <a:buNone/>
            </a:pPr>
            <a:r>
              <a:rPr lang="en-US" sz="1400" dirty="0">
                <a:solidFill>
                  <a:srgbClr val="616161"/>
                </a:solidFill>
                <a:latin typeface="Calibri" pitchFamily="34" charset="0"/>
                <a:ea typeface="Calibri" pitchFamily="34" charset="-122"/>
                <a:cs typeface="Calibri" pitchFamily="34" charset="-120"/>
              </a:rPr>
              <a:t>Designed for: Time-series, sequential data</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RNN: Hidden state hₜ = f(hₜ₋₁, xₜ) — passes information across time steps. Suffers from vanishing gradients over long sequences.</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LSTM (Long Short-Term Memory): Gating mechanism selectively remembers/forgets. Handles long-range dependencies.</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Clinical use: Vital sign time-series in ICU (predict sepsis 6h ahead), medication sequence modelling, EHR trajectory analysis.</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Biostat analogue: Autoregressive models, state-space models.</a:t>
            </a:r>
            <a:endParaRPr lang="en-US" sz="1400" dirty="0"/>
          </a:p>
        </p:txBody>
      </p:sp>
      <p:sp>
        <p:nvSpPr>
          <p:cNvPr id="17" name="Shape 15">
            <a:extLst>
              <a:ext uri="{FF2B5EF4-FFF2-40B4-BE49-F238E27FC236}">
                <a16:creationId xmlns:a16="http://schemas.microsoft.com/office/drawing/2014/main" id="{DF0E9E67-9470-8639-3AE6-F9664B881977}"/>
              </a:ext>
            </a:extLst>
          </p:cNvPr>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18" name="Shape 16">
            <a:extLst>
              <a:ext uri="{FF2B5EF4-FFF2-40B4-BE49-F238E27FC236}">
                <a16:creationId xmlns:a16="http://schemas.microsoft.com/office/drawing/2014/main" id="{CD80BEE7-21E0-DA5B-0BE3-C2BE7744BD1D}"/>
              </a:ext>
            </a:extLst>
          </p:cNvPr>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19" name="Shape 17">
            <a:extLst>
              <a:ext uri="{FF2B5EF4-FFF2-40B4-BE49-F238E27FC236}">
                <a16:creationId xmlns:a16="http://schemas.microsoft.com/office/drawing/2014/main" id="{32518B8C-2FBA-94B4-CCA8-1145471DCB3F}"/>
              </a:ext>
            </a:extLst>
          </p:cNvPr>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spTree>
    <p:extLst>
      <p:ext uri="{BB962C8B-B14F-4D97-AF65-F5344CB8AC3E}">
        <p14:creationId xmlns:p14="http://schemas.microsoft.com/office/powerpoint/2010/main" val="354269344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2ECC6-91C9-BDF3-CB18-387D69EA6CE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7556172-77DE-3AA4-CE76-1AB7DB9BCDE1}"/>
              </a:ext>
            </a:extLst>
          </p:cNvPr>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a:extLst>
              <a:ext uri="{FF2B5EF4-FFF2-40B4-BE49-F238E27FC236}">
                <a16:creationId xmlns:a16="http://schemas.microsoft.com/office/drawing/2014/main" id="{F9E83B38-B2E9-79E8-0C82-2BAF03BD93BA}"/>
              </a:ext>
            </a:extLst>
          </p:cNvPr>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08 — NEURAL NETWORKS &amp; TRANSFORMERS</a:t>
            </a:r>
            <a:endParaRPr lang="en-US" sz="800" dirty="0"/>
          </a:p>
        </p:txBody>
      </p:sp>
      <p:sp>
        <p:nvSpPr>
          <p:cNvPr id="4" name="Text 2">
            <a:extLst>
              <a:ext uri="{FF2B5EF4-FFF2-40B4-BE49-F238E27FC236}">
                <a16:creationId xmlns:a16="http://schemas.microsoft.com/office/drawing/2014/main" id="{A7287ED8-3BD2-67CA-A9A7-012B85D4EE1D}"/>
              </a:ext>
            </a:extLst>
          </p:cNvPr>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Specialised Architectures — CNN, RNN, LSTM</a:t>
            </a:r>
            <a:endParaRPr lang="en-US" sz="2400" dirty="0"/>
          </a:p>
        </p:txBody>
      </p:sp>
      <p:sp>
        <p:nvSpPr>
          <p:cNvPr id="13" name="Shape 11">
            <a:extLst>
              <a:ext uri="{FF2B5EF4-FFF2-40B4-BE49-F238E27FC236}">
                <a16:creationId xmlns:a16="http://schemas.microsoft.com/office/drawing/2014/main" id="{3C2FC4F7-2447-5CB3-ACA3-E20119AA715B}"/>
              </a:ext>
            </a:extLst>
          </p:cNvPr>
          <p:cNvSpPr/>
          <p:nvPr/>
        </p:nvSpPr>
        <p:spPr>
          <a:xfrm>
            <a:off x="443544" y="848611"/>
            <a:ext cx="6309360"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4" name="Shape 12">
            <a:extLst>
              <a:ext uri="{FF2B5EF4-FFF2-40B4-BE49-F238E27FC236}">
                <a16:creationId xmlns:a16="http://schemas.microsoft.com/office/drawing/2014/main" id="{FB59DBB7-ABC9-EE3D-CD43-E0E2AB470ADD}"/>
              </a:ext>
            </a:extLst>
          </p:cNvPr>
          <p:cNvSpPr/>
          <p:nvPr/>
        </p:nvSpPr>
        <p:spPr>
          <a:xfrm>
            <a:off x="443544" y="858707"/>
            <a:ext cx="6309360" cy="45720"/>
          </a:xfrm>
          <a:prstGeom prst="rect">
            <a:avLst/>
          </a:prstGeom>
          <a:solidFill>
            <a:srgbClr val="2E7D32"/>
          </a:solidFill>
          <a:ln w="12700">
            <a:solidFill>
              <a:srgbClr val="2E7D32"/>
            </a:solidFill>
            <a:prstDash val="solid"/>
          </a:ln>
        </p:spPr>
        <p:txBody>
          <a:bodyPr/>
          <a:lstStyle/>
          <a:p>
            <a:endParaRPr lang="en-IN"/>
          </a:p>
        </p:txBody>
      </p:sp>
      <p:sp>
        <p:nvSpPr>
          <p:cNvPr id="15" name="Text 13">
            <a:extLst>
              <a:ext uri="{FF2B5EF4-FFF2-40B4-BE49-F238E27FC236}">
                <a16:creationId xmlns:a16="http://schemas.microsoft.com/office/drawing/2014/main" id="{79C464F7-B1D0-A7FF-F50F-C14928D68897}"/>
              </a:ext>
            </a:extLst>
          </p:cNvPr>
          <p:cNvSpPr/>
          <p:nvPr/>
        </p:nvSpPr>
        <p:spPr>
          <a:xfrm>
            <a:off x="611223" y="948246"/>
            <a:ext cx="6309360"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When DL Beats Classical ML</a:t>
            </a:r>
            <a:endParaRPr lang="en-US" sz="1200" dirty="0"/>
          </a:p>
        </p:txBody>
      </p:sp>
      <p:sp>
        <p:nvSpPr>
          <p:cNvPr id="16" name="Text 14">
            <a:extLst>
              <a:ext uri="{FF2B5EF4-FFF2-40B4-BE49-F238E27FC236}">
                <a16:creationId xmlns:a16="http://schemas.microsoft.com/office/drawing/2014/main" id="{B9BF71D0-9CE2-CD55-EA6C-2F5E5504503D}"/>
              </a:ext>
            </a:extLst>
          </p:cNvPr>
          <p:cNvSpPr/>
          <p:nvPr/>
        </p:nvSpPr>
        <p:spPr>
          <a:xfrm>
            <a:off x="611223" y="1207900"/>
            <a:ext cx="6309360" cy="2927980"/>
          </a:xfrm>
          <a:prstGeom prst="rect">
            <a:avLst/>
          </a:prstGeom>
          <a:noFill/>
          <a:ln/>
        </p:spPr>
        <p:txBody>
          <a:bodyPr wrap="square" rtlCol="0" anchor="t"/>
          <a:lstStyle/>
          <a:p>
            <a:pPr marL="0" indent="0">
              <a:buNone/>
            </a:pPr>
            <a:r>
              <a:rPr lang="en-US" sz="1300" dirty="0">
                <a:solidFill>
                  <a:srgbClr val="616161"/>
                </a:solidFill>
                <a:latin typeface="Calibri" pitchFamily="34" charset="0"/>
                <a:ea typeface="Calibri" pitchFamily="34" charset="-122"/>
                <a:cs typeface="Calibri" pitchFamily="34" charset="-120"/>
              </a:rPr>
              <a:t>Deep learning wins when:</a:t>
            </a:r>
            <a:endParaRPr lang="en-US" sz="1300" dirty="0"/>
          </a:p>
          <a:p>
            <a:pPr marL="0" indent="0">
              <a:buNone/>
            </a:pPr>
            <a:r>
              <a:rPr lang="en-US" sz="1300" dirty="0">
                <a:solidFill>
                  <a:srgbClr val="616161"/>
                </a:solidFill>
                <a:latin typeface="Calibri" pitchFamily="34" charset="0"/>
                <a:ea typeface="Calibri" pitchFamily="34" charset="-122"/>
                <a:cs typeface="Calibri" pitchFamily="34" charset="-120"/>
              </a:rPr>
              <a:t>• Data is unstructured (images, text, audio, video)</a:t>
            </a:r>
            <a:endParaRPr lang="en-US" sz="1300" dirty="0"/>
          </a:p>
          <a:p>
            <a:pPr marL="0" indent="0">
              <a:buNone/>
            </a:pPr>
            <a:r>
              <a:rPr lang="en-US" sz="1300" dirty="0">
                <a:solidFill>
                  <a:srgbClr val="616161"/>
                </a:solidFill>
                <a:latin typeface="Calibri" pitchFamily="34" charset="0"/>
                <a:ea typeface="Calibri" pitchFamily="34" charset="-122"/>
                <a:cs typeface="Calibri" pitchFamily="34" charset="-120"/>
              </a:rPr>
              <a:t>• Dataset is massive (n &gt; 100,000)</a:t>
            </a:r>
            <a:endParaRPr lang="en-US" sz="1300" dirty="0"/>
          </a:p>
          <a:p>
            <a:pPr marL="0" indent="0">
              <a:buNone/>
            </a:pPr>
            <a:r>
              <a:rPr lang="en-US" sz="1300" dirty="0">
                <a:solidFill>
                  <a:srgbClr val="616161"/>
                </a:solidFill>
                <a:latin typeface="Calibri" pitchFamily="34" charset="0"/>
                <a:ea typeface="Calibri" pitchFamily="34" charset="-122"/>
                <a:cs typeface="Calibri" pitchFamily="34" charset="-120"/>
              </a:rPr>
              <a:t>• Hierarchical feature learning needed</a:t>
            </a:r>
            <a:endParaRPr lang="en-US" sz="1300" dirty="0"/>
          </a:p>
          <a:p>
            <a:pPr marL="0" indent="0">
              <a:buNone/>
            </a:pPr>
            <a:r>
              <a:rPr lang="en-US" sz="1300" dirty="0">
                <a:solidFill>
                  <a:srgbClr val="616161"/>
                </a:solidFill>
                <a:latin typeface="Calibri" pitchFamily="34" charset="0"/>
                <a:ea typeface="Calibri" pitchFamily="34" charset="-122"/>
                <a:cs typeface="Calibri" pitchFamily="34" charset="-120"/>
              </a:rPr>
              <a:t>• GPU compute available</a:t>
            </a:r>
            <a:endParaRPr lang="en-US" sz="1300" dirty="0"/>
          </a:p>
          <a:p>
            <a:pPr marL="0" indent="0">
              <a:buNone/>
            </a:pPr>
            <a:r>
              <a:rPr lang="en-US" sz="1300" dirty="0">
                <a:solidFill>
                  <a:srgbClr val="616161"/>
                </a:solidFill>
                <a:latin typeface="Calibri" pitchFamily="34" charset="0"/>
                <a:ea typeface="Calibri" pitchFamily="34" charset="-122"/>
                <a:cs typeface="Calibri" pitchFamily="34" charset="-120"/>
              </a:rPr>
              <a:t>• Transfer learning applicable (pre-trained models)</a:t>
            </a:r>
            <a:endParaRPr lang="en-US" sz="1300" dirty="0"/>
          </a:p>
          <a:p>
            <a:pPr marL="0" indent="0">
              <a:buNone/>
            </a:pPr>
            <a:endParaRPr lang="en-US" sz="1300" dirty="0"/>
          </a:p>
          <a:p>
            <a:pPr marL="0" indent="0">
              <a:buNone/>
            </a:pPr>
            <a:r>
              <a:rPr lang="en-US" sz="1300" dirty="0">
                <a:solidFill>
                  <a:srgbClr val="616161"/>
                </a:solidFill>
                <a:latin typeface="Calibri" pitchFamily="34" charset="0"/>
                <a:ea typeface="Calibri" pitchFamily="34" charset="-122"/>
                <a:cs typeface="Calibri" pitchFamily="34" charset="-120"/>
              </a:rPr>
              <a:t>Classical ML wins when:</a:t>
            </a:r>
            <a:endParaRPr lang="en-US" sz="1300" dirty="0"/>
          </a:p>
          <a:p>
            <a:pPr marL="0" indent="0">
              <a:buNone/>
            </a:pPr>
            <a:r>
              <a:rPr lang="en-US" sz="1300" dirty="0">
                <a:solidFill>
                  <a:srgbClr val="616161"/>
                </a:solidFill>
                <a:latin typeface="Calibri" pitchFamily="34" charset="0"/>
                <a:ea typeface="Calibri" pitchFamily="34" charset="-122"/>
                <a:cs typeface="Calibri" pitchFamily="34" charset="-120"/>
              </a:rPr>
              <a:t>• Structured tabular data (clinical records, labs)</a:t>
            </a:r>
            <a:endParaRPr lang="en-US" sz="1300" dirty="0"/>
          </a:p>
          <a:p>
            <a:pPr marL="0" indent="0">
              <a:buNone/>
            </a:pPr>
            <a:r>
              <a:rPr lang="en-US" sz="1300" dirty="0">
                <a:solidFill>
                  <a:srgbClr val="616161"/>
                </a:solidFill>
                <a:latin typeface="Calibri" pitchFamily="34" charset="0"/>
                <a:ea typeface="Calibri" pitchFamily="34" charset="-122"/>
                <a:cs typeface="Calibri" pitchFamily="34" charset="-120"/>
              </a:rPr>
              <a:t>• Small to moderate n (&lt; 10,000)</a:t>
            </a:r>
            <a:endParaRPr lang="en-US" sz="1300" dirty="0"/>
          </a:p>
          <a:p>
            <a:pPr marL="0" indent="0">
              <a:buNone/>
            </a:pPr>
            <a:r>
              <a:rPr lang="en-US" sz="1300" dirty="0">
                <a:solidFill>
                  <a:srgbClr val="616161"/>
                </a:solidFill>
                <a:latin typeface="Calibri" pitchFamily="34" charset="0"/>
                <a:ea typeface="Calibri" pitchFamily="34" charset="-122"/>
                <a:cs typeface="Calibri" pitchFamily="34" charset="-120"/>
              </a:rPr>
              <a:t>• Interpretability required</a:t>
            </a:r>
            <a:endParaRPr lang="en-US" sz="1300" dirty="0"/>
          </a:p>
          <a:p>
            <a:pPr marL="0" indent="0">
              <a:buNone/>
            </a:pPr>
            <a:r>
              <a:rPr lang="en-US" sz="1300" dirty="0">
                <a:solidFill>
                  <a:srgbClr val="616161"/>
                </a:solidFill>
                <a:latin typeface="Calibri" pitchFamily="34" charset="0"/>
                <a:ea typeface="Calibri" pitchFamily="34" charset="-122"/>
                <a:cs typeface="Calibri" pitchFamily="34" charset="-120"/>
              </a:rPr>
              <a:t>• Limited compute</a:t>
            </a:r>
            <a:endParaRPr lang="en-US" sz="1300" dirty="0"/>
          </a:p>
          <a:p>
            <a:pPr marL="0" indent="0">
              <a:buNone/>
            </a:pPr>
            <a:r>
              <a:rPr lang="en-US" sz="1300" dirty="0">
                <a:solidFill>
                  <a:srgbClr val="616161"/>
                </a:solidFill>
                <a:latin typeface="Calibri" pitchFamily="34" charset="0"/>
                <a:ea typeface="Calibri" pitchFamily="34" charset="-122"/>
                <a:cs typeface="Calibri" pitchFamily="34" charset="-120"/>
              </a:rPr>
              <a:t>• Features already well-defined</a:t>
            </a:r>
            <a:endParaRPr lang="en-US" sz="1300" dirty="0"/>
          </a:p>
          <a:p>
            <a:pPr marL="0" indent="0">
              <a:buNone/>
            </a:pPr>
            <a:endParaRPr lang="en-US" sz="900" dirty="0"/>
          </a:p>
          <a:p>
            <a:pPr marL="0" indent="0">
              <a:buNone/>
            </a:pPr>
            <a:r>
              <a:rPr lang="en-US" sz="1300" dirty="0">
                <a:solidFill>
                  <a:srgbClr val="616161"/>
                </a:solidFill>
                <a:latin typeface="Calibri" pitchFamily="34" charset="0"/>
                <a:ea typeface="Calibri" pitchFamily="34" charset="-122"/>
                <a:cs typeface="Calibri" pitchFamily="34" charset="-120"/>
              </a:rPr>
              <a:t>Oncology: DL for pathology/radiology; RF/XGB for clinical risk scores.</a:t>
            </a:r>
            <a:endParaRPr lang="en-US" sz="1300" dirty="0"/>
          </a:p>
        </p:txBody>
      </p:sp>
      <p:sp>
        <p:nvSpPr>
          <p:cNvPr id="17" name="Shape 15">
            <a:extLst>
              <a:ext uri="{FF2B5EF4-FFF2-40B4-BE49-F238E27FC236}">
                <a16:creationId xmlns:a16="http://schemas.microsoft.com/office/drawing/2014/main" id="{B1E41AE7-78E2-4FD5-6EB2-870262B052AA}"/>
              </a:ext>
            </a:extLst>
          </p:cNvPr>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18" name="Shape 16">
            <a:extLst>
              <a:ext uri="{FF2B5EF4-FFF2-40B4-BE49-F238E27FC236}">
                <a16:creationId xmlns:a16="http://schemas.microsoft.com/office/drawing/2014/main" id="{0FAC2FF1-D676-FD6B-177E-12FEED6292A9}"/>
              </a:ext>
            </a:extLst>
          </p:cNvPr>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19" name="Shape 17">
            <a:extLst>
              <a:ext uri="{FF2B5EF4-FFF2-40B4-BE49-F238E27FC236}">
                <a16:creationId xmlns:a16="http://schemas.microsoft.com/office/drawing/2014/main" id="{C94F0844-89D5-A561-BC2C-F73559F660D4}"/>
              </a:ext>
            </a:extLst>
          </p:cNvPr>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spTree>
    <p:extLst>
      <p:ext uri="{BB962C8B-B14F-4D97-AF65-F5344CB8AC3E}">
        <p14:creationId xmlns:p14="http://schemas.microsoft.com/office/powerpoint/2010/main" val="197249454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AFB2F-F604-3D66-EAB4-5C7B2BDC218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6001162-F0D5-0068-7E6C-DEDCA56C3141}"/>
              </a:ext>
            </a:extLst>
          </p:cNvPr>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a:extLst>
              <a:ext uri="{FF2B5EF4-FFF2-40B4-BE49-F238E27FC236}">
                <a16:creationId xmlns:a16="http://schemas.microsoft.com/office/drawing/2014/main" id="{4AABEB2A-1758-3342-D249-5BF64DCA4A6A}"/>
              </a:ext>
            </a:extLst>
          </p:cNvPr>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09 —TRANSFORMERS &amp; LLM</a:t>
            </a:r>
            <a:endParaRPr lang="en-US" sz="800" dirty="0"/>
          </a:p>
        </p:txBody>
      </p:sp>
      <p:sp>
        <p:nvSpPr>
          <p:cNvPr id="4" name="Text 2">
            <a:extLst>
              <a:ext uri="{FF2B5EF4-FFF2-40B4-BE49-F238E27FC236}">
                <a16:creationId xmlns:a16="http://schemas.microsoft.com/office/drawing/2014/main" id="{643FFEB6-A830-3FB2-73F9-7BC8BEFE67B5}"/>
              </a:ext>
            </a:extLst>
          </p:cNvPr>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Transformers — The Architecture Behind GPT, BERT, and AlphaFold</a:t>
            </a:r>
            <a:endParaRPr lang="en-US" sz="2400" dirty="0"/>
          </a:p>
        </p:txBody>
      </p:sp>
      <p:sp>
        <p:nvSpPr>
          <p:cNvPr id="5" name="Shape 3">
            <a:extLst>
              <a:ext uri="{FF2B5EF4-FFF2-40B4-BE49-F238E27FC236}">
                <a16:creationId xmlns:a16="http://schemas.microsoft.com/office/drawing/2014/main" id="{82658D2C-6311-D624-C55D-D80B6F1444C0}"/>
              </a:ext>
            </a:extLst>
          </p:cNvPr>
          <p:cNvSpPr/>
          <p:nvPr/>
        </p:nvSpPr>
        <p:spPr>
          <a:xfrm>
            <a:off x="320040" y="960120"/>
            <a:ext cx="6309360"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a:extLst>
              <a:ext uri="{FF2B5EF4-FFF2-40B4-BE49-F238E27FC236}">
                <a16:creationId xmlns:a16="http://schemas.microsoft.com/office/drawing/2014/main" id="{01A074BA-E851-3F67-E880-B41102E596D2}"/>
              </a:ext>
            </a:extLst>
          </p:cNvPr>
          <p:cNvSpPr/>
          <p:nvPr/>
        </p:nvSpPr>
        <p:spPr>
          <a:xfrm>
            <a:off x="320040" y="960120"/>
            <a:ext cx="6309360" cy="45720"/>
          </a:xfrm>
          <a:prstGeom prst="rect">
            <a:avLst/>
          </a:prstGeom>
          <a:solidFill>
            <a:srgbClr val="006064"/>
          </a:solidFill>
          <a:ln w="12700">
            <a:solidFill>
              <a:srgbClr val="006064"/>
            </a:solidFill>
            <a:prstDash val="solid"/>
          </a:ln>
        </p:spPr>
        <p:txBody>
          <a:bodyPr/>
          <a:lstStyle/>
          <a:p>
            <a:endParaRPr lang="en-IN"/>
          </a:p>
        </p:txBody>
      </p:sp>
      <p:sp>
        <p:nvSpPr>
          <p:cNvPr id="7" name="Text 5">
            <a:extLst>
              <a:ext uri="{FF2B5EF4-FFF2-40B4-BE49-F238E27FC236}">
                <a16:creationId xmlns:a16="http://schemas.microsoft.com/office/drawing/2014/main" id="{CD7DDD92-D24B-E132-AF16-1BDB6E51AA95}"/>
              </a:ext>
            </a:extLst>
          </p:cNvPr>
          <p:cNvSpPr/>
          <p:nvPr/>
        </p:nvSpPr>
        <p:spPr>
          <a:xfrm>
            <a:off x="429768" y="1051560"/>
            <a:ext cx="6309360"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The Attention Mechanism</a:t>
            </a:r>
            <a:endParaRPr lang="en-US" sz="1200" dirty="0"/>
          </a:p>
        </p:txBody>
      </p:sp>
      <p:sp>
        <p:nvSpPr>
          <p:cNvPr id="8" name="Text 6">
            <a:extLst>
              <a:ext uri="{FF2B5EF4-FFF2-40B4-BE49-F238E27FC236}">
                <a16:creationId xmlns:a16="http://schemas.microsoft.com/office/drawing/2014/main" id="{5EBE77A0-064B-38AA-B11D-32A3CE050EDF}"/>
              </a:ext>
            </a:extLst>
          </p:cNvPr>
          <p:cNvSpPr/>
          <p:nvPr/>
        </p:nvSpPr>
        <p:spPr>
          <a:xfrm>
            <a:off x="429768" y="1389888"/>
            <a:ext cx="6309360" cy="2816352"/>
          </a:xfrm>
          <a:prstGeom prst="rect">
            <a:avLst/>
          </a:prstGeom>
          <a:noFill/>
          <a:ln/>
        </p:spPr>
        <p:txBody>
          <a:bodyPr wrap="square" rtlCol="0" anchor="t"/>
          <a:lstStyle/>
          <a:p>
            <a:pPr marL="0" indent="0">
              <a:buNone/>
            </a:pPr>
            <a:r>
              <a:rPr lang="en-US" sz="1400" dirty="0">
                <a:solidFill>
                  <a:srgbClr val="616161"/>
                </a:solidFill>
                <a:latin typeface="Calibri" pitchFamily="34" charset="0"/>
                <a:ea typeface="Calibri" pitchFamily="34" charset="-122"/>
                <a:cs typeface="Calibri" pitchFamily="34" charset="-120"/>
              </a:rPr>
              <a:t>Self-attention: Each element of a sequence directly attends to all other elements.</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For each position i:</a:t>
            </a: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  Query Qᵢ: 'What am I looking for?'</a:t>
            </a: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  Key Kⱼ: 'What do I offer?'</a:t>
            </a: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  Value Vⱼ: 'What is my content?'</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Attention score: softmax(QᵢKⱼᵀ/√d)</a:t>
            </a: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Output: weighted sum of Values</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Result: Long-range dependencies captured without recurrence. Parallelisable → GPU-efficient.</a:t>
            </a:r>
            <a:endParaRPr lang="en-US" sz="1400" dirty="0"/>
          </a:p>
        </p:txBody>
      </p:sp>
      <p:sp>
        <p:nvSpPr>
          <p:cNvPr id="17" name="Shape 15">
            <a:extLst>
              <a:ext uri="{FF2B5EF4-FFF2-40B4-BE49-F238E27FC236}">
                <a16:creationId xmlns:a16="http://schemas.microsoft.com/office/drawing/2014/main" id="{FD224608-CDC4-D304-1499-C737D0E8A022}"/>
              </a:ext>
            </a:extLst>
          </p:cNvPr>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18" name="Shape 16">
            <a:extLst>
              <a:ext uri="{FF2B5EF4-FFF2-40B4-BE49-F238E27FC236}">
                <a16:creationId xmlns:a16="http://schemas.microsoft.com/office/drawing/2014/main" id="{DFC2158A-31D2-460E-49FC-112395A5B748}"/>
              </a:ext>
            </a:extLst>
          </p:cNvPr>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19" name="Shape 17">
            <a:extLst>
              <a:ext uri="{FF2B5EF4-FFF2-40B4-BE49-F238E27FC236}">
                <a16:creationId xmlns:a16="http://schemas.microsoft.com/office/drawing/2014/main" id="{871676BF-0EC1-C4F7-337E-17C80CDE7188}"/>
              </a:ext>
            </a:extLst>
          </p:cNvPr>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spTree>
    <p:extLst>
      <p:ext uri="{BB962C8B-B14F-4D97-AF65-F5344CB8AC3E}">
        <p14:creationId xmlns:p14="http://schemas.microsoft.com/office/powerpoint/2010/main" val="378015527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A7354-E562-B57E-4A56-5AE49D1BDEE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4271A71-6E8B-4617-0749-95AFE524C5C4}"/>
              </a:ext>
            </a:extLst>
          </p:cNvPr>
          <p:cNvSpPr/>
          <p:nvPr/>
        </p:nvSpPr>
        <p:spPr>
          <a:xfrm>
            <a:off x="0" y="18288"/>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a:extLst>
              <a:ext uri="{FF2B5EF4-FFF2-40B4-BE49-F238E27FC236}">
                <a16:creationId xmlns:a16="http://schemas.microsoft.com/office/drawing/2014/main" id="{7D08640E-9334-818E-0EBA-ABF1D62213D3}"/>
              </a:ext>
            </a:extLst>
          </p:cNvPr>
          <p:cNvSpPr/>
          <p:nvPr/>
        </p:nvSpPr>
        <p:spPr>
          <a:xfrm>
            <a:off x="274320" y="18288"/>
            <a:ext cx="8229600" cy="237744"/>
          </a:xfrm>
          <a:prstGeom prst="rect">
            <a:avLst/>
          </a:prstGeom>
          <a:noFill/>
          <a:ln/>
        </p:spPr>
        <p:txBody>
          <a:bodyPr wrap="square" rtlCol="0" anchor="ctr"/>
          <a:lstStyle/>
          <a:p>
            <a:r>
              <a:rPr lang="en-US" sz="800" b="1" kern="0" spc="300" dirty="0">
                <a:solidFill>
                  <a:srgbClr val="FFFFFF"/>
                </a:solidFill>
                <a:latin typeface="Calibri" pitchFamily="34" charset="0"/>
                <a:ea typeface="Calibri" pitchFamily="34" charset="-122"/>
                <a:cs typeface="Calibri" pitchFamily="34" charset="-120"/>
              </a:rPr>
              <a:t>SECTION 09 —TRANSFORMERS &amp; LLM</a:t>
            </a:r>
            <a:endParaRPr lang="en-US" sz="800" dirty="0"/>
          </a:p>
        </p:txBody>
      </p:sp>
      <p:sp>
        <p:nvSpPr>
          <p:cNvPr id="4" name="Text 2">
            <a:extLst>
              <a:ext uri="{FF2B5EF4-FFF2-40B4-BE49-F238E27FC236}">
                <a16:creationId xmlns:a16="http://schemas.microsoft.com/office/drawing/2014/main" id="{766AC600-9F8A-A9D6-9783-7E96E01B30CA}"/>
              </a:ext>
            </a:extLst>
          </p:cNvPr>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Transformers — The Architecture Behind GPT, BERT, and AlphaFold</a:t>
            </a:r>
            <a:endParaRPr lang="en-US" sz="2400" dirty="0"/>
          </a:p>
        </p:txBody>
      </p:sp>
      <p:sp>
        <p:nvSpPr>
          <p:cNvPr id="9" name="Shape 7">
            <a:extLst>
              <a:ext uri="{FF2B5EF4-FFF2-40B4-BE49-F238E27FC236}">
                <a16:creationId xmlns:a16="http://schemas.microsoft.com/office/drawing/2014/main" id="{6D75333F-5ECD-3331-5CF2-A9B6D2ED68EA}"/>
              </a:ext>
            </a:extLst>
          </p:cNvPr>
          <p:cNvSpPr/>
          <p:nvPr/>
        </p:nvSpPr>
        <p:spPr>
          <a:xfrm>
            <a:off x="320040" y="996696"/>
            <a:ext cx="6309360" cy="333756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0" name="Shape 8">
            <a:extLst>
              <a:ext uri="{FF2B5EF4-FFF2-40B4-BE49-F238E27FC236}">
                <a16:creationId xmlns:a16="http://schemas.microsoft.com/office/drawing/2014/main" id="{5F4329E8-D1BD-B44E-6F5A-CF98C0D8430F}"/>
              </a:ext>
            </a:extLst>
          </p:cNvPr>
          <p:cNvSpPr/>
          <p:nvPr/>
        </p:nvSpPr>
        <p:spPr>
          <a:xfrm>
            <a:off x="320040" y="1016886"/>
            <a:ext cx="6309360" cy="45720"/>
          </a:xfrm>
          <a:prstGeom prst="rect">
            <a:avLst/>
          </a:prstGeom>
          <a:solidFill>
            <a:srgbClr val="0097A7"/>
          </a:solidFill>
          <a:ln w="12700">
            <a:solidFill>
              <a:srgbClr val="0097A7"/>
            </a:solidFill>
            <a:prstDash val="solid"/>
          </a:ln>
        </p:spPr>
        <p:txBody>
          <a:bodyPr/>
          <a:lstStyle/>
          <a:p>
            <a:endParaRPr lang="en-IN"/>
          </a:p>
        </p:txBody>
      </p:sp>
      <p:sp>
        <p:nvSpPr>
          <p:cNvPr id="11" name="Text 9">
            <a:extLst>
              <a:ext uri="{FF2B5EF4-FFF2-40B4-BE49-F238E27FC236}">
                <a16:creationId xmlns:a16="http://schemas.microsoft.com/office/drawing/2014/main" id="{38BB5269-A856-DA63-7826-0BEAAC403CE4}"/>
              </a:ext>
            </a:extLst>
          </p:cNvPr>
          <p:cNvSpPr/>
          <p:nvPr/>
        </p:nvSpPr>
        <p:spPr>
          <a:xfrm>
            <a:off x="429768" y="1098468"/>
            <a:ext cx="6309360" cy="310896"/>
          </a:xfrm>
          <a:prstGeom prst="rect">
            <a:avLst/>
          </a:prstGeom>
          <a:noFill/>
          <a:ln/>
        </p:spPr>
        <p:txBody>
          <a:bodyPr wrap="square" rtlCol="0" anchor="ctr"/>
          <a:lstStyle/>
          <a:p>
            <a:pPr marL="0" indent="0">
              <a:buNone/>
            </a:pPr>
            <a:r>
              <a:rPr lang="en-US" sz="1200" b="1" dirty="0">
                <a:solidFill>
                  <a:srgbClr val="212121"/>
                </a:solidFill>
                <a:latin typeface="Calibri" pitchFamily="34" charset="0"/>
                <a:ea typeface="Calibri" pitchFamily="34" charset="-122"/>
                <a:cs typeface="Calibri" pitchFamily="34" charset="-120"/>
              </a:rPr>
              <a:t>Transformer Architecture (Vaswani 2017)</a:t>
            </a:r>
            <a:endParaRPr lang="en-US" sz="1200" dirty="0"/>
          </a:p>
        </p:txBody>
      </p:sp>
      <p:sp>
        <p:nvSpPr>
          <p:cNvPr id="12" name="Text 10">
            <a:extLst>
              <a:ext uri="{FF2B5EF4-FFF2-40B4-BE49-F238E27FC236}">
                <a16:creationId xmlns:a16="http://schemas.microsoft.com/office/drawing/2014/main" id="{9CF8B05E-8C91-D7B3-E10A-D8EE63A33CB7}"/>
              </a:ext>
            </a:extLst>
          </p:cNvPr>
          <p:cNvSpPr/>
          <p:nvPr/>
        </p:nvSpPr>
        <p:spPr>
          <a:xfrm>
            <a:off x="429768" y="1409364"/>
            <a:ext cx="6309360" cy="2816352"/>
          </a:xfrm>
          <a:prstGeom prst="rect">
            <a:avLst/>
          </a:prstGeom>
          <a:noFill/>
          <a:ln/>
        </p:spPr>
        <p:txBody>
          <a:bodyPr wrap="square" rtlCol="0" anchor="t"/>
          <a:lstStyle/>
          <a:p>
            <a:pPr marL="0" indent="0">
              <a:buNone/>
            </a:pPr>
            <a:r>
              <a:rPr lang="en-US" sz="1400" dirty="0">
                <a:solidFill>
                  <a:srgbClr val="616161"/>
                </a:solidFill>
                <a:latin typeface="Calibri" pitchFamily="34" charset="0"/>
                <a:ea typeface="Calibri" pitchFamily="34" charset="-122"/>
                <a:cs typeface="Calibri" pitchFamily="34" charset="-120"/>
              </a:rPr>
              <a:t>'Attention Is All You Need' — the paper that changed AI.</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Encoder: Understands input context</a:t>
            </a: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  (BERT, ClinicalBERT — for NLP classification)</a:t>
            </a: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Decoder: Generates output sequences</a:t>
            </a: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  (GPT, LLaMA — for text generation)</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Pre-training on massive corpus (unsupervised)</a:t>
            </a: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 Fine-tuning on task-specific data (supervised)</a:t>
            </a:r>
            <a:endParaRPr lang="en-US" sz="1400" dirty="0"/>
          </a:p>
          <a:p>
            <a:pPr marL="0" indent="0">
              <a:buNone/>
            </a:pPr>
            <a:endParaRPr lang="en-US" sz="1400" dirty="0"/>
          </a:p>
          <a:p>
            <a:pPr marL="0" indent="0">
              <a:buNone/>
            </a:pPr>
            <a:r>
              <a:rPr lang="en-US" sz="1400" dirty="0">
                <a:solidFill>
                  <a:srgbClr val="616161"/>
                </a:solidFill>
                <a:latin typeface="Calibri" pitchFamily="34" charset="0"/>
                <a:ea typeface="Calibri" pitchFamily="34" charset="-122"/>
                <a:cs typeface="Calibri" pitchFamily="34" charset="-120"/>
              </a:rPr>
              <a:t>Transfer learning: A model trained on 570GB of text can be fine-tuned for clinical NLP with just 1,000 labelled examples.</a:t>
            </a:r>
            <a:endParaRPr lang="en-US" sz="1400" dirty="0"/>
          </a:p>
        </p:txBody>
      </p:sp>
      <p:sp>
        <p:nvSpPr>
          <p:cNvPr id="17" name="Shape 15">
            <a:extLst>
              <a:ext uri="{FF2B5EF4-FFF2-40B4-BE49-F238E27FC236}">
                <a16:creationId xmlns:a16="http://schemas.microsoft.com/office/drawing/2014/main" id="{DA2DA01E-F4EE-3F6C-05B4-64A91B93C461}"/>
              </a:ext>
            </a:extLst>
          </p:cNvPr>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18" name="Shape 16">
            <a:extLst>
              <a:ext uri="{FF2B5EF4-FFF2-40B4-BE49-F238E27FC236}">
                <a16:creationId xmlns:a16="http://schemas.microsoft.com/office/drawing/2014/main" id="{21AFEBDB-0BE5-CD9A-4E59-8BFEB1B2CE66}"/>
              </a:ext>
            </a:extLst>
          </p:cNvPr>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19" name="Shape 17">
            <a:extLst>
              <a:ext uri="{FF2B5EF4-FFF2-40B4-BE49-F238E27FC236}">
                <a16:creationId xmlns:a16="http://schemas.microsoft.com/office/drawing/2014/main" id="{93C8F2ED-6FBE-B4ED-B415-D1EA3DD9702D}"/>
              </a:ext>
            </a:extLst>
          </p:cNvPr>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spTree>
    <p:extLst>
      <p:ext uri="{BB962C8B-B14F-4D97-AF65-F5344CB8AC3E}">
        <p14:creationId xmlns:p14="http://schemas.microsoft.com/office/powerpoint/2010/main" val="247610313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006064"/>
          </a:solidFill>
          <a:ln w="12700">
            <a:solidFill>
              <a:srgbClr val="006064"/>
            </a:solidFill>
            <a:prstDash val="solid"/>
          </a:ln>
        </p:spPr>
        <p:txBody>
          <a:bodyPr/>
          <a:lstStyle/>
          <a:p>
            <a:endParaRPr lang="en-IN"/>
          </a:p>
        </p:txBody>
      </p:sp>
      <p:sp>
        <p:nvSpPr>
          <p:cNvPr id="3" name="Text 1"/>
          <p:cNvSpPr/>
          <p:nvPr/>
        </p:nvSpPr>
        <p:spPr>
          <a:xfrm>
            <a:off x="274320" y="18288"/>
            <a:ext cx="8229600" cy="237744"/>
          </a:xfrm>
          <a:prstGeom prst="rect">
            <a:avLst/>
          </a:prstGeom>
          <a:noFill/>
          <a:ln/>
        </p:spPr>
        <p:txBody>
          <a:bodyPr wrap="square" rtlCol="0" anchor="ctr"/>
          <a:lstStyle/>
          <a:p>
            <a:pPr marL="0" indent="0">
              <a:buNone/>
            </a:pPr>
            <a:r>
              <a:rPr lang="en-US" sz="800" b="1" kern="0" spc="300" dirty="0">
                <a:solidFill>
                  <a:srgbClr val="FFFFFF"/>
                </a:solidFill>
                <a:latin typeface="Calibri" pitchFamily="34" charset="0"/>
                <a:ea typeface="Calibri" pitchFamily="34" charset="-122"/>
                <a:cs typeface="Calibri" pitchFamily="34" charset="-120"/>
              </a:rPr>
              <a:t>SECTION 12 — REVIEW &amp; CONNECTING THE DOTS</a:t>
            </a:r>
            <a:endParaRPr lang="en-US" sz="800" dirty="0"/>
          </a:p>
        </p:txBody>
      </p:sp>
      <p:sp>
        <p:nvSpPr>
          <p:cNvPr id="4" name="Text 2"/>
          <p:cNvSpPr/>
          <p:nvPr/>
        </p:nvSpPr>
        <p:spPr>
          <a:xfrm>
            <a:off x="320040" y="320040"/>
            <a:ext cx="8503920" cy="594360"/>
          </a:xfrm>
          <a:prstGeom prst="rect">
            <a:avLst/>
          </a:prstGeom>
          <a:noFill/>
          <a:ln/>
        </p:spPr>
        <p:txBody>
          <a:bodyPr wrap="square" rtlCol="0" anchor="ctr"/>
          <a:lstStyle/>
          <a:p>
            <a:pPr marL="0" indent="0">
              <a:buNone/>
            </a:pPr>
            <a:r>
              <a:rPr lang="en-US" sz="2400" b="1" dirty="0">
                <a:solidFill>
                  <a:srgbClr val="006064"/>
                </a:solidFill>
                <a:latin typeface="Calibri" pitchFamily="34" charset="0"/>
                <a:ea typeface="Calibri" pitchFamily="34" charset="-122"/>
                <a:cs typeface="Calibri" pitchFamily="34" charset="-120"/>
              </a:rPr>
              <a:t>Connecting the Dots — The Complete Clinical AI Workflow</a:t>
            </a:r>
            <a:endParaRPr lang="en-US" sz="2400" dirty="0"/>
          </a:p>
        </p:txBody>
      </p:sp>
      <p:sp>
        <p:nvSpPr>
          <p:cNvPr id="5" name="Shape 3"/>
          <p:cNvSpPr/>
          <p:nvPr/>
        </p:nvSpPr>
        <p:spPr>
          <a:xfrm>
            <a:off x="320040" y="960120"/>
            <a:ext cx="1353312" cy="530352"/>
          </a:xfrm>
          <a:prstGeom prst="rect">
            <a:avLst/>
          </a:prstGeom>
          <a:solidFill>
            <a:srgbClr val="006064"/>
          </a:solidFill>
          <a:ln w="12700">
            <a:solidFill>
              <a:srgbClr val="006064"/>
            </a:solidFill>
            <a:prstDash val="solid"/>
          </a:ln>
        </p:spPr>
        <p:txBody>
          <a:bodyPr/>
          <a:lstStyle/>
          <a:p>
            <a:endParaRPr lang="en-IN"/>
          </a:p>
        </p:txBody>
      </p:sp>
      <p:sp>
        <p:nvSpPr>
          <p:cNvPr id="6" name="Text 4"/>
          <p:cNvSpPr/>
          <p:nvPr/>
        </p:nvSpPr>
        <p:spPr>
          <a:xfrm>
            <a:off x="320040" y="960120"/>
            <a:ext cx="1353312" cy="53035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Research</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Question</a:t>
            </a:r>
            <a:endParaRPr lang="en-US" sz="1000" dirty="0"/>
          </a:p>
        </p:txBody>
      </p:sp>
      <p:sp>
        <p:nvSpPr>
          <p:cNvPr id="7" name="Shape 5"/>
          <p:cNvSpPr/>
          <p:nvPr/>
        </p:nvSpPr>
        <p:spPr>
          <a:xfrm>
            <a:off x="1673352" y="1225296"/>
            <a:ext cx="91440" cy="0"/>
          </a:xfrm>
          <a:prstGeom prst="line">
            <a:avLst/>
          </a:prstGeom>
          <a:noFill/>
          <a:ln w="25400">
            <a:solidFill>
              <a:srgbClr val="F9A825"/>
            </a:solidFill>
            <a:prstDash val="solid"/>
          </a:ln>
        </p:spPr>
        <p:txBody>
          <a:bodyPr/>
          <a:lstStyle/>
          <a:p>
            <a:endParaRPr lang="en-IN"/>
          </a:p>
        </p:txBody>
      </p:sp>
      <p:sp>
        <p:nvSpPr>
          <p:cNvPr id="8" name="Shape 6"/>
          <p:cNvSpPr/>
          <p:nvPr/>
        </p:nvSpPr>
        <p:spPr>
          <a:xfrm>
            <a:off x="320040" y="1572768"/>
            <a:ext cx="1353312" cy="274320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dirty="0">
              <a:latin typeface="Garamond" panose="02020404030301010803" pitchFamily="18" charset="0"/>
            </a:endParaRPr>
          </a:p>
        </p:txBody>
      </p:sp>
      <p:sp>
        <p:nvSpPr>
          <p:cNvPr id="9" name="Text 7"/>
          <p:cNvSpPr/>
          <p:nvPr/>
        </p:nvSpPr>
        <p:spPr>
          <a:xfrm>
            <a:off x="393192" y="1645920"/>
            <a:ext cx="1207008" cy="2596896"/>
          </a:xfrm>
          <a:prstGeom prst="rect">
            <a:avLst/>
          </a:prstGeom>
          <a:noFill/>
          <a:ln/>
        </p:spPr>
        <p:txBody>
          <a:bodyPr wrap="square" rtlCol="0" anchor="t"/>
          <a:lstStyle/>
          <a:p>
            <a:pPr marL="0" indent="0">
              <a:buNone/>
            </a:pPr>
            <a:r>
              <a:rPr lang="en-US" sz="1300" dirty="0">
                <a:solidFill>
                  <a:srgbClr val="212121"/>
                </a:solidFill>
                <a:latin typeface="Calibri" pitchFamily="34" charset="0"/>
                <a:ea typeface="Calibri" pitchFamily="34" charset="-122"/>
                <a:cs typeface="Calibri" pitchFamily="34" charset="-120"/>
              </a:rPr>
              <a:t>Causal?</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 Stats/Causal ML</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Predictive?</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 ML</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Descriptive?</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 Unsupervised</a:t>
            </a:r>
            <a:endParaRPr lang="en-US" sz="1300" dirty="0"/>
          </a:p>
        </p:txBody>
      </p:sp>
      <p:sp>
        <p:nvSpPr>
          <p:cNvPr id="10" name="Shape 8"/>
          <p:cNvSpPr/>
          <p:nvPr/>
        </p:nvSpPr>
        <p:spPr>
          <a:xfrm>
            <a:off x="1764792" y="960120"/>
            <a:ext cx="1353312" cy="530352"/>
          </a:xfrm>
          <a:prstGeom prst="rect">
            <a:avLst/>
          </a:prstGeom>
          <a:solidFill>
            <a:srgbClr val="00BCD4"/>
          </a:solidFill>
          <a:ln w="12700">
            <a:solidFill>
              <a:srgbClr val="006064"/>
            </a:solidFill>
            <a:prstDash val="solid"/>
          </a:ln>
        </p:spPr>
        <p:txBody>
          <a:bodyPr/>
          <a:lstStyle/>
          <a:p>
            <a:endParaRPr lang="en-IN"/>
          </a:p>
        </p:txBody>
      </p:sp>
      <p:sp>
        <p:nvSpPr>
          <p:cNvPr id="11" name="Text 9"/>
          <p:cNvSpPr/>
          <p:nvPr/>
        </p:nvSpPr>
        <p:spPr>
          <a:xfrm>
            <a:off x="1764792" y="960120"/>
            <a:ext cx="1353312" cy="53035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 &amp;</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EDA</a:t>
            </a:r>
            <a:endParaRPr lang="en-US" sz="1000" dirty="0"/>
          </a:p>
        </p:txBody>
      </p:sp>
      <p:sp>
        <p:nvSpPr>
          <p:cNvPr id="12" name="Shape 10"/>
          <p:cNvSpPr/>
          <p:nvPr/>
        </p:nvSpPr>
        <p:spPr>
          <a:xfrm>
            <a:off x="3118104" y="1225296"/>
            <a:ext cx="91440" cy="0"/>
          </a:xfrm>
          <a:prstGeom prst="line">
            <a:avLst/>
          </a:prstGeom>
          <a:noFill/>
          <a:ln w="25400">
            <a:solidFill>
              <a:srgbClr val="F9A825"/>
            </a:solidFill>
            <a:prstDash val="solid"/>
          </a:ln>
        </p:spPr>
        <p:txBody>
          <a:bodyPr/>
          <a:lstStyle/>
          <a:p>
            <a:endParaRPr lang="en-IN"/>
          </a:p>
        </p:txBody>
      </p:sp>
      <p:sp>
        <p:nvSpPr>
          <p:cNvPr id="13" name="Shape 11"/>
          <p:cNvSpPr/>
          <p:nvPr/>
        </p:nvSpPr>
        <p:spPr>
          <a:xfrm>
            <a:off x="1764792" y="1572768"/>
            <a:ext cx="1353312" cy="274320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4" name="Text 12"/>
          <p:cNvSpPr/>
          <p:nvPr/>
        </p:nvSpPr>
        <p:spPr>
          <a:xfrm>
            <a:off x="1837944" y="1645920"/>
            <a:ext cx="1207008" cy="2596896"/>
          </a:xfrm>
          <a:prstGeom prst="rect">
            <a:avLst/>
          </a:prstGeom>
          <a:noFill/>
          <a:ln/>
        </p:spPr>
        <p:txBody>
          <a:bodyPr wrap="square" rtlCol="0" anchor="t"/>
          <a:lstStyle/>
          <a:p>
            <a:pPr marL="0" indent="0">
              <a:buNone/>
            </a:pPr>
            <a:r>
              <a:rPr lang="en-US" sz="1300" dirty="0">
                <a:solidFill>
                  <a:srgbClr val="212121"/>
                </a:solidFill>
                <a:latin typeface="Calibri" pitchFamily="34" charset="0"/>
                <a:ea typeface="Calibri" pitchFamily="34" charset="-122"/>
                <a:cs typeface="Calibri" pitchFamily="34" charset="-120"/>
              </a:rPr>
              <a:t>Quality check</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Missing data</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Class balance</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Distributions</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Correlations</a:t>
            </a:r>
            <a:endParaRPr lang="en-US" sz="1300" dirty="0"/>
          </a:p>
        </p:txBody>
      </p:sp>
      <p:sp>
        <p:nvSpPr>
          <p:cNvPr id="15" name="Shape 13"/>
          <p:cNvSpPr/>
          <p:nvPr/>
        </p:nvSpPr>
        <p:spPr>
          <a:xfrm>
            <a:off x="3209544" y="960120"/>
            <a:ext cx="1353312" cy="530352"/>
          </a:xfrm>
          <a:prstGeom prst="rect">
            <a:avLst/>
          </a:prstGeom>
          <a:solidFill>
            <a:srgbClr val="006064"/>
          </a:solidFill>
          <a:ln w="12700">
            <a:solidFill>
              <a:srgbClr val="006064"/>
            </a:solidFill>
            <a:prstDash val="solid"/>
          </a:ln>
        </p:spPr>
        <p:txBody>
          <a:bodyPr/>
          <a:lstStyle/>
          <a:p>
            <a:endParaRPr lang="en-IN"/>
          </a:p>
        </p:txBody>
      </p:sp>
      <p:sp>
        <p:nvSpPr>
          <p:cNvPr id="16" name="Text 14"/>
          <p:cNvSpPr/>
          <p:nvPr/>
        </p:nvSpPr>
        <p:spPr>
          <a:xfrm>
            <a:off x="3209544" y="960120"/>
            <a:ext cx="1353312" cy="53035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Model</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Development</a:t>
            </a:r>
            <a:endParaRPr lang="en-US" sz="1000" dirty="0"/>
          </a:p>
        </p:txBody>
      </p:sp>
      <p:sp>
        <p:nvSpPr>
          <p:cNvPr id="17" name="Shape 15"/>
          <p:cNvSpPr/>
          <p:nvPr/>
        </p:nvSpPr>
        <p:spPr>
          <a:xfrm>
            <a:off x="4562856" y="1225296"/>
            <a:ext cx="91440" cy="0"/>
          </a:xfrm>
          <a:prstGeom prst="line">
            <a:avLst/>
          </a:prstGeom>
          <a:noFill/>
          <a:ln w="25400">
            <a:solidFill>
              <a:srgbClr val="F9A825"/>
            </a:solidFill>
            <a:prstDash val="solid"/>
          </a:ln>
        </p:spPr>
        <p:txBody>
          <a:bodyPr/>
          <a:lstStyle/>
          <a:p>
            <a:endParaRPr lang="en-IN"/>
          </a:p>
        </p:txBody>
      </p:sp>
      <p:sp>
        <p:nvSpPr>
          <p:cNvPr id="18" name="Shape 16"/>
          <p:cNvSpPr/>
          <p:nvPr/>
        </p:nvSpPr>
        <p:spPr>
          <a:xfrm>
            <a:off x="3209544" y="1572768"/>
            <a:ext cx="1353312" cy="274320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19" name="Text 17"/>
          <p:cNvSpPr/>
          <p:nvPr/>
        </p:nvSpPr>
        <p:spPr>
          <a:xfrm>
            <a:off x="3282696" y="1645920"/>
            <a:ext cx="1207008" cy="2596896"/>
          </a:xfrm>
          <a:prstGeom prst="rect">
            <a:avLst/>
          </a:prstGeom>
          <a:noFill/>
          <a:ln/>
        </p:spPr>
        <p:txBody>
          <a:bodyPr wrap="square" rtlCol="0" anchor="t"/>
          <a:lstStyle/>
          <a:p>
            <a:pPr marL="0" indent="0">
              <a:buNone/>
            </a:pPr>
            <a:r>
              <a:rPr lang="en-US" sz="1300" dirty="0">
                <a:solidFill>
                  <a:srgbClr val="212121"/>
                </a:solidFill>
                <a:latin typeface="Calibri" pitchFamily="34" charset="0"/>
                <a:ea typeface="Calibri" pitchFamily="34" charset="-122"/>
                <a:cs typeface="Calibri" pitchFamily="34" charset="-120"/>
              </a:rPr>
              <a:t>Stratified split</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Select algorithm</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Tune hyperparams</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CV validation</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Calibration</a:t>
            </a:r>
            <a:endParaRPr lang="en-US" sz="1300" dirty="0"/>
          </a:p>
        </p:txBody>
      </p:sp>
      <p:sp>
        <p:nvSpPr>
          <p:cNvPr id="20" name="Shape 18"/>
          <p:cNvSpPr/>
          <p:nvPr/>
        </p:nvSpPr>
        <p:spPr>
          <a:xfrm>
            <a:off x="4654296" y="960120"/>
            <a:ext cx="1353312" cy="530352"/>
          </a:xfrm>
          <a:prstGeom prst="rect">
            <a:avLst/>
          </a:prstGeom>
          <a:solidFill>
            <a:srgbClr val="00BCD4"/>
          </a:solidFill>
          <a:ln w="12700">
            <a:solidFill>
              <a:srgbClr val="006064"/>
            </a:solidFill>
            <a:prstDash val="solid"/>
          </a:ln>
        </p:spPr>
        <p:txBody>
          <a:bodyPr/>
          <a:lstStyle/>
          <a:p>
            <a:endParaRPr lang="en-IN"/>
          </a:p>
        </p:txBody>
      </p:sp>
      <p:sp>
        <p:nvSpPr>
          <p:cNvPr id="21" name="Text 19"/>
          <p:cNvSpPr/>
          <p:nvPr/>
        </p:nvSpPr>
        <p:spPr>
          <a:xfrm>
            <a:off x="4654296" y="960120"/>
            <a:ext cx="1353312" cy="53035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Evaluation</a:t>
            </a:r>
            <a:endParaRPr lang="en-US" sz="1000" dirty="0"/>
          </a:p>
        </p:txBody>
      </p:sp>
      <p:sp>
        <p:nvSpPr>
          <p:cNvPr id="22" name="Shape 20"/>
          <p:cNvSpPr/>
          <p:nvPr/>
        </p:nvSpPr>
        <p:spPr>
          <a:xfrm>
            <a:off x="6007608" y="1225296"/>
            <a:ext cx="91440" cy="0"/>
          </a:xfrm>
          <a:prstGeom prst="line">
            <a:avLst/>
          </a:prstGeom>
          <a:noFill/>
          <a:ln w="25400">
            <a:solidFill>
              <a:srgbClr val="F9A825"/>
            </a:solidFill>
            <a:prstDash val="solid"/>
          </a:ln>
        </p:spPr>
        <p:txBody>
          <a:bodyPr/>
          <a:lstStyle/>
          <a:p>
            <a:endParaRPr lang="en-IN"/>
          </a:p>
        </p:txBody>
      </p:sp>
      <p:sp>
        <p:nvSpPr>
          <p:cNvPr id="23" name="Shape 21"/>
          <p:cNvSpPr/>
          <p:nvPr/>
        </p:nvSpPr>
        <p:spPr>
          <a:xfrm>
            <a:off x="4654296" y="1572768"/>
            <a:ext cx="1353312" cy="274320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24" name="Text 22"/>
          <p:cNvSpPr/>
          <p:nvPr/>
        </p:nvSpPr>
        <p:spPr>
          <a:xfrm>
            <a:off x="4727448" y="1645920"/>
            <a:ext cx="1207008" cy="2596896"/>
          </a:xfrm>
          <a:prstGeom prst="rect">
            <a:avLst/>
          </a:prstGeom>
          <a:noFill/>
          <a:ln/>
        </p:spPr>
        <p:txBody>
          <a:bodyPr wrap="square" rtlCol="0" anchor="t"/>
          <a:lstStyle/>
          <a:p>
            <a:pPr marL="0" indent="0">
              <a:buNone/>
            </a:pPr>
            <a:r>
              <a:rPr lang="en-US" sz="1300" dirty="0">
                <a:solidFill>
                  <a:srgbClr val="212121"/>
                </a:solidFill>
                <a:latin typeface="Calibri" pitchFamily="34" charset="0"/>
                <a:ea typeface="Calibri" pitchFamily="34" charset="-122"/>
                <a:cs typeface="Calibri" pitchFamily="34" charset="-120"/>
              </a:rPr>
              <a:t>AUC-ROC + CI</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Calibration plot</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Brier Score</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Subgroup analysis</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Threshold tuning</a:t>
            </a:r>
            <a:endParaRPr lang="en-US" sz="1300" dirty="0"/>
          </a:p>
        </p:txBody>
      </p:sp>
      <p:sp>
        <p:nvSpPr>
          <p:cNvPr id="25" name="Shape 23"/>
          <p:cNvSpPr/>
          <p:nvPr/>
        </p:nvSpPr>
        <p:spPr>
          <a:xfrm>
            <a:off x="6099048" y="960120"/>
            <a:ext cx="1353312" cy="530352"/>
          </a:xfrm>
          <a:prstGeom prst="rect">
            <a:avLst/>
          </a:prstGeom>
          <a:solidFill>
            <a:srgbClr val="006064"/>
          </a:solidFill>
          <a:ln w="12700">
            <a:solidFill>
              <a:srgbClr val="006064"/>
            </a:solidFill>
            <a:prstDash val="solid"/>
          </a:ln>
        </p:spPr>
        <p:txBody>
          <a:bodyPr/>
          <a:lstStyle/>
          <a:p>
            <a:endParaRPr lang="en-IN"/>
          </a:p>
        </p:txBody>
      </p:sp>
      <p:sp>
        <p:nvSpPr>
          <p:cNvPr id="26" name="Text 24"/>
          <p:cNvSpPr/>
          <p:nvPr/>
        </p:nvSpPr>
        <p:spPr>
          <a:xfrm>
            <a:off x="6099048" y="960120"/>
            <a:ext cx="1353312" cy="53035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Reporting</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(TRIPOD-ML)</a:t>
            </a:r>
            <a:endParaRPr lang="en-US" sz="1000" dirty="0"/>
          </a:p>
        </p:txBody>
      </p:sp>
      <p:sp>
        <p:nvSpPr>
          <p:cNvPr id="27" name="Shape 25"/>
          <p:cNvSpPr/>
          <p:nvPr/>
        </p:nvSpPr>
        <p:spPr>
          <a:xfrm>
            <a:off x="7452360" y="1225296"/>
            <a:ext cx="91440" cy="0"/>
          </a:xfrm>
          <a:prstGeom prst="line">
            <a:avLst/>
          </a:prstGeom>
          <a:noFill/>
          <a:ln w="25400">
            <a:solidFill>
              <a:srgbClr val="F9A825"/>
            </a:solidFill>
            <a:prstDash val="solid"/>
          </a:ln>
        </p:spPr>
        <p:txBody>
          <a:bodyPr/>
          <a:lstStyle/>
          <a:p>
            <a:endParaRPr lang="en-IN"/>
          </a:p>
        </p:txBody>
      </p:sp>
      <p:sp>
        <p:nvSpPr>
          <p:cNvPr id="28" name="Shape 26"/>
          <p:cNvSpPr/>
          <p:nvPr/>
        </p:nvSpPr>
        <p:spPr>
          <a:xfrm>
            <a:off x="6099048" y="1572768"/>
            <a:ext cx="1353312" cy="274320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29" name="Text 27"/>
          <p:cNvSpPr/>
          <p:nvPr/>
        </p:nvSpPr>
        <p:spPr>
          <a:xfrm>
            <a:off x="6172200" y="1645920"/>
            <a:ext cx="1207008" cy="2596896"/>
          </a:xfrm>
          <a:prstGeom prst="rect">
            <a:avLst/>
          </a:prstGeom>
          <a:noFill/>
          <a:ln/>
        </p:spPr>
        <p:txBody>
          <a:bodyPr wrap="square" rtlCol="0" anchor="t"/>
          <a:lstStyle/>
          <a:p>
            <a:pPr marL="0" indent="0">
              <a:buNone/>
            </a:pPr>
            <a:r>
              <a:rPr lang="en-US" sz="1300" dirty="0">
                <a:solidFill>
                  <a:srgbClr val="212121"/>
                </a:solidFill>
                <a:latin typeface="Calibri" pitchFamily="34" charset="0"/>
                <a:ea typeface="Calibri" pitchFamily="34" charset="-122"/>
                <a:cs typeface="Calibri" pitchFamily="34" charset="-120"/>
              </a:rPr>
              <a:t>Algorithm described</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All metrics + CI</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Code available</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External validation</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PROBAST assessment</a:t>
            </a:r>
            <a:endParaRPr lang="en-US" sz="1300" dirty="0"/>
          </a:p>
        </p:txBody>
      </p:sp>
      <p:sp>
        <p:nvSpPr>
          <p:cNvPr id="30" name="Shape 28"/>
          <p:cNvSpPr/>
          <p:nvPr/>
        </p:nvSpPr>
        <p:spPr>
          <a:xfrm>
            <a:off x="7543800" y="960120"/>
            <a:ext cx="1353312" cy="530352"/>
          </a:xfrm>
          <a:prstGeom prst="rect">
            <a:avLst/>
          </a:prstGeom>
          <a:solidFill>
            <a:srgbClr val="00BCD4"/>
          </a:solidFill>
          <a:ln w="12700">
            <a:solidFill>
              <a:srgbClr val="006064"/>
            </a:solidFill>
            <a:prstDash val="solid"/>
          </a:ln>
        </p:spPr>
        <p:txBody>
          <a:bodyPr/>
          <a:lstStyle/>
          <a:p>
            <a:endParaRPr lang="en-IN"/>
          </a:p>
        </p:txBody>
      </p:sp>
      <p:sp>
        <p:nvSpPr>
          <p:cNvPr id="31" name="Text 29"/>
          <p:cNvSpPr/>
          <p:nvPr/>
        </p:nvSpPr>
        <p:spPr>
          <a:xfrm>
            <a:off x="7543800" y="960120"/>
            <a:ext cx="1353312" cy="53035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Deployment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(GitHub)</a:t>
            </a:r>
            <a:endParaRPr lang="en-US" sz="1000" dirty="0"/>
          </a:p>
        </p:txBody>
      </p:sp>
      <p:sp>
        <p:nvSpPr>
          <p:cNvPr id="32" name="Shape 30"/>
          <p:cNvSpPr/>
          <p:nvPr/>
        </p:nvSpPr>
        <p:spPr>
          <a:xfrm>
            <a:off x="7543800" y="1572768"/>
            <a:ext cx="1353312" cy="2743200"/>
          </a:xfrm>
          <a:prstGeom prst="rect">
            <a:avLst/>
          </a:prstGeom>
          <a:solidFill>
            <a:srgbClr val="FFFFFF"/>
          </a:solidFill>
          <a:ln w="12700">
            <a:solidFill>
              <a:srgbClr val="E0E0E0"/>
            </a:solidFill>
            <a:prstDash val="solid"/>
          </a:ln>
          <a:effectLst>
            <a:outerShdw blurRad="76200" dist="25400" dir="8100000" algn="bl" rotWithShape="0">
              <a:srgbClr val="000000">
                <a:alpha val="10000"/>
              </a:srgbClr>
            </a:outerShdw>
          </a:effectLst>
        </p:spPr>
        <p:txBody>
          <a:bodyPr/>
          <a:lstStyle/>
          <a:p>
            <a:endParaRPr lang="en-IN"/>
          </a:p>
        </p:txBody>
      </p:sp>
      <p:sp>
        <p:nvSpPr>
          <p:cNvPr id="33" name="Text 31"/>
          <p:cNvSpPr/>
          <p:nvPr/>
        </p:nvSpPr>
        <p:spPr>
          <a:xfrm>
            <a:off x="7616952" y="1645920"/>
            <a:ext cx="1207008" cy="2596896"/>
          </a:xfrm>
          <a:prstGeom prst="rect">
            <a:avLst/>
          </a:prstGeom>
          <a:noFill/>
          <a:ln/>
        </p:spPr>
        <p:txBody>
          <a:bodyPr wrap="square" rtlCol="0" anchor="t"/>
          <a:lstStyle/>
          <a:p>
            <a:pPr marL="0" indent="0">
              <a:buNone/>
            </a:pPr>
            <a:r>
              <a:rPr lang="en-US" sz="1300" dirty="0">
                <a:solidFill>
                  <a:srgbClr val="212121"/>
                </a:solidFill>
                <a:latin typeface="Calibri" pitchFamily="34" charset="0"/>
                <a:ea typeface="Calibri" pitchFamily="34" charset="-122"/>
                <a:cs typeface="Calibri" pitchFamily="34" charset="-120"/>
              </a:rPr>
              <a:t>GitHub version control</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S3 data storage</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SageMaker training</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API endpoint</a:t>
            </a:r>
            <a:endParaRPr lang="en-US" sz="1300" dirty="0"/>
          </a:p>
          <a:p>
            <a:pPr marL="0" indent="0">
              <a:buNone/>
            </a:pPr>
            <a:r>
              <a:rPr lang="en-US" sz="1300" dirty="0">
                <a:solidFill>
                  <a:srgbClr val="212121"/>
                </a:solidFill>
                <a:latin typeface="Calibri" pitchFamily="34" charset="0"/>
                <a:ea typeface="Calibri" pitchFamily="34" charset="-122"/>
                <a:cs typeface="Calibri" pitchFamily="34" charset="-120"/>
              </a:rPr>
              <a:t>Monitoring plan</a:t>
            </a:r>
            <a:endParaRPr lang="en-US" sz="1300" dirty="0"/>
          </a:p>
        </p:txBody>
      </p:sp>
      <p:sp>
        <p:nvSpPr>
          <p:cNvPr id="34" name="Shape 32"/>
          <p:cNvSpPr/>
          <p:nvPr/>
        </p:nvSpPr>
        <p:spPr>
          <a:xfrm>
            <a:off x="0" y="4434840"/>
            <a:ext cx="9144000" cy="685800"/>
          </a:xfrm>
          <a:prstGeom prst="rect">
            <a:avLst/>
          </a:prstGeom>
          <a:solidFill>
            <a:srgbClr val="0D47A1"/>
          </a:solidFill>
          <a:ln w="12700">
            <a:solidFill>
              <a:srgbClr val="0D47A1"/>
            </a:solidFill>
            <a:prstDash val="solid"/>
          </a:ln>
        </p:spPr>
        <p:txBody>
          <a:bodyPr/>
          <a:lstStyle/>
          <a:p>
            <a:endParaRPr lang="en-IN"/>
          </a:p>
        </p:txBody>
      </p:sp>
      <p:sp>
        <p:nvSpPr>
          <p:cNvPr id="35" name="Shape 33"/>
          <p:cNvSpPr/>
          <p:nvPr/>
        </p:nvSpPr>
        <p:spPr>
          <a:xfrm>
            <a:off x="0" y="4572000"/>
            <a:ext cx="9144000" cy="566928"/>
          </a:xfrm>
          <a:prstGeom prst="rect">
            <a:avLst/>
          </a:prstGeom>
          <a:solidFill>
            <a:srgbClr val="004D40"/>
          </a:solidFill>
          <a:ln w="12700">
            <a:solidFill>
              <a:srgbClr val="004D40"/>
            </a:solidFill>
            <a:prstDash val="solid"/>
          </a:ln>
        </p:spPr>
        <p:txBody>
          <a:bodyPr/>
          <a:lstStyle/>
          <a:p>
            <a:endParaRPr lang="en-IN"/>
          </a:p>
        </p:txBody>
      </p:sp>
      <p:sp>
        <p:nvSpPr>
          <p:cNvPr id="36" name="Shape 34"/>
          <p:cNvSpPr/>
          <p:nvPr/>
        </p:nvSpPr>
        <p:spPr>
          <a:xfrm>
            <a:off x="0" y="4709160"/>
            <a:ext cx="9144000" cy="429768"/>
          </a:xfrm>
          <a:prstGeom prst="rect">
            <a:avLst/>
          </a:prstGeom>
          <a:solidFill>
            <a:srgbClr val="006064"/>
          </a:solidFill>
          <a:ln w="12700">
            <a:solidFill>
              <a:srgbClr val="006064"/>
            </a:solidFill>
            <a:prstDash val="solid"/>
          </a:ln>
        </p:spPr>
        <p:txBody>
          <a:bodyPr/>
          <a:lstStyle/>
          <a:p>
            <a:endParaRPr lang="en-IN"/>
          </a:p>
        </p:txBody>
      </p:sp>
    </p:spTree>
    <p:extLst>
      <p:ext uri="{BB962C8B-B14F-4D97-AF65-F5344CB8AC3E}">
        <p14:creationId xmlns:p14="http://schemas.microsoft.com/office/powerpoint/2010/main" val="21590373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4694</TotalTime>
  <Words>11873</Words>
  <Application>Microsoft Office PowerPoint</Application>
  <PresentationFormat>On-screen Show (16:9)</PresentationFormat>
  <Paragraphs>1604</Paragraphs>
  <Slides>88</Slides>
  <Notes>88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88</vt:i4>
      </vt:variant>
    </vt:vector>
  </HeadingPairs>
  <TitlesOfParts>
    <vt:vector size="94" baseType="lpstr">
      <vt:lpstr>Arial</vt:lpstr>
      <vt:lpstr>Calibri</vt:lpstr>
      <vt:lpstr>Cambria Math</vt:lpstr>
      <vt:lpstr>Garamond</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&amp; ML for Biostatisticians — Two-Day Programme @ HBS</dc:title>
  <dc:subject>PptxGenJS Presentation</dc:subject>
  <dc:creator>Venkat Mudunuru</dc:creator>
  <cp:lastModifiedBy>Goswami, Budhaditya</cp:lastModifiedBy>
  <cp:revision>9</cp:revision>
  <dcterms:created xsi:type="dcterms:W3CDTF">2026-07-16T17:36:57Z</dcterms:created>
  <dcterms:modified xsi:type="dcterms:W3CDTF">2026-07-27T05:22:38Z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8f72598-90ab-4748-9618-88402b5e95d2_Enabled">
    <vt:lpwstr>true</vt:lpwstr>
  </property>
  <property fmtid="{D5CDD505-2E9C-101B-9397-08002B2CF9AE}" pid="3" name="MSIP_Label_68f72598-90ab-4748-9618-88402b5e95d2_SetDate">
    <vt:lpwstr>2026-07-20T08:22:14Z</vt:lpwstr>
  </property>
  <property fmtid="{D5CDD505-2E9C-101B-9397-08002B2CF9AE}" pid="4" name="MSIP_Label_68f72598-90ab-4748-9618-88402b5e95d2_Method">
    <vt:lpwstr>Privileged</vt:lpwstr>
  </property>
  <property fmtid="{D5CDD505-2E9C-101B-9397-08002B2CF9AE}" pid="5" name="MSIP_Label_68f72598-90ab-4748-9618-88402b5e95d2_Name">
    <vt:lpwstr>68f72598-90ab-4748-9618-88402b5e95d2</vt:lpwstr>
  </property>
  <property fmtid="{D5CDD505-2E9C-101B-9397-08002B2CF9AE}" pid="6" name="MSIP_Label_68f72598-90ab-4748-9618-88402b5e95d2_SiteId">
    <vt:lpwstr>7a916015-20ae-4ad1-9170-eefd915e9272</vt:lpwstr>
  </property>
  <property fmtid="{D5CDD505-2E9C-101B-9397-08002B2CF9AE}" pid="7" name="MSIP_Label_68f72598-90ab-4748-9618-88402b5e95d2_ActionId">
    <vt:lpwstr>037fe329-5847-4ef2-93d0-eb5d7ffb468e</vt:lpwstr>
  </property>
  <property fmtid="{D5CDD505-2E9C-101B-9397-08002B2CF9AE}" pid="8" name="MSIP_Label_68f72598-90ab-4748-9618-88402b5e95d2_ContentBits">
    <vt:lpwstr>0</vt:lpwstr>
  </property>
  <property fmtid="{D5CDD505-2E9C-101B-9397-08002B2CF9AE}" pid="9" name="MSIP_Label_68f72598-90ab-4748-9618-88402b5e95d2_Tag">
    <vt:lpwstr>10, 0, 1, 1</vt:lpwstr>
  </property>
</Properties>
</file>